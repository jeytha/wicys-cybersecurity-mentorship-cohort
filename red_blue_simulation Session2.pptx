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2" r:id="rId2"/>
    <p:sldId id="273" r:id="rId3"/>
    <p:sldId id="260" r:id="rId4"/>
    <p:sldId id="256" r:id="rId5"/>
    <p:sldId id="257" r:id="rId6"/>
    <p:sldId id="258" r:id="rId7"/>
    <p:sldId id="259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62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544E64-300E-40EA-ACD5-7128844798F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65A3AE9-4CFB-476C-A128-ED87EED63EF4}">
      <dgm:prSet/>
      <dgm:spPr/>
      <dgm:t>
        <a:bodyPr/>
        <a:lstStyle/>
        <a:p>
          <a:pPr>
            <a:defRPr cap="all"/>
          </a:pPr>
          <a:r>
            <a:rPr lang="en-US"/>
            <a:t>Not about who wins</a:t>
          </a:r>
        </a:p>
      </dgm:t>
    </dgm:pt>
    <dgm:pt modelId="{88BF8F89-9804-4925-9216-8DE44275B656}" type="parTrans" cxnId="{2BE661E1-C361-4F65-A0C4-D5675DF4C5E3}">
      <dgm:prSet/>
      <dgm:spPr/>
      <dgm:t>
        <a:bodyPr/>
        <a:lstStyle/>
        <a:p>
          <a:endParaRPr lang="en-US"/>
        </a:p>
      </dgm:t>
    </dgm:pt>
    <dgm:pt modelId="{A3FC0E8B-4BB5-4A01-A371-EE2E40C0184A}" type="sibTrans" cxnId="{2BE661E1-C361-4F65-A0C4-D5675DF4C5E3}">
      <dgm:prSet/>
      <dgm:spPr/>
      <dgm:t>
        <a:bodyPr/>
        <a:lstStyle/>
        <a:p>
          <a:endParaRPr lang="en-US"/>
        </a:p>
      </dgm:t>
    </dgm:pt>
    <dgm:pt modelId="{3F08CE6E-069D-4910-BC3F-A0A280795E38}">
      <dgm:prSet/>
      <dgm:spPr/>
      <dgm:t>
        <a:bodyPr/>
        <a:lstStyle/>
        <a:p>
          <a:pPr>
            <a:defRPr cap="all"/>
          </a:pPr>
          <a:r>
            <a:rPr lang="en-US"/>
            <a:t>About clarity under pressure</a:t>
          </a:r>
        </a:p>
      </dgm:t>
    </dgm:pt>
    <dgm:pt modelId="{5D3D126A-3813-4718-85DD-680FA4F09F5E}" type="parTrans" cxnId="{C7124FC8-961B-4D2E-8F3B-BA42EBAB6D0F}">
      <dgm:prSet/>
      <dgm:spPr/>
      <dgm:t>
        <a:bodyPr/>
        <a:lstStyle/>
        <a:p>
          <a:endParaRPr lang="en-US"/>
        </a:p>
      </dgm:t>
    </dgm:pt>
    <dgm:pt modelId="{E37BE4A8-1837-4C82-8A9E-916E93216DAE}" type="sibTrans" cxnId="{C7124FC8-961B-4D2E-8F3B-BA42EBAB6D0F}">
      <dgm:prSet/>
      <dgm:spPr/>
      <dgm:t>
        <a:bodyPr/>
        <a:lstStyle/>
        <a:p>
          <a:endParaRPr lang="en-US"/>
        </a:p>
      </dgm:t>
    </dgm:pt>
    <dgm:pt modelId="{34274874-1466-47F0-B293-4C3265BDF936}">
      <dgm:prSet/>
      <dgm:spPr/>
      <dgm:t>
        <a:bodyPr/>
        <a:lstStyle/>
        <a:p>
          <a:pPr>
            <a:defRPr cap="all"/>
          </a:pPr>
          <a:r>
            <a:rPr lang="en-US"/>
            <a:t>About decision making</a:t>
          </a:r>
        </a:p>
      </dgm:t>
    </dgm:pt>
    <dgm:pt modelId="{DA802DAB-662F-44ED-902C-52CA61549B0E}" type="parTrans" cxnId="{49081BF5-30D6-44C3-A27F-47708EC7503F}">
      <dgm:prSet/>
      <dgm:spPr/>
      <dgm:t>
        <a:bodyPr/>
        <a:lstStyle/>
        <a:p>
          <a:endParaRPr lang="en-US"/>
        </a:p>
      </dgm:t>
    </dgm:pt>
    <dgm:pt modelId="{2FFBDBA5-2415-4148-9A9F-D3F6E1E8C8E1}" type="sibTrans" cxnId="{49081BF5-30D6-44C3-A27F-47708EC7503F}">
      <dgm:prSet/>
      <dgm:spPr/>
      <dgm:t>
        <a:bodyPr/>
        <a:lstStyle/>
        <a:p>
          <a:endParaRPr lang="en-US"/>
        </a:p>
      </dgm:t>
    </dgm:pt>
    <dgm:pt modelId="{44DD9981-72C3-447A-BE74-C1DC246DADE3}">
      <dgm:prSet/>
      <dgm:spPr/>
      <dgm:t>
        <a:bodyPr/>
        <a:lstStyle/>
        <a:p>
          <a:pPr>
            <a:defRPr cap="all"/>
          </a:pPr>
          <a:r>
            <a:rPr lang="en-US"/>
            <a:t>About explaining risk</a:t>
          </a:r>
        </a:p>
      </dgm:t>
    </dgm:pt>
    <dgm:pt modelId="{4FF68653-5126-4FBF-A08D-4E76F133C515}" type="parTrans" cxnId="{4EDCB0D4-DF72-4DBE-857D-84CD4EFC4570}">
      <dgm:prSet/>
      <dgm:spPr/>
      <dgm:t>
        <a:bodyPr/>
        <a:lstStyle/>
        <a:p>
          <a:endParaRPr lang="en-US"/>
        </a:p>
      </dgm:t>
    </dgm:pt>
    <dgm:pt modelId="{B9B86F2C-0C71-4922-9C4F-92500FFB5FD7}" type="sibTrans" cxnId="{4EDCB0D4-DF72-4DBE-857D-84CD4EFC4570}">
      <dgm:prSet/>
      <dgm:spPr/>
      <dgm:t>
        <a:bodyPr/>
        <a:lstStyle/>
        <a:p>
          <a:endParaRPr lang="en-US"/>
        </a:p>
      </dgm:t>
    </dgm:pt>
    <dgm:pt modelId="{4E20B4DA-8350-48C3-8E07-49DF852F2A15}">
      <dgm:prSet/>
      <dgm:spPr/>
      <dgm:t>
        <a:bodyPr/>
        <a:lstStyle/>
        <a:p>
          <a:pPr>
            <a:defRPr cap="all"/>
          </a:pPr>
          <a:r>
            <a:rPr lang="en-US"/>
            <a:t>About coordination</a:t>
          </a:r>
        </a:p>
      </dgm:t>
    </dgm:pt>
    <dgm:pt modelId="{B354AC50-8278-482D-9976-532D061C65FE}" type="parTrans" cxnId="{D40869F3-12E2-42F1-A87E-C59AD0BC48FC}">
      <dgm:prSet/>
      <dgm:spPr/>
      <dgm:t>
        <a:bodyPr/>
        <a:lstStyle/>
        <a:p>
          <a:endParaRPr lang="en-US"/>
        </a:p>
      </dgm:t>
    </dgm:pt>
    <dgm:pt modelId="{DFC81307-23D5-41E4-AFFB-9E6C5C0E5836}" type="sibTrans" cxnId="{D40869F3-12E2-42F1-A87E-C59AD0BC48FC}">
      <dgm:prSet/>
      <dgm:spPr/>
      <dgm:t>
        <a:bodyPr/>
        <a:lstStyle/>
        <a:p>
          <a:endParaRPr lang="en-US"/>
        </a:p>
      </dgm:t>
    </dgm:pt>
    <dgm:pt modelId="{A9E0D5D6-7EA5-4FE0-80DA-052EAF0EF023}" type="pres">
      <dgm:prSet presAssocID="{E9544E64-300E-40EA-ACD5-7128844798FB}" presName="root" presStyleCnt="0">
        <dgm:presLayoutVars>
          <dgm:dir/>
          <dgm:resizeHandles val="exact"/>
        </dgm:presLayoutVars>
      </dgm:prSet>
      <dgm:spPr/>
    </dgm:pt>
    <dgm:pt modelId="{2199CFA0-D879-4998-A0B4-299ACA9BE1E2}" type="pres">
      <dgm:prSet presAssocID="{F65A3AE9-4CFB-476C-A128-ED87EED63EF4}" presName="compNode" presStyleCnt="0"/>
      <dgm:spPr/>
    </dgm:pt>
    <dgm:pt modelId="{47F42583-20DB-4220-8323-47611BE79238}" type="pres">
      <dgm:prSet presAssocID="{F65A3AE9-4CFB-476C-A128-ED87EED63EF4}" presName="iconBgRect" presStyleLbl="bgShp" presStyleIdx="0" presStyleCnt="5"/>
      <dgm:spPr/>
    </dgm:pt>
    <dgm:pt modelId="{8464B029-ACDE-4DD8-902A-3F2096CE11D3}" type="pres">
      <dgm:prSet presAssocID="{F65A3AE9-4CFB-476C-A128-ED87EED63EF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64377559-AB2D-433A-8CA4-E65737D098AF}" type="pres">
      <dgm:prSet presAssocID="{F65A3AE9-4CFB-476C-A128-ED87EED63EF4}" presName="spaceRect" presStyleCnt="0"/>
      <dgm:spPr/>
    </dgm:pt>
    <dgm:pt modelId="{EB797BB4-9632-4AC8-9368-C276F12CAC46}" type="pres">
      <dgm:prSet presAssocID="{F65A3AE9-4CFB-476C-A128-ED87EED63EF4}" presName="textRect" presStyleLbl="revTx" presStyleIdx="0" presStyleCnt="5">
        <dgm:presLayoutVars>
          <dgm:chMax val="1"/>
          <dgm:chPref val="1"/>
        </dgm:presLayoutVars>
      </dgm:prSet>
      <dgm:spPr/>
    </dgm:pt>
    <dgm:pt modelId="{6CE16931-A7E2-41FB-8F9E-101C245CE498}" type="pres">
      <dgm:prSet presAssocID="{A3FC0E8B-4BB5-4A01-A371-EE2E40C0184A}" presName="sibTrans" presStyleCnt="0"/>
      <dgm:spPr/>
    </dgm:pt>
    <dgm:pt modelId="{EA9D5ABD-E312-437C-8A1B-F762FD409575}" type="pres">
      <dgm:prSet presAssocID="{3F08CE6E-069D-4910-BC3F-A0A280795E38}" presName="compNode" presStyleCnt="0"/>
      <dgm:spPr/>
    </dgm:pt>
    <dgm:pt modelId="{9C345782-9EDE-4958-AE72-923202BCE59E}" type="pres">
      <dgm:prSet presAssocID="{3F08CE6E-069D-4910-BC3F-A0A280795E38}" presName="iconBgRect" presStyleLbl="bgShp" presStyleIdx="1" presStyleCnt="5"/>
      <dgm:spPr/>
    </dgm:pt>
    <dgm:pt modelId="{EAF8B165-D093-4EB6-B8B7-BE96DCA77207}" type="pres">
      <dgm:prSet presAssocID="{3F08CE6E-069D-4910-BC3F-A0A280795E3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C94ED6C-6019-4D90-B5B4-64B584321A5F}" type="pres">
      <dgm:prSet presAssocID="{3F08CE6E-069D-4910-BC3F-A0A280795E38}" presName="spaceRect" presStyleCnt="0"/>
      <dgm:spPr/>
    </dgm:pt>
    <dgm:pt modelId="{67C62EF9-C760-4465-A8BB-83E7918F22E6}" type="pres">
      <dgm:prSet presAssocID="{3F08CE6E-069D-4910-BC3F-A0A280795E38}" presName="textRect" presStyleLbl="revTx" presStyleIdx="1" presStyleCnt="5">
        <dgm:presLayoutVars>
          <dgm:chMax val="1"/>
          <dgm:chPref val="1"/>
        </dgm:presLayoutVars>
      </dgm:prSet>
      <dgm:spPr/>
    </dgm:pt>
    <dgm:pt modelId="{4C96B12A-E2B8-4655-A8F9-96C304997FCB}" type="pres">
      <dgm:prSet presAssocID="{E37BE4A8-1837-4C82-8A9E-916E93216DAE}" presName="sibTrans" presStyleCnt="0"/>
      <dgm:spPr/>
    </dgm:pt>
    <dgm:pt modelId="{4AB746A7-149A-44CB-BDE8-4E9D4004E621}" type="pres">
      <dgm:prSet presAssocID="{34274874-1466-47F0-B293-4C3265BDF936}" presName="compNode" presStyleCnt="0"/>
      <dgm:spPr/>
    </dgm:pt>
    <dgm:pt modelId="{116E5C73-3867-4B90-9424-04F1CAEABD01}" type="pres">
      <dgm:prSet presAssocID="{34274874-1466-47F0-B293-4C3265BDF936}" presName="iconBgRect" presStyleLbl="bgShp" presStyleIdx="2" presStyleCnt="5"/>
      <dgm:spPr/>
    </dgm:pt>
    <dgm:pt modelId="{811C8DD9-5354-42B5-88BD-9A58FAA44329}" type="pres">
      <dgm:prSet presAssocID="{34274874-1466-47F0-B293-4C3265BDF93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A8B47BF-352B-459F-A859-6005F5F5FEFC}" type="pres">
      <dgm:prSet presAssocID="{34274874-1466-47F0-B293-4C3265BDF936}" presName="spaceRect" presStyleCnt="0"/>
      <dgm:spPr/>
    </dgm:pt>
    <dgm:pt modelId="{04CF7EEC-E488-415C-9731-62F225AA7329}" type="pres">
      <dgm:prSet presAssocID="{34274874-1466-47F0-B293-4C3265BDF936}" presName="textRect" presStyleLbl="revTx" presStyleIdx="2" presStyleCnt="5">
        <dgm:presLayoutVars>
          <dgm:chMax val="1"/>
          <dgm:chPref val="1"/>
        </dgm:presLayoutVars>
      </dgm:prSet>
      <dgm:spPr/>
    </dgm:pt>
    <dgm:pt modelId="{7520AC10-3373-4F3C-8344-0FF5EB44A4A6}" type="pres">
      <dgm:prSet presAssocID="{2FFBDBA5-2415-4148-9A9F-D3F6E1E8C8E1}" presName="sibTrans" presStyleCnt="0"/>
      <dgm:spPr/>
    </dgm:pt>
    <dgm:pt modelId="{62FC8CA6-429E-4BF5-AFCF-82120D4AABD1}" type="pres">
      <dgm:prSet presAssocID="{44DD9981-72C3-447A-BE74-C1DC246DADE3}" presName="compNode" presStyleCnt="0"/>
      <dgm:spPr/>
    </dgm:pt>
    <dgm:pt modelId="{FF2388A5-8874-4DD4-BAAD-D6E712DFB0D8}" type="pres">
      <dgm:prSet presAssocID="{44DD9981-72C3-447A-BE74-C1DC246DADE3}" presName="iconBgRect" presStyleLbl="bgShp" presStyleIdx="3" presStyleCnt="5"/>
      <dgm:spPr/>
    </dgm:pt>
    <dgm:pt modelId="{56E7FF46-9C0B-438E-A72A-94A110DF8322}" type="pres">
      <dgm:prSet presAssocID="{44DD9981-72C3-447A-BE74-C1DC246DADE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56AB8053-D29C-4402-853A-66E168FDDEA3}" type="pres">
      <dgm:prSet presAssocID="{44DD9981-72C3-447A-BE74-C1DC246DADE3}" presName="spaceRect" presStyleCnt="0"/>
      <dgm:spPr/>
    </dgm:pt>
    <dgm:pt modelId="{A93D243F-42AD-4D69-8805-31D96A5A5983}" type="pres">
      <dgm:prSet presAssocID="{44DD9981-72C3-447A-BE74-C1DC246DADE3}" presName="textRect" presStyleLbl="revTx" presStyleIdx="3" presStyleCnt="5">
        <dgm:presLayoutVars>
          <dgm:chMax val="1"/>
          <dgm:chPref val="1"/>
        </dgm:presLayoutVars>
      </dgm:prSet>
      <dgm:spPr/>
    </dgm:pt>
    <dgm:pt modelId="{74A3EA81-ED7C-40D9-9536-0279C7436690}" type="pres">
      <dgm:prSet presAssocID="{B9B86F2C-0C71-4922-9C4F-92500FFB5FD7}" presName="sibTrans" presStyleCnt="0"/>
      <dgm:spPr/>
    </dgm:pt>
    <dgm:pt modelId="{AE2676C6-4517-44F3-A00D-CA458DE40AA8}" type="pres">
      <dgm:prSet presAssocID="{4E20B4DA-8350-48C3-8E07-49DF852F2A15}" presName="compNode" presStyleCnt="0"/>
      <dgm:spPr/>
    </dgm:pt>
    <dgm:pt modelId="{02BA1DFB-DF09-450F-A3C3-317790537D82}" type="pres">
      <dgm:prSet presAssocID="{4E20B4DA-8350-48C3-8E07-49DF852F2A15}" presName="iconBgRect" presStyleLbl="bgShp" presStyleIdx="4" presStyleCnt="5"/>
      <dgm:spPr/>
    </dgm:pt>
    <dgm:pt modelId="{7BB44A4B-C839-4A06-9567-38AF499A3207}" type="pres">
      <dgm:prSet presAssocID="{4E20B4DA-8350-48C3-8E07-49DF852F2A1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51F5998D-83D8-47C7-85B5-9E94661D773F}" type="pres">
      <dgm:prSet presAssocID="{4E20B4DA-8350-48C3-8E07-49DF852F2A15}" presName="spaceRect" presStyleCnt="0"/>
      <dgm:spPr/>
    </dgm:pt>
    <dgm:pt modelId="{E05FCE70-FCBA-4A05-B154-E5A3CA9AF050}" type="pres">
      <dgm:prSet presAssocID="{4E20B4DA-8350-48C3-8E07-49DF852F2A1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C18D712-0715-44A9-A893-CCCB695938CE}" type="presOf" srcId="{44DD9981-72C3-447A-BE74-C1DC246DADE3}" destId="{A93D243F-42AD-4D69-8805-31D96A5A5983}" srcOrd="0" destOrd="0" presId="urn:microsoft.com/office/officeart/2018/5/layout/IconCircleLabelList"/>
    <dgm:cxn modelId="{4D2BEF3F-C58B-4FC6-8FEF-9AFA84D885D8}" type="presOf" srcId="{3F08CE6E-069D-4910-BC3F-A0A280795E38}" destId="{67C62EF9-C760-4465-A8BB-83E7918F22E6}" srcOrd="0" destOrd="0" presId="urn:microsoft.com/office/officeart/2018/5/layout/IconCircleLabelList"/>
    <dgm:cxn modelId="{C7124FC8-961B-4D2E-8F3B-BA42EBAB6D0F}" srcId="{E9544E64-300E-40EA-ACD5-7128844798FB}" destId="{3F08CE6E-069D-4910-BC3F-A0A280795E38}" srcOrd="1" destOrd="0" parTransId="{5D3D126A-3813-4718-85DD-680FA4F09F5E}" sibTransId="{E37BE4A8-1837-4C82-8A9E-916E93216DAE}"/>
    <dgm:cxn modelId="{4EDCB0D4-DF72-4DBE-857D-84CD4EFC4570}" srcId="{E9544E64-300E-40EA-ACD5-7128844798FB}" destId="{44DD9981-72C3-447A-BE74-C1DC246DADE3}" srcOrd="3" destOrd="0" parTransId="{4FF68653-5126-4FBF-A08D-4E76F133C515}" sibTransId="{B9B86F2C-0C71-4922-9C4F-92500FFB5FD7}"/>
    <dgm:cxn modelId="{B969B2DE-1D67-49F8-AB7A-F36D7CCC9784}" type="presOf" srcId="{4E20B4DA-8350-48C3-8E07-49DF852F2A15}" destId="{E05FCE70-FCBA-4A05-B154-E5A3CA9AF050}" srcOrd="0" destOrd="0" presId="urn:microsoft.com/office/officeart/2018/5/layout/IconCircleLabelList"/>
    <dgm:cxn modelId="{2BE661E1-C361-4F65-A0C4-D5675DF4C5E3}" srcId="{E9544E64-300E-40EA-ACD5-7128844798FB}" destId="{F65A3AE9-4CFB-476C-A128-ED87EED63EF4}" srcOrd="0" destOrd="0" parTransId="{88BF8F89-9804-4925-9216-8DE44275B656}" sibTransId="{A3FC0E8B-4BB5-4A01-A371-EE2E40C0184A}"/>
    <dgm:cxn modelId="{EF77A4EB-3592-4D6A-A648-EEA17C0307E0}" type="presOf" srcId="{34274874-1466-47F0-B293-4C3265BDF936}" destId="{04CF7EEC-E488-415C-9731-62F225AA7329}" srcOrd="0" destOrd="0" presId="urn:microsoft.com/office/officeart/2018/5/layout/IconCircleLabelList"/>
    <dgm:cxn modelId="{D40869F3-12E2-42F1-A87E-C59AD0BC48FC}" srcId="{E9544E64-300E-40EA-ACD5-7128844798FB}" destId="{4E20B4DA-8350-48C3-8E07-49DF852F2A15}" srcOrd="4" destOrd="0" parTransId="{B354AC50-8278-482D-9976-532D061C65FE}" sibTransId="{DFC81307-23D5-41E4-AFFB-9E6C5C0E5836}"/>
    <dgm:cxn modelId="{49081BF5-30D6-44C3-A27F-47708EC7503F}" srcId="{E9544E64-300E-40EA-ACD5-7128844798FB}" destId="{34274874-1466-47F0-B293-4C3265BDF936}" srcOrd="2" destOrd="0" parTransId="{DA802DAB-662F-44ED-902C-52CA61549B0E}" sibTransId="{2FFBDBA5-2415-4148-9A9F-D3F6E1E8C8E1}"/>
    <dgm:cxn modelId="{D1DA4BF7-4B2F-4628-BDEE-460804B8CAA9}" type="presOf" srcId="{F65A3AE9-4CFB-476C-A128-ED87EED63EF4}" destId="{EB797BB4-9632-4AC8-9368-C276F12CAC46}" srcOrd="0" destOrd="0" presId="urn:microsoft.com/office/officeart/2018/5/layout/IconCircleLabelList"/>
    <dgm:cxn modelId="{28DD36FD-BDB9-42BE-B85E-E1765BED4B72}" type="presOf" srcId="{E9544E64-300E-40EA-ACD5-7128844798FB}" destId="{A9E0D5D6-7EA5-4FE0-80DA-052EAF0EF023}" srcOrd="0" destOrd="0" presId="urn:microsoft.com/office/officeart/2018/5/layout/IconCircleLabelList"/>
    <dgm:cxn modelId="{4E59AAEF-3E10-411F-955D-139D23359C34}" type="presParOf" srcId="{A9E0D5D6-7EA5-4FE0-80DA-052EAF0EF023}" destId="{2199CFA0-D879-4998-A0B4-299ACA9BE1E2}" srcOrd="0" destOrd="0" presId="urn:microsoft.com/office/officeart/2018/5/layout/IconCircleLabelList"/>
    <dgm:cxn modelId="{9404C19F-9AE4-4A10-B1A9-95524D68FEFF}" type="presParOf" srcId="{2199CFA0-D879-4998-A0B4-299ACA9BE1E2}" destId="{47F42583-20DB-4220-8323-47611BE79238}" srcOrd="0" destOrd="0" presId="urn:microsoft.com/office/officeart/2018/5/layout/IconCircleLabelList"/>
    <dgm:cxn modelId="{8FD77EC6-EA03-4E00-94A1-B3594C613DAD}" type="presParOf" srcId="{2199CFA0-D879-4998-A0B4-299ACA9BE1E2}" destId="{8464B029-ACDE-4DD8-902A-3F2096CE11D3}" srcOrd="1" destOrd="0" presId="urn:microsoft.com/office/officeart/2018/5/layout/IconCircleLabelList"/>
    <dgm:cxn modelId="{842BA327-70F7-45D9-9611-2950B9AF8C87}" type="presParOf" srcId="{2199CFA0-D879-4998-A0B4-299ACA9BE1E2}" destId="{64377559-AB2D-433A-8CA4-E65737D098AF}" srcOrd="2" destOrd="0" presId="urn:microsoft.com/office/officeart/2018/5/layout/IconCircleLabelList"/>
    <dgm:cxn modelId="{F078F853-25B5-466F-BC04-D5B964B12EA4}" type="presParOf" srcId="{2199CFA0-D879-4998-A0B4-299ACA9BE1E2}" destId="{EB797BB4-9632-4AC8-9368-C276F12CAC46}" srcOrd="3" destOrd="0" presId="urn:microsoft.com/office/officeart/2018/5/layout/IconCircleLabelList"/>
    <dgm:cxn modelId="{C3A85101-4B0F-47C3-BDE9-B4F1F9F657E9}" type="presParOf" srcId="{A9E0D5D6-7EA5-4FE0-80DA-052EAF0EF023}" destId="{6CE16931-A7E2-41FB-8F9E-101C245CE498}" srcOrd="1" destOrd="0" presId="urn:microsoft.com/office/officeart/2018/5/layout/IconCircleLabelList"/>
    <dgm:cxn modelId="{30C592E2-8D26-4E1B-AC27-9BDFD4F3EA5B}" type="presParOf" srcId="{A9E0D5D6-7EA5-4FE0-80DA-052EAF0EF023}" destId="{EA9D5ABD-E312-437C-8A1B-F762FD409575}" srcOrd="2" destOrd="0" presId="urn:microsoft.com/office/officeart/2018/5/layout/IconCircleLabelList"/>
    <dgm:cxn modelId="{863E7EF4-8574-4CDA-B385-68D62ED72CB8}" type="presParOf" srcId="{EA9D5ABD-E312-437C-8A1B-F762FD409575}" destId="{9C345782-9EDE-4958-AE72-923202BCE59E}" srcOrd="0" destOrd="0" presId="urn:microsoft.com/office/officeart/2018/5/layout/IconCircleLabelList"/>
    <dgm:cxn modelId="{CE5CDBF5-02D1-4E28-8717-9B7D76F9649A}" type="presParOf" srcId="{EA9D5ABD-E312-437C-8A1B-F762FD409575}" destId="{EAF8B165-D093-4EB6-B8B7-BE96DCA77207}" srcOrd="1" destOrd="0" presId="urn:microsoft.com/office/officeart/2018/5/layout/IconCircleLabelList"/>
    <dgm:cxn modelId="{F8386C07-93CB-435F-B0A2-C2E249E9EDF0}" type="presParOf" srcId="{EA9D5ABD-E312-437C-8A1B-F762FD409575}" destId="{AC94ED6C-6019-4D90-B5B4-64B584321A5F}" srcOrd="2" destOrd="0" presId="urn:microsoft.com/office/officeart/2018/5/layout/IconCircleLabelList"/>
    <dgm:cxn modelId="{9903DA10-5422-4BEC-B3BB-4C646861218D}" type="presParOf" srcId="{EA9D5ABD-E312-437C-8A1B-F762FD409575}" destId="{67C62EF9-C760-4465-A8BB-83E7918F22E6}" srcOrd="3" destOrd="0" presId="urn:microsoft.com/office/officeart/2018/5/layout/IconCircleLabelList"/>
    <dgm:cxn modelId="{7875CDA3-F3D1-40D3-B178-90BD37529CD0}" type="presParOf" srcId="{A9E0D5D6-7EA5-4FE0-80DA-052EAF0EF023}" destId="{4C96B12A-E2B8-4655-A8F9-96C304997FCB}" srcOrd="3" destOrd="0" presId="urn:microsoft.com/office/officeart/2018/5/layout/IconCircleLabelList"/>
    <dgm:cxn modelId="{8CEA2FF9-9C4B-447F-8428-56EA5B14CFF6}" type="presParOf" srcId="{A9E0D5D6-7EA5-4FE0-80DA-052EAF0EF023}" destId="{4AB746A7-149A-44CB-BDE8-4E9D4004E621}" srcOrd="4" destOrd="0" presId="urn:microsoft.com/office/officeart/2018/5/layout/IconCircleLabelList"/>
    <dgm:cxn modelId="{4C4A2859-581F-49F1-B16C-68A720FB0F61}" type="presParOf" srcId="{4AB746A7-149A-44CB-BDE8-4E9D4004E621}" destId="{116E5C73-3867-4B90-9424-04F1CAEABD01}" srcOrd="0" destOrd="0" presId="urn:microsoft.com/office/officeart/2018/5/layout/IconCircleLabelList"/>
    <dgm:cxn modelId="{5F9AC63B-640A-42FC-BC87-94EFDA7333AF}" type="presParOf" srcId="{4AB746A7-149A-44CB-BDE8-4E9D4004E621}" destId="{811C8DD9-5354-42B5-88BD-9A58FAA44329}" srcOrd="1" destOrd="0" presId="urn:microsoft.com/office/officeart/2018/5/layout/IconCircleLabelList"/>
    <dgm:cxn modelId="{A18C02C0-6638-449D-A31F-EF83E4345CDF}" type="presParOf" srcId="{4AB746A7-149A-44CB-BDE8-4E9D4004E621}" destId="{AA8B47BF-352B-459F-A859-6005F5F5FEFC}" srcOrd="2" destOrd="0" presId="urn:microsoft.com/office/officeart/2018/5/layout/IconCircleLabelList"/>
    <dgm:cxn modelId="{E300BED6-5DB5-4D3A-98BF-FFC172E6C60C}" type="presParOf" srcId="{4AB746A7-149A-44CB-BDE8-4E9D4004E621}" destId="{04CF7EEC-E488-415C-9731-62F225AA7329}" srcOrd="3" destOrd="0" presId="urn:microsoft.com/office/officeart/2018/5/layout/IconCircleLabelList"/>
    <dgm:cxn modelId="{8A40E941-0A9B-4305-BCD8-F48D8DA3008A}" type="presParOf" srcId="{A9E0D5D6-7EA5-4FE0-80DA-052EAF0EF023}" destId="{7520AC10-3373-4F3C-8344-0FF5EB44A4A6}" srcOrd="5" destOrd="0" presId="urn:microsoft.com/office/officeart/2018/5/layout/IconCircleLabelList"/>
    <dgm:cxn modelId="{78C3BF9D-BA00-46A6-9449-33AAC4F6E22C}" type="presParOf" srcId="{A9E0D5D6-7EA5-4FE0-80DA-052EAF0EF023}" destId="{62FC8CA6-429E-4BF5-AFCF-82120D4AABD1}" srcOrd="6" destOrd="0" presId="urn:microsoft.com/office/officeart/2018/5/layout/IconCircleLabelList"/>
    <dgm:cxn modelId="{FF8E06C0-0C1D-4ACC-82E9-E6943ABA39C9}" type="presParOf" srcId="{62FC8CA6-429E-4BF5-AFCF-82120D4AABD1}" destId="{FF2388A5-8874-4DD4-BAAD-D6E712DFB0D8}" srcOrd="0" destOrd="0" presId="urn:microsoft.com/office/officeart/2018/5/layout/IconCircleLabelList"/>
    <dgm:cxn modelId="{16A4FD78-D109-494D-8944-C7007CFB3636}" type="presParOf" srcId="{62FC8CA6-429E-4BF5-AFCF-82120D4AABD1}" destId="{56E7FF46-9C0B-438E-A72A-94A110DF8322}" srcOrd="1" destOrd="0" presId="urn:microsoft.com/office/officeart/2018/5/layout/IconCircleLabelList"/>
    <dgm:cxn modelId="{DA32AEC2-B571-4DFB-9FD2-010BEFF6907F}" type="presParOf" srcId="{62FC8CA6-429E-4BF5-AFCF-82120D4AABD1}" destId="{56AB8053-D29C-4402-853A-66E168FDDEA3}" srcOrd="2" destOrd="0" presId="urn:microsoft.com/office/officeart/2018/5/layout/IconCircleLabelList"/>
    <dgm:cxn modelId="{9947E4A1-DB68-464B-B481-739040F34C4C}" type="presParOf" srcId="{62FC8CA6-429E-4BF5-AFCF-82120D4AABD1}" destId="{A93D243F-42AD-4D69-8805-31D96A5A5983}" srcOrd="3" destOrd="0" presId="urn:microsoft.com/office/officeart/2018/5/layout/IconCircleLabelList"/>
    <dgm:cxn modelId="{863123AB-8B3E-4F41-A560-5905C76B392D}" type="presParOf" srcId="{A9E0D5D6-7EA5-4FE0-80DA-052EAF0EF023}" destId="{74A3EA81-ED7C-40D9-9536-0279C7436690}" srcOrd="7" destOrd="0" presId="urn:microsoft.com/office/officeart/2018/5/layout/IconCircleLabelList"/>
    <dgm:cxn modelId="{8CE2B5D1-5745-4F0E-A6E4-8F3A44A06674}" type="presParOf" srcId="{A9E0D5D6-7EA5-4FE0-80DA-052EAF0EF023}" destId="{AE2676C6-4517-44F3-A00D-CA458DE40AA8}" srcOrd="8" destOrd="0" presId="urn:microsoft.com/office/officeart/2018/5/layout/IconCircleLabelList"/>
    <dgm:cxn modelId="{B5B4AD8E-E213-4095-A8AC-54F9D341448F}" type="presParOf" srcId="{AE2676C6-4517-44F3-A00D-CA458DE40AA8}" destId="{02BA1DFB-DF09-450F-A3C3-317790537D82}" srcOrd="0" destOrd="0" presId="urn:microsoft.com/office/officeart/2018/5/layout/IconCircleLabelList"/>
    <dgm:cxn modelId="{494CFDA6-E1CD-4C74-B09E-9EDB8CEB5AFC}" type="presParOf" srcId="{AE2676C6-4517-44F3-A00D-CA458DE40AA8}" destId="{7BB44A4B-C839-4A06-9567-38AF499A3207}" srcOrd="1" destOrd="0" presId="urn:microsoft.com/office/officeart/2018/5/layout/IconCircleLabelList"/>
    <dgm:cxn modelId="{0DEE064F-3AB2-4088-B93A-C0DAD7BE0321}" type="presParOf" srcId="{AE2676C6-4517-44F3-A00D-CA458DE40AA8}" destId="{51F5998D-83D8-47C7-85B5-9E94661D773F}" srcOrd="2" destOrd="0" presId="urn:microsoft.com/office/officeart/2018/5/layout/IconCircleLabelList"/>
    <dgm:cxn modelId="{4839BA32-A5DB-4714-98D2-F5F7623582BC}" type="presParOf" srcId="{AE2676C6-4517-44F3-A00D-CA458DE40AA8}" destId="{E05FCE70-FCBA-4A05-B154-E5A3CA9AF05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F42583-20DB-4220-8323-47611BE79238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64B029-ACDE-4DD8-902A-3F2096CE11D3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797BB4-9632-4AC8-9368-C276F12CAC46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Not about who wins</a:t>
          </a:r>
        </a:p>
      </dsp:txBody>
      <dsp:txXfrm>
        <a:off x="518589" y="1265836"/>
        <a:ext cx="1582031" cy="632812"/>
      </dsp:txXfrm>
    </dsp:sp>
    <dsp:sp modelId="{9C345782-9EDE-4958-AE72-923202BCE59E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F8B165-D093-4EB6-B8B7-BE96DCA77207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C62EF9-C760-4465-A8BB-83E7918F22E6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About clarity under pressure</a:t>
          </a:r>
        </a:p>
      </dsp:txBody>
      <dsp:txXfrm>
        <a:off x="2377476" y="1265836"/>
        <a:ext cx="1582031" cy="632812"/>
      </dsp:txXfrm>
    </dsp:sp>
    <dsp:sp modelId="{116E5C73-3867-4B90-9424-04F1CAEABD01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1C8DD9-5354-42B5-88BD-9A58FAA44329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F7EEC-E488-415C-9731-62F225AA7329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About decision making</a:t>
          </a:r>
        </a:p>
      </dsp:txBody>
      <dsp:txXfrm>
        <a:off x="4236363" y="1265836"/>
        <a:ext cx="1582031" cy="632812"/>
      </dsp:txXfrm>
    </dsp:sp>
    <dsp:sp modelId="{FF2388A5-8874-4DD4-BAAD-D6E712DFB0D8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E7FF46-9C0B-438E-A72A-94A110DF8322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D243F-42AD-4D69-8805-31D96A5A5983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About explaining risk</a:t>
          </a:r>
        </a:p>
      </dsp:txBody>
      <dsp:txXfrm>
        <a:off x="6095249" y="1265836"/>
        <a:ext cx="1582031" cy="632812"/>
      </dsp:txXfrm>
    </dsp:sp>
    <dsp:sp modelId="{02BA1DFB-DF09-450F-A3C3-317790537D82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44A4B-C839-4A06-9567-38AF499A3207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FCE70-FCBA-4A05-B154-E5A3CA9AF050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About coordination</a:t>
          </a:r>
        </a:p>
      </dsp:txBody>
      <dsp:txXfrm>
        <a:off x="3306919" y="3559781"/>
        <a:ext cx="1582031" cy="632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6BEE8-70E9-40E8-B177-CEBBAAFA3D1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71ECC-4CCF-4685-8E00-CDCC80AAC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3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Phishing email to employees</a:t>
            </a:r>
          </a:p>
          <a:p>
            <a:r>
              <a:rPr lang="en-US" dirty="0"/>
              <a:t> Exploit web server vulnerability </a:t>
            </a:r>
          </a:p>
          <a:p>
            <a:r>
              <a:rPr lang="en-US" dirty="0"/>
              <a:t>Password brute force on VPN </a:t>
            </a:r>
          </a:p>
          <a:p>
            <a:r>
              <a:rPr lang="en-US" dirty="0"/>
              <a:t>Insider attack (stolen credentials)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You must explain : What you are doing </a:t>
            </a:r>
          </a:p>
          <a:p>
            <a:r>
              <a:rPr lang="en-US" dirty="0"/>
              <a:t>What weakness you are exploiting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FE449-9004-433A-8495-1FBBD4518F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74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Red Team vs Blue Team — Communication Focus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056895-7AFD-7F83-3892-94A742CE01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D6F8D5-FBB8-29D6-2597-6BF61906B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881" y="667265"/>
            <a:ext cx="7757468" cy="43481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SCENARIOS</a:t>
            </a:r>
          </a:p>
          <a:p>
            <a:r>
              <a:rPr lang="en-US" dirty="0"/>
              <a:t>Phishing email to employees</a:t>
            </a:r>
          </a:p>
          <a:p>
            <a:r>
              <a:rPr lang="en-US" dirty="0"/>
              <a:t> Exploit web server vulnerability </a:t>
            </a:r>
          </a:p>
          <a:p>
            <a:r>
              <a:rPr lang="en-US" dirty="0"/>
              <a:t>Password brute force on VPN </a:t>
            </a:r>
          </a:p>
          <a:p>
            <a:r>
              <a:rPr lang="en-US" dirty="0"/>
              <a:t>Insider attack (stolen credentials)</a:t>
            </a:r>
            <a:br>
              <a:rPr lang="en-US" dirty="0"/>
            </a:b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116C29-E769-6A4C-7D7E-B15259BC6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Mentor: Jeytha Sahana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7ACB5-BD24-77AD-3366-D832BBC75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42319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Explain defense strategy to executives.</a:t>
            </a:r>
          </a:p>
          <a:p>
            <a:r>
              <a:rPr lang="en-US" dirty="0"/>
              <a:t>Must explain:</a:t>
            </a:r>
          </a:p>
          <a:p>
            <a:r>
              <a:rPr lang="en-US" dirty="0"/>
              <a:t>Protection strategy</a:t>
            </a:r>
          </a:p>
          <a:p>
            <a:r>
              <a:rPr lang="en-US" dirty="0"/>
              <a:t>Residual risk</a:t>
            </a:r>
          </a:p>
          <a:p>
            <a:r>
              <a:rPr lang="en-US" dirty="0"/>
              <a:t>Response time</a:t>
            </a:r>
          </a:p>
          <a:p>
            <a:r>
              <a:rPr lang="en-US" dirty="0"/>
              <a:t>Business impact</a:t>
            </a:r>
          </a:p>
          <a:p>
            <a:r>
              <a:rPr lang="en-US" dirty="0"/>
              <a:t>Detection difficulty</a:t>
            </a:r>
          </a:p>
          <a:p>
            <a:r>
              <a:rPr lang="en-US" dirty="0"/>
              <a:t>Worst case outcome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676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 Attack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1347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dirty="0"/>
              <a:t>🔴 </a:t>
            </a:r>
            <a:r>
              <a:rPr sz="1900" b="1" dirty="0"/>
              <a:t>Attacker Flow:</a:t>
            </a:r>
          </a:p>
          <a:p>
            <a:r>
              <a:rPr sz="1900" dirty="0"/>
              <a:t>- Target group</a:t>
            </a:r>
          </a:p>
          <a:p>
            <a:r>
              <a:rPr sz="1900" dirty="0"/>
              <a:t>- Craft message</a:t>
            </a:r>
          </a:p>
          <a:p>
            <a:r>
              <a:rPr sz="1900" dirty="0"/>
              <a:t>- Send email</a:t>
            </a:r>
          </a:p>
          <a:p>
            <a:r>
              <a:rPr sz="1900" dirty="0"/>
              <a:t>- Steal credentials/open file</a:t>
            </a:r>
          </a:p>
          <a:p>
            <a:pPr marL="0" indent="0">
              <a:buNone/>
            </a:pPr>
            <a:r>
              <a:rPr sz="1900" dirty="0"/>
              <a:t>🔵 </a:t>
            </a:r>
            <a:r>
              <a:rPr sz="1900" b="1" dirty="0"/>
              <a:t>Signals:</a:t>
            </a:r>
          </a:p>
          <a:p>
            <a:r>
              <a:rPr sz="1900" dirty="0"/>
              <a:t>- Suspicious domain</a:t>
            </a:r>
          </a:p>
          <a:p>
            <a:r>
              <a:rPr sz="1900" dirty="0"/>
              <a:t>- Unusual login</a:t>
            </a:r>
          </a:p>
          <a:p>
            <a:r>
              <a:rPr sz="1900" dirty="0"/>
              <a:t>- </a:t>
            </a:r>
            <a:r>
              <a:rPr sz="1900" dirty="0" err="1"/>
              <a:t>Failed→success</a:t>
            </a:r>
            <a:r>
              <a:rPr sz="1900" dirty="0"/>
              <a:t> logins</a:t>
            </a:r>
          </a:p>
          <a:p>
            <a:pPr marL="0" indent="0">
              <a:buNone/>
            </a:pPr>
            <a:r>
              <a:rPr sz="1900" dirty="0"/>
              <a:t>🛡️ </a:t>
            </a:r>
            <a:r>
              <a:rPr sz="1900" b="1" dirty="0"/>
              <a:t>Defense:</a:t>
            </a:r>
          </a:p>
          <a:p>
            <a:r>
              <a:rPr sz="1900" dirty="0"/>
              <a:t>- Email filtering</a:t>
            </a:r>
          </a:p>
          <a:p>
            <a:r>
              <a:rPr sz="1900" dirty="0"/>
              <a:t>- Awareness training</a:t>
            </a:r>
          </a:p>
          <a:p>
            <a:r>
              <a:rPr sz="1900" dirty="0"/>
              <a:t>- MFA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Server Exploit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200" b="1" dirty="0"/>
              <a:t>🔴 Attacker Flow:</a:t>
            </a:r>
          </a:p>
          <a:p>
            <a:r>
              <a:rPr sz="2000" dirty="0"/>
              <a:t>- Scan server</a:t>
            </a:r>
          </a:p>
          <a:p>
            <a:r>
              <a:rPr sz="2000" dirty="0"/>
              <a:t>- Find vulnerability</a:t>
            </a:r>
          </a:p>
          <a:p>
            <a:r>
              <a:rPr sz="2000" dirty="0"/>
              <a:t>- Send crafted request</a:t>
            </a:r>
          </a:p>
          <a:p>
            <a:r>
              <a:rPr sz="2000" dirty="0"/>
              <a:t>- Gain access</a:t>
            </a:r>
          </a:p>
          <a:p>
            <a:pPr marL="0" indent="0">
              <a:buNone/>
            </a:pPr>
            <a:r>
              <a:rPr sz="2200" dirty="0"/>
              <a:t>🔵 </a:t>
            </a:r>
            <a:r>
              <a:rPr sz="2200" b="1" dirty="0"/>
              <a:t>Signals:</a:t>
            </a:r>
          </a:p>
          <a:p>
            <a:r>
              <a:rPr sz="2000" dirty="0"/>
              <a:t>- Traffic spikes</a:t>
            </a:r>
          </a:p>
          <a:p>
            <a:r>
              <a:rPr sz="2000" dirty="0"/>
              <a:t>- Strange logs</a:t>
            </a:r>
          </a:p>
          <a:p>
            <a:r>
              <a:rPr sz="2000" dirty="0"/>
              <a:t>- Unauthorized changes</a:t>
            </a:r>
          </a:p>
          <a:p>
            <a:pPr marL="0" indent="0">
              <a:buNone/>
            </a:pPr>
            <a:r>
              <a:rPr sz="2200" dirty="0"/>
              <a:t>🛡️ </a:t>
            </a:r>
            <a:r>
              <a:rPr sz="2200" b="1" dirty="0"/>
              <a:t>Defense:</a:t>
            </a:r>
          </a:p>
          <a:p>
            <a:r>
              <a:rPr sz="2000" dirty="0"/>
              <a:t>- Patching</a:t>
            </a:r>
          </a:p>
          <a:p>
            <a:r>
              <a:rPr sz="2000" dirty="0"/>
              <a:t>- WAF</a:t>
            </a:r>
          </a:p>
          <a:p>
            <a:r>
              <a:rPr sz="2000" dirty="0"/>
              <a:t>- Log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VPN Brute 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6378"/>
            <a:ext cx="8229600" cy="4256174"/>
          </a:xfrm>
        </p:spPr>
        <p:txBody>
          <a:bodyPr>
            <a:noAutofit/>
          </a:bodyPr>
          <a:lstStyle/>
          <a:p>
            <a:pPr marL="0" indent="0">
              <a:buFont typeface="Arial"/>
              <a:buNone/>
            </a:pPr>
            <a:r>
              <a:rPr sz="2000" b="1" dirty="0"/>
              <a:t>🔴 Attacker Flow:</a:t>
            </a:r>
          </a:p>
          <a:p>
            <a:r>
              <a:rPr sz="2000" dirty="0"/>
              <a:t>- Find VPN portal</a:t>
            </a:r>
          </a:p>
          <a:p>
            <a:r>
              <a:rPr sz="2000" dirty="0"/>
              <a:t>- Try passwords</a:t>
            </a:r>
          </a:p>
          <a:p>
            <a:r>
              <a:rPr sz="2000" dirty="0"/>
              <a:t>- Exploit weak creds</a:t>
            </a:r>
          </a:p>
          <a:p>
            <a:pPr marL="0" indent="0">
              <a:buFont typeface="Arial"/>
              <a:buNone/>
            </a:pPr>
            <a:r>
              <a:rPr sz="2000" dirty="0"/>
              <a:t>🔵 </a:t>
            </a:r>
            <a:r>
              <a:rPr sz="2000" b="1" dirty="0"/>
              <a:t>Signals:</a:t>
            </a:r>
          </a:p>
          <a:p>
            <a:r>
              <a:rPr sz="2000" dirty="0"/>
              <a:t>- Failed logins</a:t>
            </a:r>
          </a:p>
          <a:p>
            <a:r>
              <a:rPr sz="2000" dirty="0"/>
              <a:t>- Unknown IPs</a:t>
            </a:r>
          </a:p>
          <a:p>
            <a:r>
              <a:rPr sz="2000" dirty="0"/>
              <a:t>- Sudden success</a:t>
            </a:r>
            <a:endParaRPr lang="en-US" sz="2000" dirty="0"/>
          </a:p>
          <a:p>
            <a:pPr marL="0" indent="0">
              <a:buFont typeface="Arial"/>
              <a:buNone/>
            </a:pPr>
            <a:r>
              <a:rPr sz="2000" dirty="0"/>
              <a:t>🛡️</a:t>
            </a:r>
            <a:r>
              <a:rPr sz="2000" b="1" dirty="0"/>
              <a:t> Defense:</a:t>
            </a:r>
          </a:p>
          <a:p>
            <a:r>
              <a:rPr sz="2000" dirty="0"/>
              <a:t>- Lockouts</a:t>
            </a:r>
          </a:p>
          <a:p>
            <a:r>
              <a:rPr sz="2000" dirty="0"/>
              <a:t>- MFA</a:t>
            </a:r>
          </a:p>
          <a:p>
            <a:r>
              <a:rPr sz="2000" dirty="0"/>
              <a:t>- Monitor logins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Insider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000" dirty="0"/>
              <a:t>🔴 </a:t>
            </a:r>
            <a:r>
              <a:rPr sz="2000" b="1" dirty="0"/>
              <a:t>Attacker Flow:</a:t>
            </a:r>
          </a:p>
          <a:p>
            <a:r>
              <a:rPr sz="2000" dirty="0"/>
              <a:t>- Use stolen creds</a:t>
            </a:r>
          </a:p>
          <a:p>
            <a:r>
              <a:rPr sz="2000" dirty="0"/>
              <a:t>- Access systems</a:t>
            </a:r>
          </a:p>
          <a:p>
            <a:r>
              <a:rPr sz="2000" dirty="0"/>
              <a:t>- Exfiltrate data</a:t>
            </a:r>
          </a:p>
          <a:p>
            <a:pPr marL="0" indent="0">
              <a:buNone/>
            </a:pPr>
            <a:r>
              <a:rPr sz="2000" dirty="0"/>
              <a:t>🔵 </a:t>
            </a:r>
            <a:r>
              <a:rPr sz="2000" b="1" dirty="0"/>
              <a:t>Signals:</a:t>
            </a:r>
          </a:p>
          <a:p>
            <a:r>
              <a:rPr sz="2000" dirty="0"/>
              <a:t>- Odd access times</a:t>
            </a:r>
          </a:p>
          <a:p>
            <a:r>
              <a:rPr sz="2000" dirty="0"/>
              <a:t>- Unusual systems</a:t>
            </a:r>
          </a:p>
          <a:p>
            <a:r>
              <a:rPr sz="2000" dirty="0"/>
              <a:t>- Data spikes</a:t>
            </a:r>
          </a:p>
          <a:p>
            <a:pPr marL="0" indent="0">
              <a:buNone/>
            </a:pPr>
            <a:r>
              <a:rPr sz="2000" dirty="0"/>
              <a:t>🛡️ </a:t>
            </a:r>
            <a:r>
              <a:rPr sz="2000" b="1" dirty="0"/>
              <a:t>Defense:</a:t>
            </a:r>
          </a:p>
          <a:p>
            <a:r>
              <a:rPr sz="2000" dirty="0"/>
              <a:t>- Least privilege</a:t>
            </a:r>
          </a:p>
          <a:p>
            <a:r>
              <a:rPr sz="2000" dirty="0"/>
              <a:t>- Behavior monitoring</a:t>
            </a:r>
          </a:p>
          <a:p>
            <a:r>
              <a:rPr sz="2000" dirty="0"/>
              <a:t>- DLP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281</Words>
  <Application>Microsoft Office PowerPoint</Application>
  <PresentationFormat>On-screen Show (4:3)</PresentationFormat>
  <Paragraphs>81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Red Team vs Blue Team — Communication Focus</vt:lpstr>
      <vt:lpstr>PowerPoint Presentation</vt:lpstr>
      <vt:lpstr>PowerPoint Presentation</vt:lpstr>
      <vt:lpstr>Phishing Attack Simulation</vt:lpstr>
      <vt:lpstr>Web Server Exploit</vt:lpstr>
      <vt:lpstr>VPN Brute Force</vt:lpstr>
      <vt:lpstr>Insider Attack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JEYTHA Sahana</cp:lastModifiedBy>
  <cp:revision>16</cp:revision>
  <dcterms:created xsi:type="dcterms:W3CDTF">2013-01-27T09:14:16Z</dcterms:created>
  <dcterms:modified xsi:type="dcterms:W3CDTF">2026-04-04T01:36:41Z</dcterms:modified>
  <cp:category/>
</cp:coreProperties>
</file>