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3" r:id="rId13"/>
    <p:sldId id="275" r:id="rId14"/>
    <p:sldId id="276" r:id="rId15"/>
    <p:sldId id="277" r:id="rId16"/>
    <p:sldId id="278" r:id="rId17"/>
    <p:sldId id="290" r:id="rId18"/>
    <p:sldId id="279" r:id="rId19"/>
    <p:sldId id="281" r:id="rId20"/>
    <p:sldId id="282" r:id="rId21"/>
    <p:sldId id="283" r:id="rId22"/>
    <p:sldId id="285" r:id="rId23"/>
    <p:sldId id="286" r:id="rId24"/>
    <p:sldId id="293" r:id="rId25"/>
    <p:sldId id="294" r:id="rId26"/>
    <p:sldId id="288" r:id="rId27"/>
    <p:sldId id="287" r:id="rId28"/>
    <p:sldId id="299" r:id="rId29"/>
    <p:sldId id="297" r:id="rId30"/>
    <p:sldId id="298" r:id="rId31"/>
    <p:sldId id="280" r:id="rId32"/>
    <p:sldId id="311" r:id="rId33"/>
    <p:sldId id="312" r:id="rId34"/>
    <p:sldId id="296" r:id="rId35"/>
    <p:sldId id="295" r:id="rId36"/>
    <p:sldId id="302" r:id="rId37"/>
    <p:sldId id="303" r:id="rId38"/>
    <p:sldId id="304" r:id="rId39"/>
    <p:sldId id="266" r:id="rId40"/>
    <p:sldId id="305" r:id="rId41"/>
    <p:sldId id="291" r:id="rId42"/>
    <p:sldId id="292" r:id="rId43"/>
    <p:sldId id="307" r:id="rId44"/>
    <p:sldId id="308" r:id="rId45"/>
    <p:sldId id="309" r:id="rId46"/>
    <p:sldId id="310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4" r:id="rId58"/>
    <p:sldId id="274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6" Type="http://schemas.openxmlformats.org/officeDocument/2006/relationships/image" Target="../media/image16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7.png"/><Relationship Id="rId7" Type="http://schemas.openxmlformats.org/officeDocument/2006/relationships/image" Target="../media/image3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2.svg"/><Relationship Id="rId4" Type="http://schemas.openxmlformats.org/officeDocument/2006/relationships/image" Target="../media/image38.svg"/><Relationship Id="rId9" Type="http://schemas.openxmlformats.org/officeDocument/2006/relationships/image" Target="../media/image4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39.png"/><Relationship Id="rId7" Type="http://schemas.openxmlformats.org/officeDocument/2006/relationships/image" Target="../media/image75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10" Type="http://schemas.openxmlformats.org/officeDocument/2006/relationships/image" Target="../media/image32.svg"/><Relationship Id="rId4" Type="http://schemas.openxmlformats.org/officeDocument/2006/relationships/image" Target="../media/image40.svg"/><Relationship Id="rId9" Type="http://schemas.openxmlformats.org/officeDocument/2006/relationships/image" Target="../media/image31.png"/></Relationships>
</file>

<file path=ppt/diagrams/_rels/data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sv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svg"/><Relationship Id="rId4" Type="http://schemas.openxmlformats.org/officeDocument/2006/relationships/image" Target="../media/image80.svg"/><Relationship Id="rId9" Type="http://schemas.openxmlformats.org/officeDocument/2006/relationships/image" Target="../media/image85.png"/></Relationships>
</file>

<file path=ppt/diagrams/_rels/data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svg"/><Relationship Id="rId1" Type="http://schemas.openxmlformats.org/officeDocument/2006/relationships/image" Target="../media/image89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10" Type="http://schemas.openxmlformats.org/officeDocument/2006/relationships/image" Target="../media/image98.svg"/><Relationship Id="rId4" Type="http://schemas.openxmlformats.org/officeDocument/2006/relationships/image" Target="../media/image92.svg"/><Relationship Id="rId9" Type="http://schemas.openxmlformats.org/officeDocument/2006/relationships/image" Target="../media/image97.png"/></Relationships>
</file>

<file path=ppt/diagrams/_rels/data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3" Type="http://schemas.openxmlformats.org/officeDocument/2006/relationships/image" Target="../media/image102.png"/><Relationship Id="rId7" Type="http://schemas.openxmlformats.org/officeDocument/2006/relationships/image" Target="../media/image17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Relationship Id="rId6" Type="http://schemas.openxmlformats.org/officeDocument/2006/relationships/image" Target="../media/image105.svg"/><Relationship Id="rId5" Type="http://schemas.openxmlformats.org/officeDocument/2006/relationships/image" Target="../media/image104.png"/><Relationship Id="rId10" Type="http://schemas.openxmlformats.org/officeDocument/2006/relationships/image" Target="../media/image108.svg"/><Relationship Id="rId4" Type="http://schemas.openxmlformats.org/officeDocument/2006/relationships/image" Target="../media/image103.svg"/><Relationship Id="rId9" Type="http://schemas.openxmlformats.org/officeDocument/2006/relationships/image" Target="../media/image107.png"/></Relationships>
</file>

<file path=ppt/diagrams/_rels/data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sv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svg"/><Relationship Id="rId1" Type="http://schemas.openxmlformats.org/officeDocument/2006/relationships/image" Target="../media/image109.png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10" Type="http://schemas.openxmlformats.org/officeDocument/2006/relationships/image" Target="../media/image118.svg"/><Relationship Id="rId4" Type="http://schemas.openxmlformats.org/officeDocument/2006/relationships/image" Target="../media/image112.svg"/><Relationship Id="rId9" Type="http://schemas.openxmlformats.org/officeDocument/2006/relationships/image" Target="../media/image117.png"/></Relationships>
</file>

<file path=ppt/diagrams/_rels/data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sv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svg"/><Relationship Id="rId1" Type="http://schemas.openxmlformats.org/officeDocument/2006/relationships/image" Target="../media/image119.png"/><Relationship Id="rId6" Type="http://schemas.openxmlformats.org/officeDocument/2006/relationships/image" Target="../media/image124.svg"/><Relationship Id="rId5" Type="http://schemas.openxmlformats.org/officeDocument/2006/relationships/image" Target="../media/image123.png"/><Relationship Id="rId10" Type="http://schemas.openxmlformats.org/officeDocument/2006/relationships/image" Target="../media/image128.svg"/><Relationship Id="rId4" Type="http://schemas.openxmlformats.org/officeDocument/2006/relationships/image" Target="../media/image122.svg"/><Relationship Id="rId9" Type="http://schemas.openxmlformats.org/officeDocument/2006/relationships/image" Target="../media/image127.pn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svg"/><Relationship Id="rId1" Type="http://schemas.openxmlformats.org/officeDocument/2006/relationships/image" Target="../media/image131.png"/><Relationship Id="rId6" Type="http://schemas.openxmlformats.org/officeDocument/2006/relationships/image" Target="../media/image136.svg"/><Relationship Id="rId5" Type="http://schemas.openxmlformats.org/officeDocument/2006/relationships/image" Target="../media/image135.png"/><Relationship Id="rId4" Type="http://schemas.openxmlformats.org/officeDocument/2006/relationships/image" Target="../media/image1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6" Type="http://schemas.openxmlformats.org/officeDocument/2006/relationships/image" Target="../media/image16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37.png"/><Relationship Id="rId7" Type="http://schemas.openxmlformats.org/officeDocument/2006/relationships/image" Target="../media/image3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2.svg"/><Relationship Id="rId4" Type="http://schemas.openxmlformats.org/officeDocument/2006/relationships/image" Target="../media/image38.svg"/><Relationship Id="rId9" Type="http://schemas.openxmlformats.org/officeDocument/2006/relationships/image" Target="../media/image4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10" Type="http://schemas.openxmlformats.org/officeDocument/2006/relationships/image" Target="../media/image62.svg"/><Relationship Id="rId4" Type="http://schemas.openxmlformats.org/officeDocument/2006/relationships/image" Target="../media/image56.svg"/><Relationship Id="rId9" Type="http://schemas.openxmlformats.org/officeDocument/2006/relationships/image" Target="../media/image61.pn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3" Type="http://schemas.openxmlformats.org/officeDocument/2006/relationships/image" Target="../media/image39.png"/><Relationship Id="rId7" Type="http://schemas.openxmlformats.org/officeDocument/2006/relationships/image" Target="../media/image75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10" Type="http://schemas.openxmlformats.org/officeDocument/2006/relationships/image" Target="../media/image32.svg"/><Relationship Id="rId4" Type="http://schemas.openxmlformats.org/officeDocument/2006/relationships/image" Target="../media/image40.svg"/><Relationship Id="rId9" Type="http://schemas.openxmlformats.org/officeDocument/2006/relationships/image" Target="../media/image31.png"/></Relationships>
</file>

<file path=ppt/diagrams/_rels/drawing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sv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8.svg"/><Relationship Id="rId2" Type="http://schemas.openxmlformats.org/officeDocument/2006/relationships/image" Target="../media/image78.svg"/><Relationship Id="rId1" Type="http://schemas.openxmlformats.org/officeDocument/2006/relationships/image" Target="../media/image77.png"/><Relationship Id="rId6" Type="http://schemas.openxmlformats.org/officeDocument/2006/relationships/image" Target="../media/image82.svg"/><Relationship Id="rId11" Type="http://schemas.openxmlformats.org/officeDocument/2006/relationships/image" Target="../media/image87.png"/><Relationship Id="rId5" Type="http://schemas.openxmlformats.org/officeDocument/2006/relationships/image" Target="../media/image81.png"/><Relationship Id="rId10" Type="http://schemas.openxmlformats.org/officeDocument/2006/relationships/image" Target="../media/image86.svg"/><Relationship Id="rId4" Type="http://schemas.openxmlformats.org/officeDocument/2006/relationships/image" Target="../media/image80.svg"/><Relationship Id="rId9" Type="http://schemas.openxmlformats.org/officeDocument/2006/relationships/image" Target="../media/image85.png"/></Relationships>
</file>

<file path=ppt/diagrams/_rels/drawing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sv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svg"/><Relationship Id="rId1" Type="http://schemas.openxmlformats.org/officeDocument/2006/relationships/image" Target="../media/image89.png"/><Relationship Id="rId6" Type="http://schemas.openxmlformats.org/officeDocument/2006/relationships/image" Target="../media/image94.svg"/><Relationship Id="rId5" Type="http://schemas.openxmlformats.org/officeDocument/2006/relationships/image" Target="../media/image93.png"/><Relationship Id="rId10" Type="http://schemas.openxmlformats.org/officeDocument/2006/relationships/image" Target="../media/image98.svg"/><Relationship Id="rId4" Type="http://schemas.openxmlformats.org/officeDocument/2006/relationships/image" Target="../media/image92.svg"/><Relationship Id="rId9" Type="http://schemas.openxmlformats.org/officeDocument/2006/relationships/image" Target="../media/image97.png"/></Relationships>
</file>

<file path=ppt/diagrams/_rels/drawing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3" Type="http://schemas.openxmlformats.org/officeDocument/2006/relationships/image" Target="../media/image102.png"/><Relationship Id="rId7" Type="http://schemas.openxmlformats.org/officeDocument/2006/relationships/image" Target="../media/image17.png"/><Relationship Id="rId2" Type="http://schemas.openxmlformats.org/officeDocument/2006/relationships/image" Target="../media/image101.svg"/><Relationship Id="rId1" Type="http://schemas.openxmlformats.org/officeDocument/2006/relationships/image" Target="../media/image100.png"/><Relationship Id="rId6" Type="http://schemas.openxmlformats.org/officeDocument/2006/relationships/image" Target="../media/image105.svg"/><Relationship Id="rId5" Type="http://schemas.openxmlformats.org/officeDocument/2006/relationships/image" Target="../media/image104.png"/><Relationship Id="rId10" Type="http://schemas.openxmlformats.org/officeDocument/2006/relationships/image" Target="../media/image108.svg"/><Relationship Id="rId4" Type="http://schemas.openxmlformats.org/officeDocument/2006/relationships/image" Target="../media/image103.svg"/><Relationship Id="rId9" Type="http://schemas.openxmlformats.org/officeDocument/2006/relationships/image" Target="../media/image107.png"/></Relationships>
</file>

<file path=ppt/diagrams/_rels/drawing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sv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svg"/><Relationship Id="rId1" Type="http://schemas.openxmlformats.org/officeDocument/2006/relationships/image" Target="../media/image109.png"/><Relationship Id="rId6" Type="http://schemas.openxmlformats.org/officeDocument/2006/relationships/image" Target="../media/image114.svg"/><Relationship Id="rId5" Type="http://schemas.openxmlformats.org/officeDocument/2006/relationships/image" Target="../media/image113.png"/><Relationship Id="rId10" Type="http://schemas.openxmlformats.org/officeDocument/2006/relationships/image" Target="../media/image118.svg"/><Relationship Id="rId4" Type="http://schemas.openxmlformats.org/officeDocument/2006/relationships/image" Target="../media/image112.svg"/><Relationship Id="rId9" Type="http://schemas.openxmlformats.org/officeDocument/2006/relationships/image" Target="../media/image117.png"/></Relationships>
</file>

<file path=ppt/diagrams/_rels/drawing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sv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svg"/><Relationship Id="rId1" Type="http://schemas.openxmlformats.org/officeDocument/2006/relationships/image" Target="../media/image119.png"/><Relationship Id="rId6" Type="http://schemas.openxmlformats.org/officeDocument/2006/relationships/image" Target="../media/image124.svg"/><Relationship Id="rId5" Type="http://schemas.openxmlformats.org/officeDocument/2006/relationships/image" Target="../media/image123.png"/><Relationship Id="rId10" Type="http://schemas.openxmlformats.org/officeDocument/2006/relationships/image" Target="../media/image128.svg"/><Relationship Id="rId4" Type="http://schemas.openxmlformats.org/officeDocument/2006/relationships/image" Target="../media/image122.svg"/><Relationship Id="rId9" Type="http://schemas.openxmlformats.org/officeDocument/2006/relationships/image" Target="../media/image127.png"/></Relationships>
</file>

<file path=ppt/diagrams/_rels/drawing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svg"/><Relationship Id="rId1" Type="http://schemas.openxmlformats.org/officeDocument/2006/relationships/image" Target="../media/image131.png"/><Relationship Id="rId6" Type="http://schemas.openxmlformats.org/officeDocument/2006/relationships/image" Target="../media/image136.svg"/><Relationship Id="rId5" Type="http://schemas.openxmlformats.org/officeDocument/2006/relationships/image" Target="../media/image135.png"/><Relationship Id="rId4" Type="http://schemas.openxmlformats.org/officeDocument/2006/relationships/image" Target="../media/image1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9B337E-CAC0-42B0-A3D5-2F2DDFC8D0E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D9E51A2-CFD8-414D-A185-EB551F5F0C4F}">
      <dgm:prSet/>
      <dgm:spPr/>
      <dgm:t>
        <a:bodyPr/>
        <a:lstStyle/>
        <a:p>
          <a:r>
            <a:rPr lang="en-US"/>
            <a:t>Welcome &amp; program purpose</a:t>
          </a:r>
        </a:p>
      </dgm:t>
    </dgm:pt>
    <dgm:pt modelId="{36EB6431-2D44-4A66-AE6B-70F14D9E3E76}" type="parTrans" cxnId="{D983E4AD-C490-47E3-B6EF-67DD9BCE9AA3}">
      <dgm:prSet/>
      <dgm:spPr/>
      <dgm:t>
        <a:bodyPr/>
        <a:lstStyle/>
        <a:p>
          <a:endParaRPr lang="en-US"/>
        </a:p>
      </dgm:t>
    </dgm:pt>
    <dgm:pt modelId="{B9F2C21B-84A6-4C73-8AF6-A768DDD74A76}" type="sibTrans" cxnId="{D983E4AD-C490-47E3-B6EF-67DD9BCE9AA3}">
      <dgm:prSet/>
      <dgm:spPr/>
      <dgm:t>
        <a:bodyPr/>
        <a:lstStyle/>
        <a:p>
          <a:endParaRPr lang="en-US"/>
        </a:p>
      </dgm:t>
    </dgm:pt>
    <dgm:pt modelId="{A80080BF-DCC9-402F-87B4-19F2ADAE67CD}">
      <dgm:prSet/>
      <dgm:spPr/>
      <dgm:t>
        <a:bodyPr/>
        <a:lstStyle/>
        <a:p>
          <a:r>
            <a:rPr lang="en-US"/>
            <a:t>Meet your mentor</a:t>
          </a:r>
        </a:p>
      </dgm:t>
    </dgm:pt>
    <dgm:pt modelId="{3B4BECD8-EC75-4F0C-ACC8-60E7EB749CE7}" type="parTrans" cxnId="{0F42955C-9FD7-4C74-8084-C5905B1CD2C3}">
      <dgm:prSet/>
      <dgm:spPr/>
      <dgm:t>
        <a:bodyPr/>
        <a:lstStyle/>
        <a:p>
          <a:endParaRPr lang="en-US"/>
        </a:p>
      </dgm:t>
    </dgm:pt>
    <dgm:pt modelId="{C9D5A5B4-7D45-4506-A83B-70904BEA8F84}" type="sibTrans" cxnId="{0F42955C-9FD7-4C74-8084-C5905B1CD2C3}">
      <dgm:prSet/>
      <dgm:spPr/>
      <dgm:t>
        <a:bodyPr/>
        <a:lstStyle/>
        <a:p>
          <a:endParaRPr lang="en-US"/>
        </a:p>
      </dgm:t>
    </dgm:pt>
    <dgm:pt modelId="{96D582E8-B231-4E89-B84A-08E813573504}">
      <dgm:prSet/>
      <dgm:spPr/>
      <dgm:t>
        <a:bodyPr/>
        <a:lstStyle/>
        <a:p>
          <a:r>
            <a:rPr lang="en-US"/>
            <a:t>Cohort introductions &amp; icebreaker</a:t>
          </a:r>
        </a:p>
      </dgm:t>
    </dgm:pt>
    <dgm:pt modelId="{A2E07C98-4386-41B4-9DEF-DA4FB154E2DE}" type="parTrans" cxnId="{26D75447-F802-48DC-BFB3-F8B4BDDDEAB4}">
      <dgm:prSet/>
      <dgm:spPr/>
      <dgm:t>
        <a:bodyPr/>
        <a:lstStyle/>
        <a:p>
          <a:endParaRPr lang="en-US"/>
        </a:p>
      </dgm:t>
    </dgm:pt>
    <dgm:pt modelId="{97F2A663-431C-4CA1-81B0-FA08715A3D0A}" type="sibTrans" cxnId="{26D75447-F802-48DC-BFB3-F8B4BDDDEAB4}">
      <dgm:prSet/>
      <dgm:spPr/>
      <dgm:t>
        <a:bodyPr/>
        <a:lstStyle/>
        <a:p>
          <a:endParaRPr lang="en-US"/>
        </a:p>
      </dgm:t>
    </dgm:pt>
    <dgm:pt modelId="{FA5B8C95-E1D1-4EE8-A3F1-D7068936C0FA}">
      <dgm:prSet/>
      <dgm:spPr/>
      <dgm:t>
        <a:bodyPr/>
        <a:lstStyle/>
        <a:p>
          <a:r>
            <a:rPr lang="en-US"/>
            <a:t>Mentoring expectations &amp; group norms</a:t>
          </a:r>
        </a:p>
      </dgm:t>
    </dgm:pt>
    <dgm:pt modelId="{C7D08A98-BE75-4C13-BBD3-DF7A1786EA98}" type="parTrans" cxnId="{954A5B14-E58C-4673-B9AE-24ECD5499B0C}">
      <dgm:prSet/>
      <dgm:spPr/>
      <dgm:t>
        <a:bodyPr/>
        <a:lstStyle/>
        <a:p>
          <a:endParaRPr lang="en-US"/>
        </a:p>
      </dgm:t>
    </dgm:pt>
    <dgm:pt modelId="{86CE71EE-6D2D-4192-9527-270FDA5EEF30}" type="sibTrans" cxnId="{954A5B14-E58C-4673-B9AE-24ECD5499B0C}">
      <dgm:prSet/>
      <dgm:spPr/>
      <dgm:t>
        <a:bodyPr/>
        <a:lstStyle/>
        <a:p>
          <a:endParaRPr lang="en-US"/>
        </a:p>
      </dgm:t>
    </dgm:pt>
    <dgm:pt modelId="{48CB2AE3-7061-4E99-AA7C-403384FCAC94}">
      <dgm:prSet/>
      <dgm:spPr/>
      <dgm:t>
        <a:bodyPr/>
        <a:lstStyle/>
        <a:p>
          <a:r>
            <a:rPr lang="en-US"/>
            <a:t>Cybersecurity career pathways</a:t>
          </a:r>
        </a:p>
      </dgm:t>
    </dgm:pt>
    <dgm:pt modelId="{50FC87BD-41F2-44D7-932C-53D481AB180B}" type="parTrans" cxnId="{281C333C-6807-4C15-929B-404CCF8EB55A}">
      <dgm:prSet/>
      <dgm:spPr/>
      <dgm:t>
        <a:bodyPr/>
        <a:lstStyle/>
        <a:p>
          <a:endParaRPr lang="en-US"/>
        </a:p>
      </dgm:t>
    </dgm:pt>
    <dgm:pt modelId="{C62B6B2B-D4A1-42A6-8377-BAF2017BF197}" type="sibTrans" cxnId="{281C333C-6807-4C15-929B-404CCF8EB55A}">
      <dgm:prSet/>
      <dgm:spPr/>
      <dgm:t>
        <a:bodyPr/>
        <a:lstStyle/>
        <a:p>
          <a:endParaRPr lang="en-US"/>
        </a:p>
      </dgm:t>
    </dgm:pt>
    <dgm:pt modelId="{38677FB6-F38D-472C-BE68-3ADEFBA0C768}">
      <dgm:prSet/>
      <dgm:spPr/>
      <dgm:t>
        <a:bodyPr/>
        <a:lstStyle/>
        <a:p>
          <a:r>
            <a:rPr lang="en-US"/>
            <a:t>ICS / OT security spotlight</a:t>
          </a:r>
        </a:p>
      </dgm:t>
    </dgm:pt>
    <dgm:pt modelId="{0CC9FF60-FA9C-4C0C-B4A5-2313C21461EE}" type="parTrans" cxnId="{E508F331-85BB-4D14-BA3F-E49125E0B625}">
      <dgm:prSet/>
      <dgm:spPr/>
      <dgm:t>
        <a:bodyPr/>
        <a:lstStyle/>
        <a:p>
          <a:endParaRPr lang="en-US"/>
        </a:p>
      </dgm:t>
    </dgm:pt>
    <dgm:pt modelId="{B068AD85-9E47-4F99-BE47-6DA0A5BB8429}" type="sibTrans" cxnId="{E508F331-85BB-4D14-BA3F-E49125E0B625}">
      <dgm:prSet/>
      <dgm:spPr/>
      <dgm:t>
        <a:bodyPr/>
        <a:lstStyle/>
        <a:p>
          <a:endParaRPr lang="en-US"/>
        </a:p>
      </dgm:t>
    </dgm:pt>
    <dgm:pt modelId="{9D8BEDA5-26FF-4A80-8065-8DD6957FD167}">
      <dgm:prSet/>
      <dgm:spPr/>
      <dgm:t>
        <a:bodyPr/>
        <a:lstStyle/>
        <a:p>
          <a:r>
            <a:rPr lang="en-US"/>
            <a:t>Goal setting activity</a:t>
          </a:r>
        </a:p>
      </dgm:t>
    </dgm:pt>
    <dgm:pt modelId="{E08980D1-E35E-477A-B17E-2FDA8C0F42AF}" type="parTrans" cxnId="{CA309698-17D0-4812-93B1-DD0BC6F21846}">
      <dgm:prSet/>
      <dgm:spPr/>
      <dgm:t>
        <a:bodyPr/>
        <a:lstStyle/>
        <a:p>
          <a:endParaRPr lang="en-US"/>
        </a:p>
      </dgm:t>
    </dgm:pt>
    <dgm:pt modelId="{E0DCD432-35DB-4ED3-A9F4-EE5417E82A4F}" type="sibTrans" cxnId="{CA309698-17D0-4812-93B1-DD0BC6F21846}">
      <dgm:prSet/>
      <dgm:spPr/>
      <dgm:t>
        <a:bodyPr/>
        <a:lstStyle/>
        <a:p>
          <a:endParaRPr lang="en-US"/>
        </a:p>
      </dgm:t>
    </dgm:pt>
    <dgm:pt modelId="{7B52EE9B-387D-4F17-B70C-3DC7CDC013CC}">
      <dgm:prSet/>
      <dgm:spPr/>
      <dgm:t>
        <a:bodyPr/>
        <a:lstStyle/>
        <a:p>
          <a:r>
            <a:rPr lang="en-US"/>
            <a:t>Open discussion &amp; next steps</a:t>
          </a:r>
        </a:p>
      </dgm:t>
    </dgm:pt>
    <dgm:pt modelId="{319AAA8D-0079-437B-AED7-3CC045464DAB}" type="parTrans" cxnId="{0734E30A-4BFB-4993-B1D6-7BA3757DC5E2}">
      <dgm:prSet/>
      <dgm:spPr/>
      <dgm:t>
        <a:bodyPr/>
        <a:lstStyle/>
        <a:p>
          <a:endParaRPr lang="en-US"/>
        </a:p>
      </dgm:t>
    </dgm:pt>
    <dgm:pt modelId="{F495212C-81F7-46CB-A4D8-55E36FDD102D}" type="sibTrans" cxnId="{0734E30A-4BFB-4993-B1D6-7BA3757DC5E2}">
      <dgm:prSet/>
      <dgm:spPr/>
      <dgm:t>
        <a:bodyPr/>
        <a:lstStyle/>
        <a:p>
          <a:endParaRPr lang="en-US"/>
        </a:p>
      </dgm:t>
    </dgm:pt>
    <dgm:pt modelId="{15526CE7-4511-4303-A083-26FC662449FE}" type="pres">
      <dgm:prSet presAssocID="{D19B337E-CAC0-42B0-A3D5-2F2DDFC8D0E9}" presName="root" presStyleCnt="0">
        <dgm:presLayoutVars>
          <dgm:dir/>
          <dgm:resizeHandles val="exact"/>
        </dgm:presLayoutVars>
      </dgm:prSet>
      <dgm:spPr/>
    </dgm:pt>
    <dgm:pt modelId="{B22F4567-41C6-4D15-A736-B88FD89587AF}" type="pres">
      <dgm:prSet presAssocID="{4D9E51A2-CFD8-414D-A185-EB551F5F0C4F}" presName="compNode" presStyleCnt="0"/>
      <dgm:spPr/>
    </dgm:pt>
    <dgm:pt modelId="{C3D351B1-4298-4A4A-A579-61B893BDA5E4}" type="pres">
      <dgm:prSet presAssocID="{4D9E51A2-CFD8-414D-A185-EB551F5F0C4F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E7FE541-0682-4C43-B2D7-6A1BE7F5A6C8}" type="pres">
      <dgm:prSet presAssocID="{4D9E51A2-CFD8-414D-A185-EB551F5F0C4F}" presName="spaceRect" presStyleCnt="0"/>
      <dgm:spPr/>
    </dgm:pt>
    <dgm:pt modelId="{07B02E25-1D39-4EEA-BFC1-2CF373C4414B}" type="pres">
      <dgm:prSet presAssocID="{4D9E51A2-CFD8-414D-A185-EB551F5F0C4F}" presName="textRect" presStyleLbl="revTx" presStyleIdx="0" presStyleCnt="8">
        <dgm:presLayoutVars>
          <dgm:chMax val="1"/>
          <dgm:chPref val="1"/>
        </dgm:presLayoutVars>
      </dgm:prSet>
      <dgm:spPr/>
    </dgm:pt>
    <dgm:pt modelId="{E4871141-2D28-44E9-A292-5A9673E6F95F}" type="pres">
      <dgm:prSet presAssocID="{B9F2C21B-84A6-4C73-8AF6-A768DDD74A76}" presName="sibTrans" presStyleCnt="0"/>
      <dgm:spPr/>
    </dgm:pt>
    <dgm:pt modelId="{7D5460C6-EEE3-4144-AF91-71AD098371E0}" type="pres">
      <dgm:prSet presAssocID="{A80080BF-DCC9-402F-87B4-19F2ADAE67CD}" presName="compNode" presStyleCnt="0"/>
      <dgm:spPr/>
    </dgm:pt>
    <dgm:pt modelId="{49B95FF4-591F-407E-97E6-246C7940BE54}" type="pres">
      <dgm:prSet presAssocID="{A80080BF-DCC9-402F-87B4-19F2ADAE67CD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42626AD-6D79-4FEA-BD17-AAB70660E036}" type="pres">
      <dgm:prSet presAssocID="{A80080BF-DCC9-402F-87B4-19F2ADAE67CD}" presName="spaceRect" presStyleCnt="0"/>
      <dgm:spPr/>
    </dgm:pt>
    <dgm:pt modelId="{9B8573A4-E545-40F2-B4AD-0DF69C803C84}" type="pres">
      <dgm:prSet presAssocID="{A80080BF-DCC9-402F-87B4-19F2ADAE67CD}" presName="textRect" presStyleLbl="revTx" presStyleIdx="1" presStyleCnt="8">
        <dgm:presLayoutVars>
          <dgm:chMax val="1"/>
          <dgm:chPref val="1"/>
        </dgm:presLayoutVars>
      </dgm:prSet>
      <dgm:spPr/>
    </dgm:pt>
    <dgm:pt modelId="{613D2D44-2D94-4C6E-AB0B-8440487FADC5}" type="pres">
      <dgm:prSet presAssocID="{C9D5A5B4-7D45-4506-A83B-70904BEA8F84}" presName="sibTrans" presStyleCnt="0"/>
      <dgm:spPr/>
    </dgm:pt>
    <dgm:pt modelId="{B441D0E4-5C5E-4156-BA9B-B129FF4A868F}" type="pres">
      <dgm:prSet presAssocID="{96D582E8-B231-4E89-B84A-08E813573504}" presName="compNode" presStyleCnt="0"/>
      <dgm:spPr/>
    </dgm:pt>
    <dgm:pt modelId="{D90F8BB0-87DA-4840-B6AF-0036985968E9}" type="pres">
      <dgm:prSet presAssocID="{96D582E8-B231-4E89-B84A-08E813573504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83378B2-22EC-4B62-A4C3-536599202609}" type="pres">
      <dgm:prSet presAssocID="{96D582E8-B231-4E89-B84A-08E813573504}" presName="spaceRect" presStyleCnt="0"/>
      <dgm:spPr/>
    </dgm:pt>
    <dgm:pt modelId="{9AB9146F-F9A8-44C5-8DA8-31E1955EADC3}" type="pres">
      <dgm:prSet presAssocID="{96D582E8-B231-4E89-B84A-08E813573504}" presName="textRect" presStyleLbl="revTx" presStyleIdx="2" presStyleCnt="8">
        <dgm:presLayoutVars>
          <dgm:chMax val="1"/>
          <dgm:chPref val="1"/>
        </dgm:presLayoutVars>
      </dgm:prSet>
      <dgm:spPr/>
    </dgm:pt>
    <dgm:pt modelId="{D2EE1630-5886-4E32-9810-E422E67395F8}" type="pres">
      <dgm:prSet presAssocID="{97F2A663-431C-4CA1-81B0-FA08715A3D0A}" presName="sibTrans" presStyleCnt="0"/>
      <dgm:spPr/>
    </dgm:pt>
    <dgm:pt modelId="{C9FFFDEB-AE03-4511-81D4-5A6F70F4F679}" type="pres">
      <dgm:prSet presAssocID="{FA5B8C95-E1D1-4EE8-A3F1-D7068936C0FA}" presName="compNode" presStyleCnt="0"/>
      <dgm:spPr/>
    </dgm:pt>
    <dgm:pt modelId="{7D659CFE-D883-4234-9FDE-28166C3B028F}" type="pres">
      <dgm:prSet presAssocID="{FA5B8C95-E1D1-4EE8-A3F1-D7068936C0F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AEC928D5-1416-437A-84CF-CDC23370BAAF}" type="pres">
      <dgm:prSet presAssocID="{FA5B8C95-E1D1-4EE8-A3F1-D7068936C0FA}" presName="spaceRect" presStyleCnt="0"/>
      <dgm:spPr/>
    </dgm:pt>
    <dgm:pt modelId="{8EB33442-3EBF-4D18-9102-5E5EAC3DB580}" type="pres">
      <dgm:prSet presAssocID="{FA5B8C95-E1D1-4EE8-A3F1-D7068936C0FA}" presName="textRect" presStyleLbl="revTx" presStyleIdx="3" presStyleCnt="8">
        <dgm:presLayoutVars>
          <dgm:chMax val="1"/>
          <dgm:chPref val="1"/>
        </dgm:presLayoutVars>
      </dgm:prSet>
      <dgm:spPr/>
    </dgm:pt>
    <dgm:pt modelId="{CC5E9B3D-D2CB-4BBE-9CC2-51A79BAFC255}" type="pres">
      <dgm:prSet presAssocID="{86CE71EE-6D2D-4192-9527-270FDA5EEF30}" presName="sibTrans" presStyleCnt="0"/>
      <dgm:spPr/>
    </dgm:pt>
    <dgm:pt modelId="{3559A4BD-0EA8-4AEA-B025-01B4C4E36E9D}" type="pres">
      <dgm:prSet presAssocID="{48CB2AE3-7061-4E99-AA7C-403384FCAC94}" presName="compNode" presStyleCnt="0"/>
      <dgm:spPr/>
    </dgm:pt>
    <dgm:pt modelId="{422FED0E-676A-4092-873B-B1F29593BABF}" type="pres">
      <dgm:prSet presAssocID="{48CB2AE3-7061-4E99-AA7C-403384FCAC94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D7E90D0-AB5A-499B-B50D-515874D299AD}" type="pres">
      <dgm:prSet presAssocID="{48CB2AE3-7061-4E99-AA7C-403384FCAC94}" presName="spaceRect" presStyleCnt="0"/>
      <dgm:spPr/>
    </dgm:pt>
    <dgm:pt modelId="{79F87C8B-EF64-42D9-A4EC-8461023F761E}" type="pres">
      <dgm:prSet presAssocID="{48CB2AE3-7061-4E99-AA7C-403384FCAC94}" presName="textRect" presStyleLbl="revTx" presStyleIdx="4" presStyleCnt="8">
        <dgm:presLayoutVars>
          <dgm:chMax val="1"/>
          <dgm:chPref val="1"/>
        </dgm:presLayoutVars>
      </dgm:prSet>
      <dgm:spPr/>
    </dgm:pt>
    <dgm:pt modelId="{D7E2CF40-1723-4AE1-8B92-F657BA63E910}" type="pres">
      <dgm:prSet presAssocID="{C62B6B2B-D4A1-42A6-8377-BAF2017BF197}" presName="sibTrans" presStyleCnt="0"/>
      <dgm:spPr/>
    </dgm:pt>
    <dgm:pt modelId="{0605C1C0-1FA2-49D8-B2BF-85D9CA05944E}" type="pres">
      <dgm:prSet presAssocID="{38677FB6-F38D-472C-BE68-3ADEFBA0C768}" presName="compNode" presStyleCnt="0"/>
      <dgm:spPr/>
    </dgm:pt>
    <dgm:pt modelId="{04523836-ADCD-40A8-AA13-1C6E628F1CAA}" type="pres">
      <dgm:prSet presAssocID="{38677FB6-F38D-472C-BE68-3ADEFBA0C768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A21876DB-BF8B-4B7B-B3AB-A862DE96D8FA}" type="pres">
      <dgm:prSet presAssocID="{38677FB6-F38D-472C-BE68-3ADEFBA0C768}" presName="spaceRect" presStyleCnt="0"/>
      <dgm:spPr/>
    </dgm:pt>
    <dgm:pt modelId="{24614D16-F68E-473F-B028-AE65F019650D}" type="pres">
      <dgm:prSet presAssocID="{38677FB6-F38D-472C-BE68-3ADEFBA0C768}" presName="textRect" presStyleLbl="revTx" presStyleIdx="5" presStyleCnt="8">
        <dgm:presLayoutVars>
          <dgm:chMax val="1"/>
          <dgm:chPref val="1"/>
        </dgm:presLayoutVars>
      </dgm:prSet>
      <dgm:spPr/>
    </dgm:pt>
    <dgm:pt modelId="{39B5EA55-E47B-464E-A94E-74423EA546D4}" type="pres">
      <dgm:prSet presAssocID="{B068AD85-9E47-4F99-BE47-6DA0A5BB8429}" presName="sibTrans" presStyleCnt="0"/>
      <dgm:spPr/>
    </dgm:pt>
    <dgm:pt modelId="{6169F13C-63E0-42E0-96D9-4E952034DDCB}" type="pres">
      <dgm:prSet presAssocID="{9D8BEDA5-26FF-4A80-8065-8DD6957FD167}" presName="compNode" presStyleCnt="0"/>
      <dgm:spPr/>
    </dgm:pt>
    <dgm:pt modelId="{180EFC99-2B00-4464-8679-DAE1907673CF}" type="pres">
      <dgm:prSet presAssocID="{9D8BEDA5-26FF-4A80-8065-8DD6957FD167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8F7B65B1-B870-4695-BB94-3376CB9F433E}" type="pres">
      <dgm:prSet presAssocID="{9D8BEDA5-26FF-4A80-8065-8DD6957FD167}" presName="spaceRect" presStyleCnt="0"/>
      <dgm:spPr/>
    </dgm:pt>
    <dgm:pt modelId="{B51B428A-ADBF-4B95-8EFD-26977864755A}" type="pres">
      <dgm:prSet presAssocID="{9D8BEDA5-26FF-4A80-8065-8DD6957FD167}" presName="textRect" presStyleLbl="revTx" presStyleIdx="6" presStyleCnt="8">
        <dgm:presLayoutVars>
          <dgm:chMax val="1"/>
          <dgm:chPref val="1"/>
        </dgm:presLayoutVars>
      </dgm:prSet>
      <dgm:spPr/>
    </dgm:pt>
    <dgm:pt modelId="{5735D749-556E-4631-B4CB-B6F84E5200B3}" type="pres">
      <dgm:prSet presAssocID="{E0DCD432-35DB-4ED3-A9F4-EE5417E82A4F}" presName="sibTrans" presStyleCnt="0"/>
      <dgm:spPr/>
    </dgm:pt>
    <dgm:pt modelId="{52CE7AA9-DC93-4F7F-BFEE-C3119E5617BA}" type="pres">
      <dgm:prSet presAssocID="{7B52EE9B-387D-4F17-B70C-3DC7CDC013CC}" presName="compNode" presStyleCnt="0"/>
      <dgm:spPr/>
    </dgm:pt>
    <dgm:pt modelId="{A5EF586F-C873-4B83-AF64-4DACBC4CA7FC}" type="pres">
      <dgm:prSet presAssocID="{7B52EE9B-387D-4F17-B70C-3DC7CDC013CC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C6D48A6-7559-458F-B340-FF9F29E5B499}" type="pres">
      <dgm:prSet presAssocID="{7B52EE9B-387D-4F17-B70C-3DC7CDC013CC}" presName="spaceRect" presStyleCnt="0"/>
      <dgm:spPr/>
    </dgm:pt>
    <dgm:pt modelId="{4F5ED21D-C2FD-451F-BC38-D53074074AFC}" type="pres">
      <dgm:prSet presAssocID="{7B52EE9B-387D-4F17-B70C-3DC7CDC013CC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0734E30A-4BFB-4993-B1D6-7BA3757DC5E2}" srcId="{D19B337E-CAC0-42B0-A3D5-2F2DDFC8D0E9}" destId="{7B52EE9B-387D-4F17-B70C-3DC7CDC013CC}" srcOrd="7" destOrd="0" parTransId="{319AAA8D-0079-437B-AED7-3CC045464DAB}" sibTransId="{F495212C-81F7-46CB-A4D8-55E36FDD102D}"/>
    <dgm:cxn modelId="{76EF350E-44B9-4809-B53B-257EDD32F652}" type="presOf" srcId="{4D9E51A2-CFD8-414D-A185-EB551F5F0C4F}" destId="{07B02E25-1D39-4EEA-BFC1-2CF373C4414B}" srcOrd="0" destOrd="0" presId="urn:microsoft.com/office/officeart/2018/2/layout/IconLabelList"/>
    <dgm:cxn modelId="{954A5B14-E58C-4673-B9AE-24ECD5499B0C}" srcId="{D19B337E-CAC0-42B0-A3D5-2F2DDFC8D0E9}" destId="{FA5B8C95-E1D1-4EE8-A3F1-D7068936C0FA}" srcOrd="3" destOrd="0" parTransId="{C7D08A98-BE75-4C13-BBD3-DF7A1786EA98}" sibTransId="{86CE71EE-6D2D-4192-9527-270FDA5EEF30}"/>
    <dgm:cxn modelId="{2D38A51B-A9D3-48FB-8D2E-6FC97BAFB310}" type="presOf" srcId="{48CB2AE3-7061-4E99-AA7C-403384FCAC94}" destId="{79F87C8B-EF64-42D9-A4EC-8461023F761E}" srcOrd="0" destOrd="0" presId="urn:microsoft.com/office/officeart/2018/2/layout/IconLabelList"/>
    <dgm:cxn modelId="{E508F331-85BB-4D14-BA3F-E49125E0B625}" srcId="{D19B337E-CAC0-42B0-A3D5-2F2DDFC8D0E9}" destId="{38677FB6-F38D-472C-BE68-3ADEFBA0C768}" srcOrd="5" destOrd="0" parTransId="{0CC9FF60-FA9C-4C0C-B4A5-2313C21461EE}" sibTransId="{B068AD85-9E47-4F99-BE47-6DA0A5BB8429}"/>
    <dgm:cxn modelId="{7C72D232-9C36-4748-BB1A-E1492A9DD264}" type="presOf" srcId="{D19B337E-CAC0-42B0-A3D5-2F2DDFC8D0E9}" destId="{15526CE7-4511-4303-A083-26FC662449FE}" srcOrd="0" destOrd="0" presId="urn:microsoft.com/office/officeart/2018/2/layout/IconLabelList"/>
    <dgm:cxn modelId="{281C333C-6807-4C15-929B-404CCF8EB55A}" srcId="{D19B337E-CAC0-42B0-A3D5-2F2DDFC8D0E9}" destId="{48CB2AE3-7061-4E99-AA7C-403384FCAC94}" srcOrd="4" destOrd="0" parTransId="{50FC87BD-41F2-44D7-932C-53D481AB180B}" sibTransId="{C62B6B2B-D4A1-42A6-8377-BAF2017BF197}"/>
    <dgm:cxn modelId="{0F42955C-9FD7-4C74-8084-C5905B1CD2C3}" srcId="{D19B337E-CAC0-42B0-A3D5-2F2DDFC8D0E9}" destId="{A80080BF-DCC9-402F-87B4-19F2ADAE67CD}" srcOrd="1" destOrd="0" parTransId="{3B4BECD8-EC75-4F0C-ACC8-60E7EB749CE7}" sibTransId="{C9D5A5B4-7D45-4506-A83B-70904BEA8F84}"/>
    <dgm:cxn modelId="{26D75447-F802-48DC-BFB3-F8B4BDDDEAB4}" srcId="{D19B337E-CAC0-42B0-A3D5-2F2DDFC8D0E9}" destId="{96D582E8-B231-4E89-B84A-08E813573504}" srcOrd="2" destOrd="0" parTransId="{A2E07C98-4386-41B4-9DEF-DA4FB154E2DE}" sibTransId="{97F2A663-431C-4CA1-81B0-FA08715A3D0A}"/>
    <dgm:cxn modelId="{4D9A0D6B-5AC2-47E4-B328-E539DFB4B7A4}" type="presOf" srcId="{38677FB6-F38D-472C-BE68-3ADEFBA0C768}" destId="{24614D16-F68E-473F-B028-AE65F019650D}" srcOrd="0" destOrd="0" presId="urn:microsoft.com/office/officeart/2018/2/layout/IconLabelList"/>
    <dgm:cxn modelId="{BD6CAC50-CB3A-41DB-B6C4-BEC428401DA8}" type="presOf" srcId="{7B52EE9B-387D-4F17-B70C-3DC7CDC013CC}" destId="{4F5ED21D-C2FD-451F-BC38-D53074074AFC}" srcOrd="0" destOrd="0" presId="urn:microsoft.com/office/officeart/2018/2/layout/IconLabelList"/>
    <dgm:cxn modelId="{373F0B91-0230-4508-88BF-478024E5A25F}" type="presOf" srcId="{9D8BEDA5-26FF-4A80-8065-8DD6957FD167}" destId="{B51B428A-ADBF-4B95-8EFD-26977864755A}" srcOrd="0" destOrd="0" presId="urn:microsoft.com/office/officeart/2018/2/layout/IconLabelList"/>
    <dgm:cxn modelId="{383EEA93-8DF2-467C-BC97-2F80A62BA486}" type="presOf" srcId="{FA5B8C95-E1D1-4EE8-A3F1-D7068936C0FA}" destId="{8EB33442-3EBF-4D18-9102-5E5EAC3DB580}" srcOrd="0" destOrd="0" presId="urn:microsoft.com/office/officeart/2018/2/layout/IconLabelList"/>
    <dgm:cxn modelId="{CA309698-17D0-4812-93B1-DD0BC6F21846}" srcId="{D19B337E-CAC0-42B0-A3D5-2F2DDFC8D0E9}" destId="{9D8BEDA5-26FF-4A80-8065-8DD6957FD167}" srcOrd="6" destOrd="0" parTransId="{E08980D1-E35E-477A-B17E-2FDA8C0F42AF}" sibTransId="{E0DCD432-35DB-4ED3-A9F4-EE5417E82A4F}"/>
    <dgm:cxn modelId="{F6B420A9-8E6C-4E60-8359-D86E649719B0}" type="presOf" srcId="{A80080BF-DCC9-402F-87B4-19F2ADAE67CD}" destId="{9B8573A4-E545-40F2-B4AD-0DF69C803C84}" srcOrd="0" destOrd="0" presId="urn:microsoft.com/office/officeart/2018/2/layout/IconLabelList"/>
    <dgm:cxn modelId="{D983E4AD-C490-47E3-B6EF-67DD9BCE9AA3}" srcId="{D19B337E-CAC0-42B0-A3D5-2F2DDFC8D0E9}" destId="{4D9E51A2-CFD8-414D-A185-EB551F5F0C4F}" srcOrd="0" destOrd="0" parTransId="{36EB6431-2D44-4A66-AE6B-70F14D9E3E76}" sibTransId="{B9F2C21B-84A6-4C73-8AF6-A768DDD74A76}"/>
    <dgm:cxn modelId="{834AD8FF-3AC4-46AC-8FCC-E89085DC38BC}" type="presOf" srcId="{96D582E8-B231-4E89-B84A-08E813573504}" destId="{9AB9146F-F9A8-44C5-8DA8-31E1955EADC3}" srcOrd="0" destOrd="0" presId="urn:microsoft.com/office/officeart/2018/2/layout/IconLabelList"/>
    <dgm:cxn modelId="{8A69AA3A-11B7-4FDF-83FE-24C1B34E6608}" type="presParOf" srcId="{15526CE7-4511-4303-A083-26FC662449FE}" destId="{B22F4567-41C6-4D15-A736-B88FD89587AF}" srcOrd="0" destOrd="0" presId="urn:microsoft.com/office/officeart/2018/2/layout/IconLabelList"/>
    <dgm:cxn modelId="{B00A792D-AD45-4746-9EF1-AA88424382EB}" type="presParOf" srcId="{B22F4567-41C6-4D15-A736-B88FD89587AF}" destId="{C3D351B1-4298-4A4A-A579-61B893BDA5E4}" srcOrd="0" destOrd="0" presId="urn:microsoft.com/office/officeart/2018/2/layout/IconLabelList"/>
    <dgm:cxn modelId="{C12CC843-A5D4-4E08-80EE-908212028112}" type="presParOf" srcId="{B22F4567-41C6-4D15-A736-B88FD89587AF}" destId="{8E7FE541-0682-4C43-B2D7-6A1BE7F5A6C8}" srcOrd="1" destOrd="0" presId="urn:microsoft.com/office/officeart/2018/2/layout/IconLabelList"/>
    <dgm:cxn modelId="{02076B40-D0E4-42C5-B85E-A41762C1A4E9}" type="presParOf" srcId="{B22F4567-41C6-4D15-A736-B88FD89587AF}" destId="{07B02E25-1D39-4EEA-BFC1-2CF373C4414B}" srcOrd="2" destOrd="0" presId="urn:microsoft.com/office/officeart/2018/2/layout/IconLabelList"/>
    <dgm:cxn modelId="{9F3D3C38-E244-4C3F-9759-10AA25FF3D94}" type="presParOf" srcId="{15526CE7-4511-4303-A083-26FC662449FE}" destId="{E4871141-2D28-44E9-A292-5A9673E6F95F}" srcOrd="1" destOrd="0" presId="urn:microsoft.com/office/officeart/2018/2/layout/IconLabelList"/>
    <dgm:cxn modelId="{68DEE8B4-00CF-4DA7-A9E3-3B9B392AD8D1}" type="presParOf" srcId="{15526CE7-4511-4303-A083-26FC662449FE}" destId="{7D5460C6-EEE3-4144-AF91-71AD098371E0}" srcOrd="2" destOrd="0" presId="urn:microsoft.com/office/officeart/2018/2/layout/IconLabelList"/>
    <dgm:cxn modelId="{2C60B7D4-BDF1-496D-A9B1-00FB12131A05}" type="presParOf" srcId="{7D5460C6-EEE3-4144-AF91-71AD098371E0}" destId="{49B95FF4-591F-407E-97E6-246C7940BE54}" srcOrd="0" destOrd="0" presId="urn:microsoft.com/office/officeart/2018/2/layout/IconLabelList"/>
    <dgm:cxn modelId="{C7EAE4AE-4D4A-41DF-BE49-BC041923188F}" type="presParOf" srcId="{7D5460C6-EEE3-4144-AF91-71AD098371E0}" destId="{942626AD-6D79-4FEA-BD17-AAB70660E036}" srcOrd="1" destOrd="0" presId="urn:microsoft.com/office/officeart/2018/2/layout/IconLabelList"/>
    <dgm:cxn modelId="{B11C3777-F69E-4F5E-B1FF-3CCCDBB9FB73}" type="presParOf" srcId="{7D5460C6-EEE3-4144-AF91-71AD098371E0}" destId="{9B8573A4-E545-40F2-B4AD-0DF69C803C84}" srcOrd="2" destOrd="0" presId="urn:microsoft.com/office/officeart/2018/2/layout/IconLabelList"/>
    <dgm:cxn modelId="{E9FC1C0F-F90F-42E3-B569-A4163C678015}" type="presParOf" srcId="{15526CE7-4511-4303-A083-26FC662449FE}" destId="{613D2D44-2D94-4C6E-AB0B-8440487FADC5}" srcOrd="3" destOrd="0" presId="urn:microsoft.com/office/officeart/2018/2/layout/IconLabelList"/>
    <dgm:cxn modelId="{7E493B60-0F1D-44B7-8B4E-D1EFD64B0E81}" type="presParOf" srcId="{15526CE7-4511-4303-A083-26FC662449FE}" destId="{B441D0E4-5C5E-4156-BA9B-B129FF4A868F}" srcOrd="4" destOrd="0" presId="urn:microsoft.com/office/officeart/2018/2/layout/IconLabelList"/>
    <dgm:cxn modelId="{BCE61086-41E6-4FD0-AAF1-E8F0E938AD7D}" type="presParOf" srcId="{B441D0E4-5C5E-4156-BA9B-B129FF4A868F}" destId="{D90F8BB0-87DA-4840-B6AF-0036985968E9}" srcOrd="0" destOrd="0" presId="urn:microsoft.com/office/officeart/2018/2/layout/IconLabelList"/>
    <dgm:cxn modelId="{BD66B424-26F5-4F05-8477-3A485C735CB9}" type="presParOf" srcId="{B441D0E4-5C5E-4156-BA9B-B129FF4A868F}" destId="{883378B2-22EC-4B62-A4C3-536599202609}" srcOrd="1" destOrd="0" presId="urn:microsoft.com/office/officeart/2018/2/layout/IconLabelList"/>
    <dgm:cxn modelId="{0B6CC6CC-784D-46F0-A00B-8CA47B81E37F}" type="presParOf" srcId="{B441D0E4-5C5E-4156-BA9B-B129FF4A868F}" destId="{9AB9146F-F9A8-44C5-8DA8-31E1955EADC3}" srcOrd="2" destOrd="0" presId="urn:microsoft.com/office/officeart/2018/2/layout/IconLabelList"/>
    <dgm:cxn modelId="{9C93CD00-E951-4275-98BF-4D9C9BFCF667}" type="presParOf" srcId="{15526CE7-4511-4303-A083-26FC662449FE}" destId="{D2EE1630-5886-4E32-9810-E422E67395F8}" srcOrd="5" destOrd="0" presId="urn:microsoft.com/office/officeart/2018/2/layout/IconLabelList"/>
    <dgm:cxn modelId="{5844FC28-3DAA-4CB3-985F-735B9050C878}" type="presParOf" srcId="{15526CE7-4511-4303-A083-26FC662449FE}" destId="{C9FFFDEB-AE03-4511-81D4-5A6F70F4F679}" srcOrd="6" destOrd="0" presId="urn:microsoft.com/office/officeart/2018/2/layout/IconLabelList"/>
    <dgm:cxn modelId="{AA2DABA8-8190-4690-BE21-7016A27464D3}" type="presParOf" srcId="{C9FFFDEB-AE03-4511-81D4-5A6F70F4F679}" destId="{7D659CFE-D883-4234-9FDE-28166C3B028F}" srcOrd="0" destOrd="0" presId="urn:microsoft.com/office/officeart/2018/2/layout/IconLabelList"/>
    <dgm:cxn modelId="{F28F4DA7-1BE0-404C-AAF3-4B9D894F4093}" type="presParOf" srcId="{C9FFFDEB-AE03-4511-81D4-5A6F70F4F679}" destId="{AEC928D5-1416-437A-84CF-CDC23370BAAF}" srcOrd="1" destOrd="0" presId="urn:microsoft.com/office/officeart/2018/2/layout/IconLabelList"/>
    <dgm:cxn modelId="{832364FD-E677-4080-A363-1C7EC0EC88C3}" type="presParOf" srcId="{C9FFFDEB-AE03-4511-81D4-5A6F70F4F679}" destId="{8EB33442-3EBF-4D18-9102-5E5EAC3DB580}" srcOrd="2" destOrd="0" presId="urn:microsoft.com/office/officeart/2018/2/layout/IconLabelList"/>
    <dgm:cxn modelId="{FEF03424-E9A3-42BA-B38F-EBED9090580F}" type="presParOf" srcId="{15526CE7-4511-4303-A083-26FC662449FE}" destId="{CC5E9B3D-D2CB-4BBE-9CC2-51A79BAFC255}" srcOrd="7" destOrd="0" presId="urn:microsoft.com/office/officeart/2018/2/layout/IconLabelList"/>
    <dgm:cxn modelId="{EF0FA064-5025-432F-946A-0BFCB652DA42}" type="presParOf" srcId="{15526CE7-4511-4303-A083-26FC662449FE}" destId="{3559A4BD-0EA8-4AEA-B025-01B4C4E36E9D}" srcOrd="8" destOrd="0" presId="urn:microsoft.com/office/officeart/2018/2/layout/IconLabelList"/>
    <dgm:cxn modelId="{2CB813AA-8D50-4DCE-8C2F-6E59585368CB}" type="presParOf" srcId="{3559A4BD-0EA8-4AEA-B025-01B4C4E36E9D}" destId="{422FED0E-676A-4092-873B-B1F29593BABF}" srcOrd="0" destOrd="0" presId="urn:microsoft.com/office/officeart/2018/2/layout/IconLabelList"/>
    <dgm:cxn modelId="{856CACF9-8540-4DAF-9C3D-6E2C0DF83CAD}" type="presParOf" srcId="{3559A4BD-0EA8-4AEA-B025-01B4C4E36E9D}" destId="{6D7E90D0-AB5A-499B-B50D-515874D299AD}" srcOrd="1" destOrd="0" presId="urn:microsoft.com/office/officeart/2018/2/layout/IconLabelList"/>
    <dgm:cxn modelId="{865127E2-40B6-4FAB-9AA9-4556FAA508AF}" type="presParOf" srcId="{3559A4BD-0EA8-4AEA-B025-01B4C4E36E9D}" destId="{79F87C8B-EF64-42D9-A4EC-8461023F761E}" srcOrd="2" destOrd="0" presId="urn:microsoft.com/office/officeart/2018/2/layout/IconLabelList"/>
    <dgm:cxn modelId="{F13B8253-4C10-4D15-BCD7-47607E47EF13}" type="presParOf" srcId="{15526CE7-4511-4303-A083-26FC662449FE}" destId="{D7E2CF40-1723-4AE1-8B92-F657BA63E910}" srcOrd="9" destOrd="0" presId="urn:microsoft.com/office/officeart/2018/2/layout/IconLabelList"/>
    <dgm:cxn modelId="{39F52FCE-F5B2-4888-BF61-829E82192E3E}" type="presParOf" srcId="{15526CE7-4511-4303-A083-26FC662449FE}" destId="{0605C1C0-1FA2-49D8-B2BF-85D9CA05944E}" srcOrd="10" destOrd="0" presId="urn:microsoft.com/office/officeart/2018/2/layout/IconLabelList"/>
    <dgm:cxn modelId="{FFE3139B-2B65-4554-872E-8691EBBDC1EE}" type="presParOf" srcId="{0605C1C0-1FA2-49D8-B2BF-85D9CA05944E}" destId="{04523836-ADCD-40A8-AA13-1C6E628F1CAA}" srcOrd="0" destOrd="0" presId="urn:microsoft.com/office/officeart/2018/2/layout/IconLabelList"/>
    <dgm:cxn modelId="{0FF727B8-CCC8-420E-90CE-570D36ECCBA9}" type="presParOf" srcId="{0605C1C0-1FA2-49D8-B2BF-85D9CA05944E}" destId="{A21876DB-BF8B-4B7B-B3AB-A862DE96D8FA}" srcOrd="1" destOrd="0" presId="urn:microsoft.com/office/officeart/2018/2/layout/IconLabelList"/>
    <dgm:cxn modelId="{593C098A-F35B-4633-9A8E-5B8AB519BA42}" type="presParOf" srcId="{0605C1C0-1FA2-49D8-B2BF-85D9CA05944E}" destId="{24614D16-F68E-473F-B028-AE65F019650D}" srcOrd="2" destOrd="0" presId="urn:microsoft.com/office/officeart/2018/2/layout/IconLabelList"/>
    <dgm:cxn modelId="{73AC833F-11F7-43B1-AA87-902759EE35F5}" type="presParOf" srcId="{15526CE7-4511-4303-A083-26FC662449FE}" destId="{39B5EA55-E47B-464E-A94E-74423EA546D4}" srcOrd="11" destOrd="0" presId="urn:microsoft.com/office/officeart/2018/2/layout/IconLabelList"/>
    <dgm:cxn modelId="{D1568419-0FC1-4C7C-83C5-7DD1534D32E7}" type="presParOf" srcId="{15526CE7-4511-4303-A083-26FC662449FE}" destId="{6169F13C-63E0-42E0-96D9-4E952034DDCB}" srcOrd="12" destOrd="0" presId="urn:microsoft.com/office/officeart/2018/2/layout/IconLabelList"/>
    <dgm:cxn modelId="{EC512888-63D0-4C9C-97F9-2F4722470A4B}" type="presParOf" srcId="{6169F13C-63E0-42E0-96D9-4E952034DDCB}" destId="{180EFC99-2B00-4464-8679-DAE1907673CF}" srcOrd="0" destOrd="0" presId="urn:microsoft.com/office/officeart/2018/2/layout/IconLabelList"/>
    <dgm:cxn modelId="{E639D903-4A56-4968-9733-8584F82202A0}" type="presParOf" srcId="{6169F13C-63E0-42E0-96D9-4E952034DDCB}" destId="{8F7B65B1-B870-4695-BB94-3376CB9F433E}" srcOrd="1" destOrd="0" presId="urn:microsoft.com/office/officeart/2018/2/layout/IconLabelList"/>
    <dgm:cxn modelId="{EC1DE3B5-B766-4922-AC7A-0416D68A7A04}" type="presParOf" srcId="{6169F13C-63E0-42E0-96D9-4E952034DDCB}" destId="{B51B428A-ADBF-4B95-8EFD-26977864755A}" srcOrd="2" destOrd="0" presId="urn:microsoft.com/office/officeart/2018/2/layout/IconLabelList"/>
    <dgm:cxn modelId="{4F498068-807F-4CDC-B836-E6D9C067A6C4}" type="presParOf" srcId="{15526CE7-4511-4303-A083-26FC662449FE}" destId="{5735D749-556E-4631-B4CB-B6F84E5200B3}" srcOrd="13" destOrd="0" presId="urn:microsoft.com/office/officeart/2018/2/layout/IconLabelList"/>
    <dgm:cxn modelId="{684FAC71-5CAC-48CE-BC16-0F27A26E6CB3}" type="presParOf" srcId="{15526CE7-4511-4303-A083-26FC662449FE}" destId="{52CE7AA9-DC93-4F7F-BFEE-C3119E5617BA}" srcOrd="14" destOrd="0" presId="urn:microsoft.com/office/officeart/2018/2/layout/IconLabelList"/>
    <dgm:cxn modelId="{43A1701F-E7F3-4A25-9890-F7A54D455CFF}" type="presParOf" srcId="{52CE7AA9-DC93-4F7F-BFEE-C3119E5617BA}" destId="{A5EF586F-C873-4B83-AF64-4DACBC4CA7FC}" srcOrd="0" destOrd="0" presId="urn:microsoft.com/office/officeart/2018/2/layout/IconLabelList"/>
    <dgm:cxn modelId="{8BCD1CF8-83F3-41F7-ADB5-17BE66AB5348}" type="presParOf" srcId="{52CE7AA9-DC93-4F7F-BFEE-C3119E5617BA}" destId="{9C6D48A6-7559-458F-B340-FF9F29E5B499}" srcOrd="1" destOrd="0" presId="urn:microsoft.com/office/officeart/2018/2/layout/IconLabelList"/>
    <dgm:cxn modelId="{23884DC5-261D-4832-9E36-46413EFE6FC9}" type="presParOf" srcId="{52CE7AA9-DC93-4F7F-BFEE-C3119E5617BA}" destId="{4F5ED21D-C2FD-451F-BC38-D53074074AF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A3FEC3-029D-4B35-AA91-D31E5DB098AD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B02A350-46F8-4E21-BC3B-7ACBC63F969A}">
      <dgm:prSet/>
      <dgm:spPr/>
      <dgm:t>
        <a:bodyPr/>
        <a:lstStyle/>
        <a:p>
          <a:pPr>
            <a:defRPr b="1"/>
          </a:pPr>
          <a:r>
            <a:rPr lang="en-US"/>
            <a:t>Create</a:t>
          </a:r>
        </a:p>
      </dgm:t>
    </dgm:pt>
    <dgm:pt modelId="{FE39EEA9-FFFA-49B3-948A-8A609091E36F}" type="parTrans" cxnId="{F6DF7128-EB70-474D-B69A-A24E0CFD6201}">
      <dgm:prSet/>
      <dgm:spPr/>
      <dgm:t>
        <a:bodyPr/>
        <a:lstStyle/>
        <a:p>
          <a:endParaRPr lang="en-US"/>
        </a:p>
      </dgm:t>
    </dgm:pt>
    <dgm:pt modelId="{D0466332-8FE6-4C10-839D-AA26D3F67A54}" type="sibTrans" cxnId="{F6DF7128-EB70-474D-B69A-A24E0CFD6201}">
      <dgm:prSet/>
      <dgm:spPr/>
      <dgm:t>
        <a:bodyPr/>
        <a:lstStyle/>
        <a:p>
          <a:endParaRPr lang="en-US"/>
        </a:p>
      </dgm:t>
    </dgm:pt>
    <dgm:pt modelId="{6D9D904C-12A7-4DE4-81FE-7D3EF99CFA47}">
      <dgm:prSet/>
      <dgm:spPr/>
      <dgm:t>
        <a:bodyPr/>
        <a:lstStyle/>
        <a:p>
          <a:r>
            <a:rPr lang="en-US"/>
            <a:t>Create a welcoming, supportive cohort environment</a:t>
          </a:r>
        </a:p>
      </dgm:t>
    </dgm:pt>
    <dgm:pt modelId="{5DD19424-B897-4772-A3A0-0DA2BFEC7846}" type="parTrans" cxnId="{CF09C79A-0F77-4AC3-8300-BE8D020B4D2E}">
      <dgm:prSet/>
      <dgm:spPr/>
      <dgm:t>
        <a:bodyPr/>
        <a:lstStyle/>
        <a:p>
          <a:endParaRPr lang="en-US"/>
        </a:p>
      </dgm:t>
    </dgm:pt>
    <dgm:pt modelId="{6183EF2E-5FC6-47A1-99D0-1666010583D6}" type="sibTrans" cxnId="{CF09C79A-0F77-4AC3-8300-BE8D020B4D2E}">
      <dgm:prSet/>
      <dgm:spPr/>
      <dgm:t>
        <a:bodyPr/>
        <a:lstStyle/>
        <a:p>
          <a:endParaRPr lang="en-US"/>
        </a:p>
      </dgm:t>
    </dgm:pt>
    <dgm:pt modelId="{173EEEF0-1E95-4A15-8667-31147D987B6E}">
      <dgm:prSet/>
      <dgm:spPr/>
      <dgm:t>
        <a:bodyPr/>
        <a:lstStyle/>
        <a:p>
          <a:pPr>
            <a:defRPr b="1"/>
          </a:pPr>
          <a:r>
            <a:rPr lang="en-US"/>
            <a:t>Get</a:t>
          </a:r>
        </a:p>
      </dgm:t>
    </dgm:pt>
    <dgm:pt modelId="{209654B4-1E38-43A4-9254-B614E90D1A6B}" type="parTrans" cxnId="{768E25FB-A457-4841-867D-CFEA29CE5093}">
      <dgm:prSet/>
      <dgm:spPr/>
      <dgm:t>
        <a:bodyPr/>
        <a:lstStyle/>
        <a:p>
          <a:endParaRPr lang="en-US"/>
        </a:p>
      </dgm:t>
    </dgm:pt>
    <dgm:pt modelId="{7F86E181-61EB-4DA9-8DA4-4A06B4FDA93A}" type="sibTrans" cxnId="{768E25FB-A457-4841-867D-CFEA29CE5093}">
      <dgm:prSet/>
      <dgm:spPr/>
      <dgm:t>
        <a:bodyPr/>
        <a:lstStyle/>
        <a:p>
          <a:endParaRPr lang="en-US"/>
        </a:p>
      </dgm:t>
    </dgm:pt>
    <dgm:pt modelId="{073907B3-A50A-4FD6-953C-9EF0A870408C}">
      <dgm:prSet/>
      <dgm:spPr/>
      <dgm:t>
        <a:bodyPr/>
        <a:lstStyle/>
        <a:p>
          <a:r>
            <a:rPr lang="en-US"/>
            <a:t>Get to know each other personally and professionally</a:t>
          </a:r>
        </a:p>
      </dgm:t>
    </dgm:pt>
    <dgm:pt modelId="{718F9B03-B772-4980-8C93-ED9875706164}" type="parTrans" cxnId="{5F9639E5-B80E-4133-B7FF-10F513C10803}">
      <dgm:prSet/>
      <dgm:spPr/>
      <dgm:t>
        <a:bodyPr/>
        <a:lstStyle/>
        <a:p>
          <a:endParaRPr lang="en-US"/>
        </a:p>
      </dgm:t>
    </dgm:pt>
    <dgm:pt modelId="{E494BB27-F01B-4713-BFB4-FDB7C807523C}" type="sibTrans" cxnId="{5F9639E5-B80E-4133-B7FF-10F513C10803}">
      <dgm:prSet/>
      <dgm:spPr/>
      <dgm:t>
        <a:bodyPr/>
        <a:lstStyle/>
        <a:p>
          <a:endParaRPr lang="en-US"/>
        </a:p>
      </dgm:t>
    </dgm:pt>
    <dgm:pt modelId="{C52A6733-E91D-4075-A31A-27CD02E78A31}">
      <dgm:prSet/>
      <dgm:spPr/>
      <dgm:t>
        <a:bodyPr/>
        <a:lstStyle/>
        <a:p>
          <a:pPr>
            <a:defRPr b="1"/>
          </a:pPr>
          <a:r>
            <a:rPr lang="en-US"/>
            <a:t>Understand</a:t>
          </a:r>
        </a:p>
      </dgm:t>
    </dgm:pt>
    <dgm:pt modelId="{66CA9B5D-5B3D-4B03-A050-D67C741A06BE}" type="parTrans" cxnId="{6A3A11AB-044D-44DB-BABC-25AC06996ACB}">
      <dgm:prSet/>
      <dgm:spPr/>
      <dgm:t>
        <a:bodyPr/>
        <a:lstStyle/>
        <a:p>
          <a:endParaRPr lang="en-US"/>
        </a:p>
      </dgm:t>
    </dgm:pt>
    <dgm:pt modelId="{5AB1007A-8A4B-4D9D-BF11-68538A038555}" type="sibTrans" cxnId="{6A3A11AB-044D-44DB-BABC-25AC06996ACB}">
      <dgm:prSet/>
      <dgm:spPr/>
      <dgm:t>
        <a:bodyPr/>
        <a:lstStyle/>
        <a:p>
          <a:endParaRPr lang="en-US"/>
        </a:p>
      </dgm:t>
    </dgm:pt>
    <dgm:pt modelId="{92768B30-3C1F-4F89-9949-71B8A0CF05F0}">
      <dgm:prSet/>
      <dgm:spPr/>
      <dgm:t>
        <a:bodyPr/>
        <a:lstStyle/>
        <a:p>
          <a:r>
            <a:rPr lang="en-US"/>
            <a:t>Understand how mentoring will work</a:t>
          </a:r>
        </a:p>
      </dgm:t>
    </dgm:pt>
    <dgm:pt modelId="{E1053EE8-AA14-436E-9558-FC38A7593F20}" type="parTrans" cxnId="{28F171F3-0944-467B-ADEB-06319EBA6D20}">
      <dgm:prSet/>
      <dgm:spPr/>
      <dgm:t>
        <a:bodyPr/>
        <a:lstStyle/>
        <a:p>
          <a:endParaRPr lang="en-US"/>
        </a:p>
      </dgm:t>
    </dgm:pt>
    <dgm:pt modelId="{C5B2B789-2DBA-4D45-96F9-B1BD9CBCE23E}" type="sibTrans" cxnId="{28F171F3-0944-467B-ADEB-06319EBA6D20}">
      <dgm:prSet/>
      <dgm:spPr/>
      <dgm:t>
        <a:bodyPr/>
        <a:lstStyle/>
        <a:p>
          <a:endParaRPr lang="en-US"/>
        </a:p>
      </dgm:t>
    </dgm:pt>
    <dgm:pt modelId="{827E93F0-3985-4456-BFB3-4FC05B0DDA10}">
      <dgm:prSet/>
      <dgm:spPr/>
      <dgm:t>
        <a:bodyPr/>
        <a:lstStyle/>
        <a:p>
          <a:pPr>
            <a:defRPr b="1"/>
          </a:pPr>
          <a:r>
            <a:rPr lang="en-US"/>
            <a:t>Explore</a:t>
          </a:r>
        </a:p>
      </dgm:t>
    </dgm:pt>
    <dgm:pt modelId="{11B72469-88BA-4571-8BD2-B15221A55C5B}" type="parTrans" cxnId="{5FEC887F-DFAE-464D-9229-1E40F70F26E3}">
      <dgm:prSet/>
      <dgm:spPr/>
      <dgm:t>
        <a:bodyPr/>
        <a:lstStyle/>
        <a:p>
          <a:endParaRPr lang="en-US"/>
        </a:p>
      </dgm:t>
    </dgm:pt>
    <dgm:pt modelId="{3ABFF54C-F94D-41D3-84BD-6EE5572ED0F1}" type="sibTrans" cxnId="{5FEC887F-DFAE-464D-9229-1E40F70F26E3}">
      <dgm:prSet/>
      <dgm:spPr/>
      <dgm:t>
        <a:bodyPr/>
        <a:lstStyle/>
        <a:p>
          <a:endParaRPr lang="en-US"/>
        </a:p>
      </dgm:t>
    </dgm:pt>
    <dgm:pt modelId="{363E7394-1F64-40C0-88F2-E30335ABCC7C}">
      <dgm:prSet/>
      <dgm:spPr/>
      <dgm:t>
        <a:bodyPr/>
        <a:lstStyle/>
        <a:p>
          <a:r>
            <a:rPr lang="en-US"/>
            <a:t>Explore career interests and goals</a:t>
          </a:r>
        </a:p>
      </dgm:t>
    </dgm:pt>
    <dgm:pt modelId="{523E6E72-E6C3-4D76-A182-04E16AE8F9D3}" type="parTrans" cxnId="{F18BC912-8FDC-49E2-8BEE-954A90CFB5C3}">
      <dgm:prSet/>
      <dgm:spPr/>
      <dgm:t>
        <a:bodyPr/>
        <a:lstStyle/>
        <a:p>
          <a:endParaRPr lang="en-US"/>
        </a:p>
      </dgm:t>
    </dgm:pt>
    <dgm:pt modelId="{E994BC76-1910-4219-A9CE-43B00931ECB7}" type="sibTrans" cxnId="{F18BC912-8FDC-49E2-8BEE-954A90CFB5C3}">
      <dgm:prSet/>
      <dgm:spPr/>
      <dgm:t>
        <a:bodyPr/>
        <a:lstStyle/>
        <a:p>
          <a:endParaRPr lang="en-US"/>
        </a:p>
      </dgm:t>
    </dgm:pt>
    <dgm:pt modelId="{AA2E260A-8E4C-4C8A-9DE7-C3CE76A9D6A3}">
      <dgm:prSet/>
      <dgm:spPr/>
      <dgm:t>
        <a:bodyPr/>
        <a:lstStyle/>
        <a:p>
          <a:pPr>
            <a:defRPr b="1"/>
          </a:pPr>
          <a:r>
            <a:rPr lang="en-US"/>
            <a:t>Set</a:t>
          </a:r>
        </a:p>
      </dgm:t>
    </dgm:pt>
    <dgm:pt modelId="{99B916FB-CC8A-42EC-9C82-207F6E50C6E9}" type="parTrans" cxnId="{894959A4-A55E-47D1-9A9E-EE31C3FC9024}">
      <dgm:prSet/>
      <dgm:spPr/>
      <dgm:t>
        <a:bodyPr/>
        <a:lstStyle/>
        <a:p>
          <a:endParaRPr lang="en-US"/>
        </a:p>
      </dgm:t>
    </dgm:pt>
    <dgm:pt modelId="{BBA18339-6327-44C3-B742-37245B947F1B}" type="sibTrans" cxnId="{894959A4-A55E-47D1-9A9E-EE31C3FC9024}">
      <dgm:prSet/>
      <dgm:spPr/>
      <dgm:t>
        <a:bodyPr/>
        <a:lstStyle/>
        <a:p>
          <a:endParaRPr lang="en-US"/>
        </a:p>
      </dgm:t>
    </dgm:pt>
    <dgm:pt modelId="{8F49D6E9-A190-4D68-BCF1-9447CFE8F4F3}">
      <dgm:prSet/>
      <dgm:spPr/>
      <dgm:t>
        <a:bodyPr/>
        <a:lstStyle/>
        <a:p>
          <a:r>
            <a:rPr lang="en-US"/>
            <a:t>Set direction for future sessions</a:t>
          </a:r>
        </a:p>
      </dgm:t>
    </dgm:pt>
    <dgm:pt modelId="{32EF024C-0B2B-460F-A374-ADA79336C2B9}" type="parTrans" cxnId="{414A30EE-6245-473A-A93D-298199A1F0A7}">
      <dgm:prSet/>
      <dgm:spPr/>
      <dgm:t>
        <a:bodyPr/>
        <a:lstStyle/>
        <a:p>
          <a:endParaRPr lang="en-US"/>
        </a:p>
      </dgm:t>
    </dgm:pt>
    <dgm:pt modelId="{6CEAF1EE-1105-418B-8E51-C2C18AB80AF6}" type="sibTrans" cxnId="{414A30EE-6245-473A-A93D-298199A1F0A7}">
      <dgm:prSet/>
      <dgm:spPr/>
      <dgm:t>
        <a:bodyPr/>
        <a:lstStyle/>
        <a:p>
          <a:endParaRPr lang="en-US"/>
        </a:p>
      </dgm:t>
    </dgm:pt>
    <dgm:pt modelId="{BD5395B6-254D-4B58-B2FF-9A5D1F9B0994}" type="pres">
      <dgm:prSet presAssocID="{D7A3FEC3-029D-4B35-AA91-D31E5DB098AD}" presName="root" presStyleCnt="0">
        <dgm:presLayoutVars>
          <dgm:dir/>
          <dgm:resizeHandles val="exact"/>
        </dgm:presLayoutVars>
      </dgm:prSet>
      <dgm:spPr/>
    </dgm:pt>
    <dgm:pt modelId="{F4CA990D-F835-46E2-972C-050AE52396A8}" type="pres">
      <dgm:prSet presAssocID="{2B02A350-46F8-4E21-BC3B-7ACBC63F969A}" presName="compNode" presStyleCnt="0"/>
      <dgm:spPr/>
    </dgm:pt>
    <dgm:pt modelId="{86367869-4CA7-47AF-AD1F-8411FECA3F56}" type="pres">
      <dgm:prSet presAssocID="{2B02A350-46F8-4E21-BC3B-7ACBC63F969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6287652-5796-4113-B93A-4225A103EB27}" type="pres">
      <dgm:prSet presAssocID="{2B02A350-46F8-4E21-BC3B-7ACBC63F969A}" presName="iconSpace" presStyleCnt="0"/>
      <dgm:spPr/>
    </dgm:pt>
    <dgm:pt modelId="{DDD8436F-22C9-4E6B-80F9-940BEA257254}" type="pres">
      <dgm:prSet presAssocID="{2B02A350-46F8-4E21-BC3B-7ACBC63F969A}" presName="parTx" presStyleLbl="revTx" presStyleIdx="0" presStyleCnt="10">
        <dgm:presLayoutVars>
          <dgm:chMax val="0"/>
          <dgm:chPref val="0"/>
        </dgm:presLayoutVars>
      </dgm:prSet>
      <dgm:spPr/>
    </dgm:pt>
    <dgm:pt modelId="{A40A833C-2E92-4F66-9721-0371DAA6CC25}" type="pres">
      <dgm:prSet presAssocID="{2B02A350-46F8-4E21-BC3B-7ACBC63F969A}" presName="txSpace" presStyleCnt="0"/>
      <dgm:spPr/>
    </dgm:pt>
    <dgm:pt modelId="{7B2215B9-F1DC-4E4F-989B-88BAD2269126}" type="pres">
      <dgm:prSet presAssocID="{2B02A350-46F8-4E21-BC3B-7ACBC63F969A}" presName="desTx" presStyleLbl="revTx" presStyleIdx="1" presStyleCnt="10">
        <dgm:presLayoutVars/>
      </dgm:prSet>
      <dgm:spPr/>
    </dgm:pt>
    <dgm:pt modelId="{B588D697-0B2B-45BE-8C96-0CEFEFBE5C9A}" type="pres">
      <dgm:prSet presAssocID="{D0466332-8FE6-4C10-839D-AA26D3F67A54}" presName="sibTrans" presStyleCnt="0"/>
      <dgm:spPr/>
    </dgm:pt>
    <dgm:pt modelId="{A55CB32B-A052-4F11-8223-25EC76ED433D}" type="pres">
      <dgm:prSet presAssocID="{173EEEF0-1E95-4A15-8667-31147D987B6E}" presName="compNode" presStyleCnt="0"/>
      <dgm:spPr/>
    </dgm:pt>
    <dgm:pt modelId="{7C58B059-3F9F-4B01-83E5-C5B750EA7D8A}" type="pres">
      <dgm:prSet presAssocID="{173EEEF0-1E95-4A15-8667-31147D987B6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F8DAAB4-31A7-436D-9FF3-0B0A83051470}" type="pres">
      <dgm:prSet presAssocID="{173EEEF0-1E95-4A15-8667-31147D987B6E}" presName="iconSpace" presStyleCnt="0"/>
      <dgm:spPr/>
    </dgm:pt>
    <dgm:pt modelId="{DD19C555-F9C8-4037-8A80-07A4B3BCE9EC}" type="pres">
      <dgm:prSet presAssocID="{173EEEF0-1E95-4A15-8667-31147D987B6E}" presName="parTx" presStyleLbl="revTx" presStyleIdx="2" presStyleCnt="10">
        <dgm:presLayoutVars>
          <dgm:chMax val="0"/>
          <dgm:chPref val="0"/>
        </dgm:presLayoutVars>
      </dgm:prSet>
      <dgm:spPr/>
    </dgm:pt>
    <dgm:pt modelId="{F8765329-A068-4444-BED3-0B0B63490A6C}" type="pres">
      <dgm:prSet presAssocID="{173EEEF0-1E95-4A15-8667-31147D987B6E}" presName="txSpace" presStyleCnt="0"/>
      <dgm:spPr/>
    </dgm:pt>
    <dgm:pt modelId="{EA51F378-81A9-4BC1-B121-E26053ECA577}" type="pres">
      <dgm:prSet presAssocID="{173EEEF0-1E95-4A15-8667-31147D987B6E}" presName="desTx" presStyleLbl="revTx" presStyleIdx="3" presStyleCnt="10">
        <dgm:presLayoutVars/>
      </dgm:prSet>
      <dgm:spPr/>
    </dgm:pt>
    <dgm:pt modelId="{B7226FD1-2233-413C-A448-FB1371DFD1A5}" type="pres">
      <dgm:prSet presAssocID="{7F86E181-61EB-4DA9-8DA4-4A06B4FDA93A}" presName="sibTrans" presStyleCnt="0"/>
      <dgm:spPr/>
    </dgm:pt>
    <dgm:pt modelId="{ADC34D2B-6FE8-4D25-9672-1310EE9E12D7}" type="pres">
      <dgm:prSet presAssocID="{C52A6733-E91D-4075-A31A-27CD02E78A31}" presName="compNode" presStyleCnt="0"/>
      <dgm:spPr/>
    </dgm:pt>
    <dgm:pt modelId="{1E8D5EF4-2E80-4D4E-B1AE-77EA302E0B77}" type="pres">
      <dgm:prSet presAssocID="{C52A6733-E91D-4075-A31A-27CD02E78A3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61B1B89-21CB-4CF6-9D82-7D127B1C0C55}" type="pres">
      <dgm:prSet presAssocID="{C52A6733-E91D-4075-A31A-27CD02E78A31}" presName="iconSpace" presStyleCnt="0"/>
      <dgm:spPr/>
    </dgm:pt>
    <dgm:pt modelId="{656D4387-B3F8-46AD-8B3D-D7813454200F}" type="pres">
      <dgm:prSet presAssocID="{C52A6733-E91D-4075-A31A-27CD02E78A31}" presName="parTx" presStyleLbl="revTx" presStyleIdx="4" presStyleCnt="10">
        <dgm:presLayoutVars>
          <dgm:chMax val="0"/>
          <dgm:chPref val="0"/>
        </dgm:presLayoutVars>
      </dgm:prSet>
      <dgm:spPr/>
    </dgm:pt>
    <dgm:pt modelId="{EF488937-47F8-4B26-9435-F920B5E2104B}" type="pres">
      <dgm:prSet presAssocID="{C52A6733-E91D-4075-A31A-27CD02E78A31}" presName="txSpace" presStyleCnt="0"/>
      <dgm:spPr/>
    </dgm:pt>
    <dgm:pt modelId="{3714A449-7E41-4B84-941F-6B9212655F4E}" type="pres">
      <dgm:prSet presAssocID="{C52A6733-E91D-4075-A31A-27CD02E78A31}" presName="desTx" presStyleLbl="revTx" presStyleIdx="5" presStyleCnt="10">
        <dgm:presLayoutVars/>
      </dgm:prSet>
      <dgm:spPr/>
    </dgm:pt>
    <dgm:pt modelId="{A0FFD91B-CA4D-4D09-941E-4F11198C446C}" type="pres">
      <dgm:prSet presAssocID="{5AB1007A-8A4B-4D9D-BF11-68538A038555}" presName="sibTrans" presStyleCnt="0"/>
      <dgm:spPr/>
    </dgm:pt>
    <dgm:pt modelId="{BD88B5FE-752B-4D0E-9E29-913D78BB67F9}" type="pres">
      <dgm:prSet presAssocID="{827E93F0-3985-4456-BFB3-4FC05B0DDA10}" presName="compNode" presStyleCnt="0"/>
      <dgm:spPr/>
    </dgm:pt>
    <dgm:pt modelId="{8BFB143F-D14F-4397-B5FF-FC5488A8C565}" type="pres">
      <dgm:prSet presAssocID="{827E93F0-3985-4456-BFB3-4FC05B0DDA1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AC004E3-00C1-4386-8943-6DED7B687841}" type="pres">
      <dgm:prSet presAssocID="{827E93F0-3985-4456-BFB3-4FC05B0DDA10}" presName="iconSpace" presStyleCnt="0"/>
      <dgm:spPr/>
    </dgm:pt>
    <dgm:pt modelId="{2F73A8C2-187B-4460-B7AA-40C603DEAA16}" type="pres">
      <dgm:prSet presAssocID="{827E93F0-3985-4456-BFB3-4FC05B0DDA10}" presName="parTx" presStyleLbl="revTx" presStyleIdx="6" presStyleCnt="10">
        <dgm:presLayoutVars>
          <dgm:chMax val="0"/>
          <dgm:chPref val="0"/>
        </dgm:presLayoutVars>
      </dgm:prSet>
      <dgm:spPr/>
    </dgm:pt>
    <dgm:pt modelId="{613A1BCF-4EC1-44F5-AE49-86923C4FCE52}" type="pres">
      <dgm:prSet presAssocID="{827E93F0-3985-4456-BFB3-4FC05B0DDA10}" presName="txSpace" presStyleCnt="0"/>
      <dgm:spPr/>
    </dgm:pt>
    <dgm:pt modelId="{DD9A5C8A-A522-48DA-A1E5-6FB553D82175}" type="pres">
      <dgm:prSet presAssocID="{827E93F0-3985-4456-BFB3-4FC05B0DDA10}" presName="desTx" presStyleLbl="revTx" presStyleIdx="7" presStyleCnt="10">
        <dgm:presLayoutVars/>
      </dgm:prSet>
      <dgm:spPr/>
    </dgm:pt>
    <dgm:pt modelId="{FE798D37-16A8-4DB4-9617-67522BEE5AF8}" type="pres">
      <dgm:prSet presAssocID="{3ABFF54C-F94D-41D3-84BD-6EE5572ED0F1}" presName="sibTrans" presStyleCnt="0"/>
      <dgm:spPr/>
    </dgm:pt>
    <dgm:pt modelId="{75C8DD71-6E2B-4B2C-9983-19325D5C072D}" type="pres">
      <dgm:prSet presAssocID="{AA2E260A-8E4C-4C8A-9DE7-C3CE76A9D6A3}" presName="compNode" presStyleCnt="0"/>
      <dgm:spPr/>
    </dgm:pt>
    <dgm:pt modelId="{7528F80E-664F-4E62-9688-F2A084847F18}" type="pres">
      <dgm:prSet presAssocID="{AA2E260A-8E4C-4C8A-9DE7-C3CE76A9D6A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2D6B94AF-3360-4B6A-BB85-2C0DA776C468}" type="pres">
      <dgm:prSet presAssocID="{AA2E260A-8E4C-4C8A-9DE7-C3CE76A9D6A3}" presName="iconSpace" presStyleCnt="0"/>
      <dgm:spPr/>
    </dgm:pt>
    <dgm:pt modelId="{5673AE19-986F-4E63-B2DE-B07CAA2CAB66}" type="pres">
      <dgm:prSet presAssocID="{AA2E260A-8E4C-4C8A-9DE7-C3CE76A9D6A3}" presName="parTx" presStyleLbl="revTx" presStyleIdx="8" presStyleCnt="10">
        <dgm:presLayoutVars>
          <dgm:chMax val="0"/>
          <dgm:chPref val="0"/>
        </dgm:presLayoutVars>
      </dgm:prSet>
      <dgm:spPr/>
    </dgm:pt>
    <dgm:pt modelId="{6C431B73-B185-402E-99CB-C1189019DB1C}" type="pres">
      <dgm:prSet presAssocID="{AA2E260A-8E4C-4C8A-9DE7-C3CE76A9D6A3}" presName="txSpace" presStyleCnt="0"/>
      <dgm:spPr/>
    </dgm:pt>
    <dgm:pt modelId="{23C529D9-0B99-4A0B-A9A3-46796E94D297}" type="pres">
      <dgm:prSet presAssocID="{AA2E260A-8E4C-4C8A-9DE7-C3CE76A9D6A3}" presName="desTx" presStyleLbl="revTx" presStyleIdx="9" presStyleCnt="10">
        <dgm:presLayoutVars/>
      </dgm:prSet>
      <dgm:spPr/>
    </dgm:pt>
  </dgm:ptLst>
  <dgm:cxnLst>
    <dgm:cxn modelId="{F18BC912-8FDC-49E2-8BEE-954A90CFB5C3}" srcId="{827E93F0-3985-4456-BFB3-4FC05B0DDA10}" destId="{363E7394-1F64-40C0-88F2-E30335ABCC7C}" srcOrd="0" destOrd="0" parTransId="{523E6E72-E6C3-4D76-A182-04E16AE8F9D3}" sibTransId="{E994BC76-1910-4219-A9CE-43B00931ECB7}"/>
    <dgm:cxn modelId="{F6DF7128-EB70-474D-B69A-A24E0CFD6201}" srcId="{D7A3FEC3-029D-4B35-AA91-D31E5DB098AD}" destId="{2B02A350-46F8-4E21-BC3B-7ACBC63F969A}" srcOrd="0" destOrd="0" parTransId="{FE39EEA9-FFFA-49B3-948A-8A609091E36F}" sibTransId="{D0466332-8FE6-4C10-839D-AA26D3F67A54}"/>
    <dgm:cxn modelId="{DBBDC55C-F5AE-4D13-B962-19ABFF2F6AAC}" type="presOf" srcId="{AA2E260A-8E4C-4C8A-9DE7-C3CE76A9D6A3}" destId="{5673AE19-986F-4E63-B2DE-B07CAA2CAB66}" srcOrd="0" destOrd="0" presId="urn:microsoft.com/office/officeart/2018/5/layout/CenteredIconLabelDescriptionList"/>
    <dgm:cxn modelId="{E820A06A-E665-4FC5-AF9F-A03004D43EAE}" type="presOf" srcId="{073907B3-A50A-4FD6-953C-9EF0A870408C}" destId="{EA51F378-81A9-4BC1-B121-E26053ECA577}" srcOrd="0" destOrd="0" presId="urn:microsoft.com/office/officeart/2018/5/layout/CenteredIconLabelDescriptionList"/>
    <dgm:cxn modelId="{5FEC887F-DFAE-464D-9229-1E40F70F26E3}" srcId="{D7A3FEC3-029D-4B35-AA91-D31E5DB098AD}" destId="{827E93F0-3985-4456-BFB3-4FC05B0DDA10}" srcOrd="3" destOrd="0" parTransId="{11B72469-88BA-4571-8BD2-B15221A55C5B}" sibTransId="{3ABFF54C-F94D-41D3-84BD-6EE5572ED0F1}"/>
    <dgm:cxn modelId="{2B971C85-3502-42F4-8CDD-98623177E635}" type="presOf" srcId="{827E93F0-3985-4456-BFB3-4FC05B0DDA10}" destId="{2F73A8C2-187B-4460-B7AA-40C603DEAA16}" srcOrd="0" destOrd="0" presId="urn:microsoft.com/office/officeart/2018/5/layout/CenteredIconLabelDescriptionList"/>
    <dgm:cxn modelId="{CF09C79A-0F77-4AC3-8300-BE8D020B4D2E}" srcId="{2B02A350-46F8-4E21-BC3B-7ACBC63F969A}" destId="{6D9D904C-12A7-4DE4-81FE-7D3EF99CFA47}" srcOrd="0" destOrd="0" parTransId="{5DD19424-B897-4772-A3A0-0DA2BFEC7846}" sibTransId="{6183EF2E-5FC6-47A1-99D0-1666010583D6}"/>
    <dgm:cxn modelId="{894959A4-A55E-47D1-9A9E-EE31C3FC9024}" srcId="{D7A3FEC3-029D-4B35-AA91-D31E5DB098AD}" destId="{AA2E260A-8E4C-4C8A-9DE7-C3CE76A9D6A3}" srcOrd="4" destOrd="0" parTransId="{99B916FB-CC8A-42EC-9C82-207F6E50C6E9}" sibTransId="{BBA18339-6327-44C3-B742-37245B947F1B}"/>
    <dgm:cxn modelId="{6A3A11AB-044D-44DB-BABC-25AC06996ACB}" srcId="{D7A3FEC3-029D-4B35-AA91-D31E5DB098AD}" destId="{C52A6733-E91D-4075-A31A-27CD02E78A31}" srcOrd="2" destOrd="0" parTransId="{66CA9B5D-5B3D-4B03-A050-D67C741A06BE}" sibTransId="{5AB1007A-8A4B-4D9D-BF11-68538A038555}"/>
    <dgm:cxn modelId="{837058B6-B651-4049-892C-AB5C4A9CDC06}" type="presOf" srcId="{363E7394-1F64-40C0-88F2-E30335ABCC7C}" destId="{DD9A5C8A-A522-48DA-A1E5-6FB553D82175}" srcOrd="0" destOrd="0" presId="urn:microsoft.com/office/officeart/2018/5/layout/CenteredIconLabelDescriptionList"/>
    <dgm:cxn modelId="{563808DB-AE9F-4DB4-88F7-3B6FCF443658}" type="presOf" srcId="{C52A6733-E91D-4075-A31A-27CD02E78A31}" destId="{656D4387-B3F8-46AD-8B3D-D7813454200F}" srcOrd="0" destOrd="0" presId="urn:microsoft.com/office/officeart/2018/5/layout/CenteredIconLabelDescriptionList"/>
    <dgm:cxn modelId="{ED8356DE-EFA0-425D-A355-4ED1FB78578C}" type="presOf" srcId="{92768B30-3C1F-4F89-9949-71B8A0CF05F0}" destId="{3714A449-7E41-4B84-941F-6B9212655F4E}" srcOrd="0" destOrd="0" presId="urn:microsoft.com/office/officeart/2018/5/layout/CenteredIconLabelDescriptionList"/>
    <dgm:cxn modelId="{7A4AADDE-0140-40EF-BFAA-769D8A8CC01A}" type="presOf" srcId="{D7A3FEC3-029D-4B35-AA91-D31E5DB098AD}" destId="{BD5395B6-254D-4B58-B2FF-9A5D1F9B0994}" srcOrd="0" destOrd="0" presId="urn:microsoft.com/office/officeart/2018/5/layout/CenteredIconLabelDescriptionList"/>
    <dgm:cxn modelId="{295C59E3-8CFA-4525-B530-54A8AE5707F7}" type="presOf" srcId="{8F49D6E9-A190-4D68-BCF1-9447CFE8F4F3}" destId="{23C529D9-0B99-4A0B-A9A3-46796E94D297}" srcOrd="0" destOrd="0" presId="urn:microsoft.com/office/officeart/2018/5/layout/CenteredIconLabelDescriptionList"/>
    <dgm:cxn modelId="{5F9639E5-B80E-4133-B7FF-10F513C10803}" srcId="{173EEEF0-1E95-4A15-8667-31147D987B6E}" destId="{073907B3-A50A-4FD6-953C-9EF0A870408C}" srcOrd="0" destOrd="0" parTransId="{718F9B03-B772-4980-8C93-ED9875706164}" sibTransId="{E494BB27-F01B-4713-BFB4-FDB7C807523C}"/>
    <dgm:cxn modelId="{38CEDEEA-1DFC-4572-93AB-8021B62858E8}" type="presOf" srcId="{173EEEF0-1E95-4A15-8667-31147D987B6E}" destId="{DD19C555-F9C8-4037-8A80-07A4B3BCE9EC}" srcOrd="0" destOrd="0" presId="urn:microsoft.com/office/officeart/2018/5/layout/CenteredIconLabelDescriptionList"/>
    <dgm:cxn modelId="{414A30EE-6245-473A-A93D-298199A1F0A7}" srcId="{AA2E260A-8E4C-4C8A-9DE7-C3CE76A9D6A3}" destId="{8F49D6E9-A190-4D68-BCF1-9447CFE8F4F3}" srcOrd="0" destOrd="0" parTransId="{32EF024C-0B2B-460F-A374-ADA79336C2B9}" sibTransId="{6CEAF1EE-1105-418B-8E51-C2C18AB80AF6}"/>
    <dgm:cxn modelId="{28F171F3-0944-467B-ADEB-06319EBA6D20}" srcId="{C52A6733-E91D-4075-A31A-27CD02E78A31}" destId="{92768B30-3C1F-4F89-9949-71B8A0CF05F0}" srcOrd="0" destOrd="0" parTransId="{E1053EE8-AA14-436E-9558-FC38A7593F20}" sibTransId="{C5B2B789-2DBA-4D45-96F9-B1BD9CBCE23E}"/>
    <dgm:cxn modelId="{094BB6F6-B7FA-41C1-9974-211AA590BDF9}" type="presOf" srcId="{6D9D904C-12A7-4DE4-81FE-7D3EF99CFA47}" destId="{7B2215B9-F1DC-4E4F-989B-88BAD2269126}" srcOrd="0" destOrd="0" presId="urn:microsoft.com/office/officeart/2018/5/layout/CenteredIconLabelDescriptionList"/>
    <dgm:cxn modelId="{768E25FB-A457-4841-867D-CFEA29CE5093}" srcId="{D7A3FEC3-029D-4B35-AA91-D31E5DB098AD}" destId="{173EEEF0-1E95-4A15-8667-31147D987B6E}" srcOrd="1" destOrd="0" parTransId="{209654B4-1E38-43A4-9254-B614E90D1A6B}" sibTransId="{7F86E181-61EB-4DA9-8DA4-4A06B4FDA93A}"/>
    <dgm:cxn modelId="{8A2E6BFD-6A0D-4934-B70D-AF92C96FFC1D}" type="presOf" srcId="{2B02A350-46F8-4E21-BC3B-7ACBC63F969A}" destId="{DDD8436F-22C9-4E6B-80F9-940BEA257254}" srcOrd="0" destOrd="0" presId="urn:microsoft.com/office/officeart/2018/5/layout/CenteredIconLabelDescriptionList"/>
    <dgm:cxn modelId="{704F6003-5EE2-4966-A923-53BA92FC5087}" type="presParOf" srcId="{BD5395B6-254D-4B58-B2FF-9A5D1F9B0994}" destId="{F4CA990D-F835-46E2-972C-050AE52396A8}" srcOrd="0" destOrd="0" presId="urn:microsoft.com/office/officeart/2018/5/layout/CenteredIconLabelDescriptionList"/>
    <dgm:cxn modelId="{F4A4B8FE-F176-4021-A71F-D51E767D9C3E}" type="presParOf" srcId="{F4CA990D-F835-46E2-972C-050AE52396A8}" destId="{86367869-4CA7-47AF-AD1F-8411FECA3F56}" srcOrd="0" destOrd="0" presId="urn:microsoft.com/office/officeart/2018/5/layout/CenteredIconLabelDescriptionList"/>
    <dgm:cxn modelId="{69F89AFB-0F65-42F5-A092-E88DB9498E66}" type="presParOf" srcId="{F4CA990D-F835-46E2-972C-050AE52396A8}" destId="{36287652-5796-4113-B93A-4225A103EB27}" srcOrd="1" destOrd="0" presId="urn:microsoft.com/office/officeart/2018/5/layout/CenteredIconLabelDescriptionList"/>
    <dgm:cxn modelId="{99AEC4F6-F0DD-4AC7-8EA8-15BD31AE5FAD}" type="presParOf" srcId="{F4CA990D-F835-46E2-972C-050AE52396A8}" destId="{DDD8436F-22C9-4E6B-80F9-940BEA257254}" srcOrd="2" destOrd="0" presId="urn:microsoft.com/office/officeart/2018/5/layout/CenteredIconLabelDescriptionList"/>
    <dgm:cxn modelId="{6220B98B-5B8D-40CA-8478-AD9668877D82}" type="presParOf" srcId="{F4CA990D-F835-46E2-972C-050AE52396A8}" destId="{A40A833C-2E92-4F66-9721-0371DAA6CC25}" srcOrd="3" destOrd="0" presId="urn:microsoft.com/office/officeart/2018/5/layout/CenteredIconLabelDescriptionList"/>
    <dgm:cxn modelId="{913A64F4-2F32-484A-A38D-F7AF80ABF209}" type="presParOf" srcId="{F4CA990D-F835-46E2-972C-050AE52396A8}" destId="{7B2215B9-F1DC-4E4F-989B-88BAD2269126}" srcOrd="4" destOrd="0" presId="urn:microsoft.com/office/officeart/2018/5/layout/CenteredIconLabelDescriptionList"/>
    <dgm:cxn modelId="{56737916-5C10-492E-B7B3-F28135F41E4A}" type="presParOf" srcId="{BD5395B6-254D-4B58-B2FF-9A5D1F9B0994}" destId="{B588D697-0B2B-45BE-8C96-0CEFEFBE5C9A}" srcOrd="1" destOrd="0" presId="urn:microsoft.com/office/officeart/2018/5/layout/CenteredIconLabelDescriptionList"/>
    <dgm:cxn modelId="{BD22C3D0-3C97-4760-817D-4EDC5952EB3E}" type="presParOf" srcId="{BD5395B6-254D-4B58-B2FF-9A5D1F9B0994}" destId="{A55CB32B-A052-4F11-8223-25EC76ED433D}" srcOrd="2" destOrd="0" presId="urn:microsoft.com/office/officeart/2018/5/layout/CenteredIconLabelDescriptionList"/>
    <dgm:cxn modelId="{101B11F8-9C04-4DDE-A8D1-B615BBFE0392}" type="presParOf" srcId="{A55CB32B-A052-4F11-8223-25EC76ED433D}" destId="{7C58B059-3F9F-4B01-83E5-C5B750EA7D8A}" srcOrd="0" destOrd="0" presId="urn:microsoft.com/office/officeart/2018/5/layout/CenteredIconLabelDescriptionList"/>
    <dgm:cxn modelId="{63A500AA-4B91-4E0B-95B1-179A9F7B83EB}" type="presParOf" srcId="{A55CB32B-A052-4F11-8223-25EC76ED433D}" destId="{BF8DAAB4-31A7-436D-9FF3-0B0A83051470}" srcOrd="1" destOrd="0" presId="urn:microsoft.com/office/officeart/2018/5/layout/CenteredIconLabelDescriptionList"/>
    <dgm:cxn modelId="{CA17B773-B66A-42E8-9279-3B103ED887AB}" type="presParOf" srcId="{A55CB32B-A052-4F11-8223-25EC76ED433D}" destId="{DD19C555-F9C8-4037-8A80-07A4B3BCE9EC}" srcOrd="2" destOrd="0" presId="urn:microsoft.com/office/officeart/2018/5/layout/CenteredIconLabelDescriptionList"/>
    <dgm:cxn modelId="{6170E8A2-B9E9-42B3-B79C-0EF8B6B031A7}" type="presParOf" srcId="{A55CB32B-A052-4F11-8223-25EC76ED433D}" destId="{F8765329-A068-4444-BED3-0B0B63490A6C}" srcOrd="3" destOrd="0" presId="urn:microsoft.com/office/officeart/2018/5/layout/CenteredIconLabelDescriptionList"/>
    <dgm:cxn modelId="{38AB0189-0EBA-4480-A0F0-942072D95DA9}" type="presParOf" srcId="{A55CB32B-A052-4F11-8223-25EC76ED433D}" destId="{EA51F378-81A9-4BC1-B121-E26053ECA577}" srcOrd="4" destOrd="0" presId="urn:microsoft.com/office/officeart/2018/5/layout/CenteredIconLabelDescriptionList"/>
    <dgm:cxn modelId="{EC6DC2F3-6225-43B5-B58A-319B06B71843}" type="presParOf" srcId="{BD5395B6-254D-4B58-B2FF-9A5D1F9B0994}" destId="{B7226FD1-2233-413C-A448-FB1371DFD1A5}" srcOrd="3" destOrd="0" presId="urn:microsoft.com/office/officeart/2018/5/layout/CenteredIconLabelDescriptionList"/>
    <dgm:cxn modelId="{27A1ADCE-184C-4FBF-9545-4F2971476602}" type="presParOf" srcId="{BD5395B6-254D-4B58-B2FF-9A5D1F9B0994}" destId="{ADC34D2B-6FE8-4D25-9672-1310EE9E12D7}" srcOrd="4" destOrd="0" presId="urn:microsoft.com/office/officeart/2018/5/layout/CenteredIconLabelDescriptionList"/>
    <dgm:cxn modelId="{7A448561-D64B-4055-ABC2-A72B1FD0EF20}" type="presParOf" srcId="{ADC34D2B-6FE8-4D25-9672-1310EE9E12D7}" destId="{1E8D5EF4-2E80-4D4E-B1AE-77EA302E0B77}" srcOrd="0" destOrd="0" presId="urn:microsoft.com/office/officeart/2018/5/layout/CenteredIconLabelDescriptionList"/>
    <dgm:cxn modelId="{F1255710-F9D6-449B-904B-C4FF1CD2D7E1}" type="presParOf" srcId="{ADC34D2B-6FE8-4D25-9672-1310EE9E12D7}" destId="{361B1B89-21CB-4CF6-9D82-7D127B1C0C55}" srcOrd="1" destOrd="0" presId="urn:microsoft.com/office/officeart/2018/5/layout/CenteredIconLabelDescriptionList"/>
    <dgm:cxn modelId="{32A344D2-5E43-41EF-BAF8-CA4FE1945928}" type="presParOf" srcId="{ADC34D2B-6FE8-4D25-9672-1310EE9E12D7}" destId="{656D4387-B3F8-46AD-8B3D-D7813454200F}" srcOrd="2" destOrd="0" presId="urn:microsoft.com/office/officeart/2018/5/layout/CenteredIconLabelDescriptionList"/>
    <dgm:cxn modelId="{E969D939-80E2-4149-BB0F-F9735D3A0816}" type="presParOf" srcId="{ADC34D2B-6FE8-4D25-9672-1310EE9E12D7}" destId="{EF488937-47F8-4B26-9435-F920B5E2104B}" srcOrd="3" destOrd="0" presId="urn:microsoft.com/office/officeart/2018/5/layout/CenteredIconLabelDescriptionList"/>
    <dgm:cxn modelId="{F6CCAE17-667B-4D75-9F3B-AF5A5CF88C96}" type="presParOf" srcId="{ADC34D2B-6FE8-4D25-9672-1310EE9E12D7}" destId="{3714A449-7E41-4B84-941F-6B9212655F4E}" srcOrd="4" destOrd="0" presId="urn:microsoft.com/office/officeart/2018/5/layout/CenteredIconLabelDescriptionList"/>
    <dgm:cxn modelId="{6E0F8DCB-E283-4149-A46F-2728CD44366F}" type="presParOf" srcId="{BD5395B6-254D-4B58-B2FF-9A5D1F9B0994}" destId="{A0FFD91B-CA4D-4D09-941E-4F11198C446C}" srcOrd="5" destOrd="0" presId="urn:microsoft.com/office/officeart/2018/5/layout/CenteredIconLabelDescriptionList"/>
    <dgm:cxn modelId="{0285A3F7-DE59-4228-BCBC-2047F15D328D}" type="presParOf" srcId="{BD5395B6-254D-4B58-B2FF-9A5D1F9B0994}" destId="{BD88B5FE-752B-4D0E-9E29-913D78BB67F9}" srcOrd="6" destOrd="0" presId="urn:microsoft.com/office/officeart/2018/5/layout/CenteredIconLabelDescriptionList"/>
    <dgm:cxn modelId="{CF043E41-EBD7-4015-ADF0-C07719C2DA0D}" type="presParOf" srcId="{BD88B5FE-752B-4D0E-9E29-913D78BB67F9}" destId="{8BFB143F-D14F-4397-B5FF-FC5488A8C565}" srcOrd="0" destOrd="0" presId="urn:microsoft.com/office/officeart/2018/5/layout/CenteredIconLabelDescriptionList"/>
    <dgm:cxn modelId="{5F5F8552-D77A-4FB9-9578-268BD466C1C6}" type="presParOf" srcId="{BD88B5FE-752B-4D0E-9E29-913D78BB67F9}" destId="{1AC004E3-00C1-4386-8943-6DED7B687841}" srcOrd="1" destOrd="0" presId="urn:microsoft.com/office/officeart/2018/5/layout/CenteredIconLabelDescriptionList"/>
    <dgm:cxn modelId="{1FE506A6-F479-4F1E-AB21-C8FDB852B4E5}" type="presParOf" srcId="{BD88B5FE-752B-4D0E-9E29-913D78BB67F9}" destId="{2F73A8C2-187B-4460-B7AA-40C603DEAA16}" srcOrd="2" destOrd="0" presId="urn:microsoft.com/office/officeart/2018/5/layout/CenteredIconLabelDescriptionList"/>
    <dgm:cxn modelId="{5CF5E1B5-4DF6-4CD7-B987-AF7E57E5F7D2}" type="presParOf" srcId="{BD88B5FE-752B-4D0E-9E29-913D78BB67F9}" destId="{613A1BCF-4EC1-44F5-AE49-86923C4FCE52}" srcOrd="3" destOrd="0" presId="urn:microsoft.com/office/officeart/2018/5/layout/CenteredIconLabelDescriptionList"/>
    <dgm:cxn modelId="{938C16ED-F942-484E-B233-D11E4BD04258}" type="presParOf" srcId="{BD88B5FE-752B-4D0E-9E29-913D78BB67F9}" destId="{DD9A5C8A-A522-48DA-A1E5-6FB553D82175}" srcOrd="4" destOrd="0" presId="urn:microsoft.com/office/officeart/2018/5/layout/CenteredIconLabelDescriptionList"/>
    <dgm:cxn modelId="{9BA2B88A-E77F-4E07-8FE7-C6D7A3525E73}" type="presParOf" srcId="{BD5395B6-254D-4B58-B2FF-9A5D1F9B0994}" destId="{FE798D37-16A8-4DB4-9617-67522BEE5AF8}" srcOrd="7" destOrd="0" presId="urn:microsoft.com/office/officeart/2018/5/layout/CenteredIconLabelDescriptionList"/>
    <dgm:cxn modelId="{780FE6D9-7B18-4B20-9FE8-D4B86BB34626}" type="presParOf" srcId="{BD5395B6-254D-4B58-B2FF-9A5D1F9B0994}" destId="{75C8DD71-6E2B-4B2C-9983-19325D5C072D}" srcOrd="8" destOrd="0" presId="urn:microsoft.com/office/officeart/2018/5/layout/CenteredIconLabelDescriptionList"/>
    <dgm:cxn modelId="{11A936CE-6994-4E78-BEC9-DFAE9F55DDF8}" type="presParOf" srcId="{75C8DD71-6E2B-4B2C-9983-19325D5C072D}" destId="{7528F80E-664F-4E62-9688-F2A084847F18}" srcOrd="0" destOrd="0" presId="urn:microsoft.com/office/officeart/2018/5/layout/CenteredIconLabelDescriptionList"/>
    <dgm:cxn modelId="{725244DB-823F-4F47-B630-C52A1B5177C3}" type="presParOf" srcId="{75C8DD71-6E2B-4B2C-9983-19325D5C072D}" destId="{2D6B94AF-3360-4B6A-BB85-2C0DA776C468}" srcOrd="1" destOrd="0" presId="urn:microsoft.com/office/officeart/2018/5/layout/CenteredIconLabelDescriptionList"/>
    <dgm:cxn modelId="{35056C2D-0D17-46C2-BD32-BC1E3D4C542E}" type="presParOf" srcId="{75C8DD71-6E2B-4B2C-9983-19325D5C072D}" destId="{5673AE19-986F-4E63-B2DE-B07CAA2CAB66}" srcOrd="2" destOrd="0" presId="urn:microsoft.com/office/officeart/2018/5/layout/CenteredIconLabelDescriptionList"/>
    <dgm:cxn modelId="{B1CF3ABE-8620-4327-B2F7-30479212A0B2}" type="presParOf" srcId="{75C8DD71-6E2B-4B2C-9983-19325D5C072D}" destId="{6C431B73-B185-402E-99CB-C1189019DB1C}" srcOrd="3" destOrd="0" presId="urn:microsoft.com/office/officeart/2018/5/layout/CenteredIconLabelDescriptionList"/>
    <dgm:cxn modelId="{145BDBCA-F295-4694-BCEF-44BC2535C039}" type="presParOf" srcId="{75C8DD71-6E2B-4B2C-9983-19325D5C072D}" destId="{23C529D9-0B99-4A0B-A9A3-46796E94D29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BEE89C-0F1F-43CB-BCB9-CCEB3F03139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1EB306-E6E9-4F65-8570-A0719E3870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Name and academic or professional background</a:t>
          </a:r>
        </a:p>
      </dgm:t>
    </dgm:pt>
    <dgm:pt modelId="{D57964CE-6A34-4551-9F20-BC9E39C1E7A2}" type="parTrans" cxnId="{B9CD1F98-AA72-48B0-AEF6-45B41EB5EAA0}">
      <dgm:prSet/>
      <dgm:spPr/>
      <dgm:t>
        <a:bodyPr/>
        <a:lstStyle/>
        <a:p>
          <a:endParaRPr lang="en-US"/>
        </a:p>
      </dgm:t>
    </dgm:pt>
    <dgm:pt modelId="{A240DB46-3164-4CAF-9C0D-463EDA46F223}" type="sibTrans" cxnId="{B9CD1F98-AA72-48B0-AEF6-45B41EB5EAA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0D67649-92AF-4843-891F-99D1645DAC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Why cybersecurity interests you</a:t>
          </a:r>
        </a:p>
      </dgm:t>
    </dgm:pt>
    <dgm:pt modelId="{12F54C8E-1E78-4E88-8E83-B0B2AEEB346C}" type="parTrans" cxnId="{D4C5617C-2A4E-4508-8A80-9969847BB985}">
      <dgm:prSet/>
      <dgm:spPr/>
      <dgm:t>
        <a:bodyPr/>
        <a:lstStyle/>
        <a:p>
          <a:endParaRPr lang="en-US"/>
        </a:p>
      </dgm:t>
    </dgm:pt>
    <dgm:pt modelId="{B311134B-E3F3-4EBE-B133-FC16DCE2B73D}" type="sibTrans" cxnId="{D4C5617C-2A4E-4508-8A80-9969847BB9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611245-B1D1-4611-9263-461C3CD94A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One skill you want to develop this year</a:t>
          </a:r>
        </a:p>
      </dgm:t>
    </dgm:pt>
    <dgm:pt modelId="{D9D09339-BFD3-4F1F-BBC1-C2BD1A5F38BA}" type="parTrans" cxnId="{131C861B-D459-4161-9669-6817EC9A4796}">
      <dgm:prSet/>
      <dgm:spPr/>
      <dgm:t>
        <a:bodyPr/>
        <a:lstStyle/>
        <a:p>
          <a:endParaRPr lang="en-US"/>
        </a:p>
      </dgm:t>
    </dgm:pt>
    <dgm:pt modelId="{DF786ECC-58A0-4142-8484-E0062907FD23}" type="sibTrans" cxnId="{131C861B-D459-4161-9669-6817EC9A47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EE37DFC-2520-4AEA-9090-ABD0EA5F96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fun fact about yourself</a:t>
          </a:r>
        </a:p>
      </dgm:t>
    </dgm:pt>
    <dgm:pt modelId="{9B725A1E-59C5-45D2-9A45-7092D8885C82}" type="parTrans" cxnId="{3772BC06-60F4-48DF-9336-1C047AA7F11A}">
      <dgm:prSet/>
      <dgm:spPr/>
      <dgm:t>
        <a:bodyPr/>
        <a:lstStyle/>
        <a:p>
          <a:endParaRPr lang="en-US"/>
        </a:p>
      </dgm:t>
    </dgm:pt>
    <dgm:pt modelId="{69158794-D114-4A88-8DCE-9BBA859F97CE}" type="sibTrans" cxnId="{3772BC06-60F4-48DF-9336-1C047AA7F11A}">
      <dgm:prSet/>
      <dgm:spPr/>
      <dgm:t>
        <a:bodyPr/>
        <a:lstStyle/>
        <a:p>
          <a:endParaRPr lang="en-US"/>
        </a:p>
      </dgm:t>
    </dgm:pt>
    <dgm:pt modelId="{E10E6BB1-E786-45D2-98E6-E53D9E7619CF}" type="pres">
      <dgm:prSet presAssocID="{68BEE89C-0F1F-43CB-BCB9-CCEB3F031392}" presName="root" presStyleCnt="0">
        <dgm:presLayoutVars>
          <dgm:dir/>
          <dgm:resizeHandles val="exact"/>
        </dgm:presLayoutVars>
      </dgm:prSet>
      <dgm:spPr/>
    </dgm:pt>
    <dgm:pt modelId="{8DDADA12-31D1-4AB6-9A5A-BF4DCEB6B843}" type="pres">
      <dgm:prSet presAssocID="{68BEE89C-0F1F-43CB-BCB9-CCEB3F031392}" presName="container" presStyleCnt="0">
        <dgm:presLayoutVars>
          <dgm:dir/>
          <dgm:resizeHandles val="exact"/>
        </dgm:presLayoutVars>
      </dgm:prSet>
      <dgm:spPr/>
    </dgm:pt>
    <dgm:pt modelId="{F11343CD-7411-451C-897C-E1F1A0F34B83}" type="pres">
      <dgm:prSet presAssocID="{9D1EB306-E6E9-4F65-8570-A0719E38706C}" presName="compNode" presStyleCnt="0"/>
      <dgm:spPr/>
    </dgm:pt>
    <dgm:pt modelId="{3AE300F5-5DC6-4914-8D4C-7BCB8BCB2BB2}" type="pres">
      <dgm:prSet presAssocID="{9D1EB306-E6E9-4F65-8570-A0719E38706C}" presName="iconBgRect" presStyleLbl="bgShp" presStyleIdx="0" presStyleCnt="4"/>
      <dgm:spPr/>
    </dgm:pt>
    <dgm:pt modelId="{32A2991B-4A33-490F-B235-3203D5C99128}" type="pres">
      <dgm:prSet presAssocID="{9D1EB306-E6E9-4F65-8570-A0719E38706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49010FE-7E1D-4D61-9916-489863248CC3}" type="pres">
      <dgm:prSet presAssocID="{9D1EB306-E6E9-4F65-8570-A0719E38706C}" presName="spaceRect" presStyleCnt="0"/>
      <dgm:spPr/>
    </dgm:pt>
    <dgm:pt modelId="{FB2C9C5A-BBF1-4206-B455-6011923F2FD5}" type="pres">
      <dgm:prSet presAssocID="{9D1EB306-E6E9-4F65-8570-A0719E38706C}" presName="textRect" presStyleLbl="revTx" presStyleIdx="0" presStyleCnt="4">
        <dgm:presLayoutVars>
          <dgm:chMax val="1"/>
          <dgm:chPref val="1"/>
        </dgm:presLayoutVars>
      </dgm:prSet>
      <dgm:spPr/>
    </dgm:pt>
    <dgm:pt modelId="{9D5434EA-B108-4AFE-8775-32C4D9A022A4}" type="pres">
      <dgm:prSet presAssocID="{A240DB46-3164-4CAF-9C0D-463EDA46F223}" presName="sibTrans" presStyleLbl="sibTrans2D1" presStyleIdx="0" presStyleCnt="0"/>
      <dgm:spPr/>
    </dgm:pt>
    <dgm:pt modelId="{DD900727-2A7D-4FCD-A5D3-FC8CE11AB89F}" type="pres">
      <dgm:prSet presAssocID="{40D67649-92AF-4843-891F-99D1645DACB1}" presName="compNode" presStyleCnt="0"/>
      <dgm:spPr/>
    </dgm:pt>
    <dgm:pt modelId="{80364B4D-5A06-4582-860B-9009EBA52D51}" type="pres">
      <dgm:prSet presAssocID="{40D67649-92AF-4843-891F-99D1645DACB1}" presName="iconBgRect" presStyleLbl="bgShp" presStyleIdx="1" presStyleCnt="4"/>
      <dgm:spPr/>
    </dgm:pt>
    <dgm:pt modelId="{0FC61B42-D60B-4B30-966C-170CBD069AE5}" type="pres">
      <dgm:prSet presAssocID="{40D67649-92AF-4843-891F-99D1645DACB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356D77D-C465-493E-ACE9-6216C2DF5195}" type="pres">
      <dgm:prSet presAssocID="{40D67649-92AF-4843-891F-99D1645DACB1}" presName="spaceRect" presStyleCnt="0"/>
      <dgm:spPr/>
    </dgm:pt>
    <dgm:pt modelId="{B1B4BFF4-5C49-4B3E-9E7F-4ED279A1D82B}" type="pres">
      <dgm:prSet presAssocID="{40D67649-92AF-4843-891F-99D1645DACB1}" presName="textRect" presStyleLbl="revTx" presStyleIdx="1" presStyleCnt="4">
        <dgm:presLayoutVars>
          <dgm:chMax val="1"/>
          <dgm:chPref val="1"/>
        </dgm:presLayoutVars>
      </dgm:prSet>
      <dgm:spPr/>
    </dgm:pt>
    <dgm:pt modelId="{B2AE3112-770D-4195-9813-8B710E159568}" type="pres">
      <dgm:prSet presAssocID="{B311134B-E3F3-4EBE-B133-FC16DCE2B73D}" presName="sibTrans" presStyleLbl="sibTrans2D1" presStyleIdx="0" presStyleCnt="0"/>
      <dgm:spPr/>
    </dgm:pt>
    <dgm:pt modelId="{FDBDBB39-3923-4980-9328-ACA844E78760}" type="pres">
      <dgm:prSet presAssocID="{34611245-B1D1-4611-9263-461C3CD94A28}" presName="compNode" presStyleCnt="0"/>
      <dgm:spPr/>
    </dgm:pt>
    <dgm:pt modelId="{E2507E13-BDE9-4DDF-BB42-ECEB7F7E75F3}" type="pres">
      <dgm:prSet presAssocID="{34611245-B1D1-4611-9263-461C3CD94A28}" presName="iconBgRect" presStyleLbl="bgShp" presStyleIdx="2" presStyleCnt="4"/>
      <dgm:spPr/>
    </dgm:pt>
    <dgm:pt modelId="{71F74363-A26C-4E66-A7BD-CB46166B32F9}" type="pres">
      <dgm:prSet presAssocID="{34611245-B1D1-4611-9263-461C3CD94A2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3499AB5-233A-42C1-BE24-EB928F9B9D8E}" type="pres">
      <dgm:prSet presAssocID="{34611245-B1D1-4611-9263-461C3CD94A28}" presName="spaceRect" presStyleCnt="0"/>
      <dgm:spPr/>
    </dgm:pt>
    <dgm:pt modelId="{042A8428-E97A-4D7F-AB87-47445FA867DB}" type="pres">
      <dgm:prSet presAssocID="{34611245-B1D1-4611-9263-461C3CD94A28}" presName="textRect" presStyleLbl="revTx" presStyleIdx="2" presStyleCnt="4">
        <dgm:presLayoutVars>
          <dgm:chMax val="1"/>
          <dgm:chPref val="1"/>
        </dgm:presLayoutVars>
      </dgm:prSet>
      <dgm:spPr/>
    </dgm:pt>
    <dgm:pt modelId="{D76F43B5-3376-4271-94D1-17A15A719633}" type="pres">
      <dgm:prSet presAssocID="{DF786ECC-58A0-4142-8484-E0062907FD23}" presName="sibTrans" presStyleLbl="sibTrans2D1" presStyleIdx="0" presStyleCnt="0"/>
      <dgm:spPr/>
    </dgm:pt>
    <dgm:pt modelId="{6C6A558D-6C0E-49D5-A347-D6EABC536D41}" type="pres">
      <dgm:prSet presAssocID="{FEE37DFC-2520-4AEA-9090-ABD0EA5F966D}" presName="compNode" presStyleCnt="0"/>
      <dgm:spPr/>
    </dgm:pt>
    <dgm:pt modelId="{CDCF9FAF-083A-4687-B878-7C904B136F86}" type="pres">
      <dgm:prSet presAssocID="{FEE37DFC-2520-4AEA-9090-ABD0EA5F966D}" presName="iconBgRect" presStyleLbl="bgShp" presStyleIdx="3" presStyleCnt="4"/>
      <dgm:spPr/>
    </dgm:pt>
    <dgm:pt modelId="{F9DFDBE6-286F-4483-9BC5-281933D62483}" type="pres">
      <dgm:prSet presAssocID="{FEE37DFC-2520-4AEA-9090-ABD0EA5F966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21C3E978-9349-4C01-B651-C8E3CF9BFEF5}" type="pres">
      <dgm:prSet presAssocID="{FEE37DFC-2520-4AEA-9090-ABD0EA5F966D}" presName="spaceRect" presStyleCnt="0"/>
      <dgm:spPr/>
    </dgm:pt>
    <dgm:pt modelId="{409B3204-A735-49E1-9CB3-4241863A066C}" type="pres">
      <dgm:prSet presAssocID="{FEE37DFC-2520-4AEA-9090-ABD0EA5F966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772BC06-60F4-48DF-9336-1C047AA7F11A}" srcId="{68BEE89C-0F1F-43CB-BCB9-CCEB3F031392}" destId="{FEE37DFC-2520-4AEA-9090-ABD0EA5F966D}" srcOrd="3" destOrd="0" parTransId="{9B725A1E-59C5-45D2-9A45-7092D8885C82}" sibTransId="{69158794-D114-4A88-8DCE-9BBA859F97CE}"/>
    <dgm:cxn modelId="{131C861B-D459-4161-9669-6817EC9A4796}" srcId="{68BEE89C-0F1F-43CB-BCB9-CCEB3F031392}" destId="{34611245-B1D1-4611-9263-461C3CD94A28}" srcOrd="2" destOrd="0" parTransId="{D9D09339-BFD3-4F1F-BBC1-C2BD1A5F38BA}" sibTransId="{DF786ECC-58A0-4142-8484-E0062907FD23}"/>
    <dgm:cxn modelId="{2E13193D-9BA9-4089-94CD-92B415A1E8FA}" type="presOf" srcId="{9D1EB306-E6E9-4F65-8570-A0719E38706C}" destId="{FB2C9C5A-BBF1-4206-B455-6011923F2FD5}" srcOrd="0" destOrd="0" presId="urn:microsoft.com/office/officeart/2018/2/layout/IconCircleList"/>
    <dgm:cxn modelId="{14ADB75F-7D5D-4D4F-B465-6377B089E1D9}" type="presOf" srcId="{FEE37DFC-2520-4AEA-9090-ABD0EA5F966D}" destId="{409B3204-A735-49E1-9CB3-4241863A066C}" srcOrd="0" destOrd="0" presId="urn:microsoft.com/office/officeart/2018/2/layout/IconCircleList"/>
    <dgm:cxn modelId="{D4C5617C-2A4E-4508-8A80-9969847BB985}" srcId="{68BEE89C-0F1F-43CB-BCB9-CCEB3F031392}" destId="{40D67649-92AF-4843-891F-99D1645DACB1}" srcOrd="1" destOrd="0" parTransId="{12F54C8E-1E78-4E88-8E83-B0B2AEEB346C}" sibTransId="{B311134B-E3F3-4EBE-B133-FC16DCE2B73D}"/>
    <dgm:cxn modelId="{5C5FD68B-2402-4879-8DF2-489613AB7958}" type="presOf" srcId="{A240DB46-3164-4CAF-9C0D-463EDA46F223}" destId="{9D5434EA-B108-4AFE-8775-32C4D9A022A4}" srcOrd="0" destOrd="0" presId="urn:microsoft.com/office/officeart/2018/2/layout/IconCircleList"/>
    <dgm:cxn modelId="{B9CD1F98-AA72-48B0-AEF6-45B41EB5EAA0}" srcId="{68BEE89C-0F1F-43CB-BCB9-CCEB3F031392}" destId="{9D1EB306-E6E9-4F65-8570-A0719E38706C}" srcOrd="0" destOrd="0" parTransId="{D57964CE-6A34-4551-9F20-BC9E39C1E7A2}" sibTransId="{A240DB46-3164-4CAF-9C0D-463EDA46F223}"/>
    <dgm:cxn modelId="{2EB867A7-3F7B-407F-99A4-EC94ACA4AAB4}" type="presOf" srcId="{34611245-B1D1-4611-9263-461C3CD94A28}" destId="{042A8428-E97A-4D7F-AB87-47445FA867DB}" srcOrd="0" destOrd="0" presId="urn:microsoft.com/office/officeart/2018/2/layout/IconCircleList"/>
    <dgm:cxn modelId="{458035AC-EB93-4167-B78B-2C84D48B6006}" type="presOf" srcId="{40D67649-92AF-4843-891F-99D1645DACB1}" destId="{B1B4BFF4-5C49-4B3E-9E7F-4ED279A1D82B}" srcOrd="0" destOrd="0" presId="urn:microsoft.com/office/officeart/2018/2/layout/IconCircleList"/>
    <dgm:cxn modelId="{FFCE25B5-D18A-48FA-8C5B-60AA8FE7CA06}" type="presOf" srcId="{B311134B-E3F3-4EBE-B133-FC16DCE2B73D}" destId="{B2AE3112-770D-4195-9813-8B710E159568}" srcOrd="0" destOrd="0" presId="urn:microsoft.com/office/officeart/2018/2/layout/IconCircleList"/>
    <dgm:cxn modelId="{61661DD7-1113-4432-B466-75D445622E7D}" type="presOf" srcId="{DF786ECC-58A0-4142-8484-E0062907FD23}" destId="{D76F43B5-3376-4271-94D1-17A15A719633}" srcOrd="0" destOrd="0" presId="urn:microsoft.com/office/officeart/2018/2/layout/IconCircleList"/>
    <dgm:cxn modelId="{24546AF0-EB41-417F-8407-122C547436B2}" type="presOf" srcId="{68BEE89C-0F1F-43CB-BCB9-CCEB3F031392}" destId="{E10E6BB1-E786-45D2-98E6-E53D9E7619CF}" srcOrd="0" destOrd="0" presId="urn:microsoft.com/office/officeart/2018/2/layout/IconCircleList"/>
    <dgm:cxn modelId="{5DA15E9D-5EE6-489A-A90C-A94E137C2EE8}" type="presParOf" srcId="{E10E6BB1-E786-45D2-98E6-E53D9E7619CF}" destId="{8DDADA12-31D1-4AB6-9A5A-BF4DCEB6B843}" srcOrd="0" destOrd="0" presId="urn:microsoft.com/office/officeart/2018/2/layout/IconCircleList"/>
    <dgm:cxn modelId="{855C6010-98C1-4CD1-855B-2496A711F72F}" type="presParOf" srcId="{8DDADA12-31D1-4AB6-9A5A-BF4DCEB6B843}" destId="{F11343CD-7411-451C-897C-E1F1A0F34B83}" srcOrd="0" destOrd="0" presId="urn:microsoft.com/office/officeart/2018/2/layout/IconCircleList"/>
    <dgm:cxn modelId="{C9FC813F-E6D5-40BD-ABCF-5B348789889A}" type="presParOf" srcId="{F11343CD-7411-451C-897C-E1F1A0F34B83}" destId="{3AE300F5-5DC6-4914-8D4C-7BCB8BCB2BB2}" srcOrd="0" destOrd="0" presId="urn:microsoft.com/office/officeart/2018/2/layout/IconCircleList"/>
    <dgm:cxn modelId="{778F6141-5791-4F05-8F70-E0D888C47251}" type="presParOf" srcId="{F11343CD-7411-451C-897C-E1F1A0F34B83}" destId="{32A2991B-4A33-490F-B235-3203D5C99128}" srcOrd="1" destOrd="0" presId="urn:microsoft.com/office/officeart/2018/2/layout/IconCircleList"/>
    <dgm:cxn modelId="{F4B81D88-7125-4D8B-BA9A-D5EF3957AEC6}" type="presParOf" srcId="{F11343CD-7411-451C-897C-E1F1A0F34B83}" destId="{349010FE-7E1D-4D61-9916-489863248CC3}" srcOrd="2" destOrd="0" presId="urn:microsoft.com/office/officeart/2018/2/layout/IconCircleList"/>
    <dgm:cxn modelId="{DC50D3E1-E971-49C1-8F50-4AC930E712D7}" type="presParOf" srcId="{F11343CD-7411-451C-897C-E1F1A0F34B83}" destId="{FB2C9C5A-BBF1-4206-B455-6011923F2FD5}" srcOrd="3" destOrd="0" presId="urn:microsoft.com/office/officeart/2018/2/layout/IconCircleList"/>
    <dgm:cxn modelId="{313ABDF2-9C8D-4FCE-94E1-764E262E36DC}" type="presParOf" srcId="{8DDADA12-31D1-4AB6-9A5A-BF4DCEB6B843}" destId="{9D5434EA-B108-4AFE-8775-32C4D9A022A4}" srcOrd="1" destOrd="0" presId="urn:microsoft.com/office/officeart/2018/2/layout/IconCircleList"/>
    <dgm:cxn modelId="{DCC8737F-00B2-4F8C-92D7-2F59EFDB3C69}" type="presParOf" srcId="{8DDADA12-31D1-4AB6-9A5A-BF4DCEB6B843}" destId="{DD900727-2A7D-4FCD-A5D3-FC8CE11AB89F}" srcOrd="2" destOrd="0" presId="urn:microsoft.com/office/officeart/2018/2/layout/IconCircleList"/>
    <dgm:cxn modelId="{DE09A9D0-E6A5-41AC-BF3C-8D6BCB7B2BC2}" type="presParOf" srcId="{DD900727-2A7D-4FCD-A5D3-FC8CE11AB89F}" destId="{80364B4D-5A06-4582-860B-9009EBA52D51}" srcOrd="0" destOrd="0" presId="urn:microsoft.com/office/officeart/2018/2/layout/IconCircleList"/>
    <dgm:cxn modelId="{24ECF3FD-5ABE-4A7F-AE32-1684C3411793}" type="presParOf" srcId="{DD900727-2A7D-4FCD-A5D3-FC8CE11AB89F}" destId="{0FC61B42-D60B-4B30-966C-170CBD069AE5}" srcOrd="1" destOrd="0" presId="urn:microsoft.com/office/officeart/2018/2/layout/IconCircleList"/>
    <dgm:cxn modelId="{F39C090E-1FFD-4EC5-B5B6-D1569F31C591}" type="presParOf" srcId="{DD900727-2A7D-4FCD-A5D3-FC8CE11AB89F}" destId="{C356D77D-C465-493E-ACE9-6216C2DF5195}" srcOrd="2" destOrd="0" presId="urn:microsoft.com/office/officeart/2018/2/layout/IconCircleList"/>
    <dgm:cxn modelId="{28EB2A1F-C2C9-47CD-AA6B-A186BC0532FB}" type="presParOf" srcId="{DD900727-2A7D-4FCD-A5D3-FC8CE11AB89F}" destId="{B1B4BFF4-5C49-4B3E-9E7F-4ED279A1D82B}" srcOrd="3" destOrd="0" presId="urn:microsoft.com/office/officeart/2018/2/layout/IconCircleList"/>
    <dgm:cxn modelId="{AFA27ECB-FFF6-474B-A4E8-31760D8C0187}" type="presParOf" srcId="{8DDADA12-31D1-4AB6-9A5A-BF4DCEB6B843}" destId="{B2AE3112-770D-4195-9813-8B710E159568}" srcOrd="3" destOrd="0" presId="urn:microsoft.com/office/officeart/2018/2/layout/IconCircleList"/>
    <dgm:cxn modelId="{EC499902-B332-4495-BD05-2C7BFF3A6466}" type="presParOf" srcId="{8DDADA12-31D1-4AB6-9A5A-BF4DCEB6B843}" destId="{FDBDBB39-3923-4980-9328-ACA844E78760}" srcOrd="4" destOrd="0" presId="urn:microsoft.com/office/officeart/2018/2/layout/IconCircleList"/>
    <dgm:cxn modelId="{667AD6C1-C74B-4F4A-B8B5-B3650F3A1C37}" type="presParOf" srcId="{FDBDBB39-3923-4980-9328-ACA844E78760}" destId="{E2507E13-BDE9-4DDF-BB42-ECEB7F7E75F3}" srcOrd="0" destOrd="0" presId="urn:microsoft.com/office/officeart/2018/2/layout/IconCircleList"/>
    <dgm:cxn modelId="{721DEED9-6FDA-4C5C-ADD1-5F652724CE26}" type="presParOf" srcId="{FDBDBB39-3923-4980-9328-ACA844E78760}" destId="{71F74363-A26C-4E66-A7BD-CB46166B32F9}" srcOrd="1" destOrd="0" presId="urn:microsoft.com/office/officeart/2018/2/layout/IconCircleList"/>
    <dgm:cxn modelId="{32AA84A9-BDCB-485E-924E-150CDDF3995E}" type="presParOf" srcId="{FDBDBB39-3923-4980-9328-ACA844E78760}" destId="{43499AB5-233A-42C1-BE24-EB928F9B9D8E}" srcOrd="2" destOrd="0" presId="urn:microsoft.com/office/officeart/2018/2/layout/IconCircleList"/>
    <dgm:cxn modelId="{6B80B215-1374-47CA-A319-A531AA1750DB}" type="presParOf" srcId="{FDBDBB39-3923-4980-9328-ACA844E78760}" destId="{042A8428-E97A-4D7F-AB87-47445FA867DB}" srcOrd="3" destOrd="0" presId="urn:microsoft.com/office/officeart/2018/2/layout/IconCircleList"/>
    <dgm:cxn modelId="{D0A662A6-A6E1-4640-AE01-79E2ADC6AEA5}" type="presParOf" srcId="{8DDADA12-31D1-4AB6-9A5A-BF4DCEB6B843}" destId="{D76F43B5-3376-4271-94D1-17A15A719633}" srcOrd="5" destOrd="0" presId="urn:microsoft.com/office/officeart/2018/2/layout/IconCircleList"/>
    <dgm:cxn modelId="{68F26BCD-BA23-44B3-9B50-A6459D8DA0E2}" type="presParOf" srcId="{8DDADA12-31D1-4AB6-9A5A-BF4DCEB6B843}" destId="{6C6A558D-6C0E-49D5-A347-D6EABC536D41}" srcOrd="6" destOrd="0" presId="urn:microsoft.com/office/officeart/2018/2/layout/IconCircleList"/>
    <dgm:cxn modelId="{5592EC3D-FA0D-41AF-81F0-6558B9D1BBD2}" type="presParOf" srcId="{6C6A558D-6C0E-49D5-A347-D6EABC536D41}" destId="{CDCF9FAF-083A-4687-B878-7C904B136F86}" srcOrd="0" destOrd="0" presId="urn:microsoft.com/office/officeart/2018/2/layout/IconCircleList"/>
    <dgm:cxn modelId="{76E0F3B0-DB69-4430-86A7-E6744EB20595}" type="presParOf" srcId="{6C6A558D-6C0E-49D5-A347-D6EABC536D41}" destId="{F9DFDBE6-286F-4483-9BC5-281933D62483}" srcOrd="1" destOrd="0" presId="urn:microsoft.com/office/officeart/2018/2/layout/IconCircleList"/>
    <dgm:cxn modelId="{89882566-81FD-4E4E-92D4-743682080D38}" type="presParOf" srcId="{6C6A558D-6C0E-49D5-A347-D6EABC536D41}" destId="{21C3E978-9349-4C01-B651-C8E3CF9BFEF5}" srcOrd="2" destOrd="0" presId="urn:microsoft.com/office/officeart/2018/2/layout/IconCircleList"/>
    <dgm:cxn modelId="{FD1E48CA-C5FC-464D-BFD6-68248ED7822E}" type="presParOf" srcId="{6C6A558D-6C0E-49D5-A347-D6EABC536D41}" destId="{409B3204-A735-49E1-9CB3-4241863A066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1A093A-8B3B-4D06-B1F5-ECD30BAF746D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A0EF03-EC0B-4E8D-A7B5-F3811DE3E0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Monthly 1.5–2 hour meetings</a:t>
          </a:r>
        </a:p>
      </dgm:t>
    </dgm:pt>
    <dgm:pt modelId="{60B3DF3E-F173-4719-8AFB-C21C0DB6CF37}" type="parTrans" cxnId="{2EDBD1D0-119F-430D-B2F2-EE221B0E772B}">
      <dgm:prSet/>
      <dgm:spPr/>
      <dgm:t>
        <a:bodyPr/>
        <a:lstStyle/>
        <a:p>
          <a:endParaRPr lang="en-US"/>
        </a:p>
      </dgm:t>
    </dgm:pt>
    <dgm:pt modelId="{7A33ACE8-5F59-4BD0-96DD-70C3E3B92925}" type="sibTrans" cxnId="{2EDBD1D0-119F-430D-B2F2-EE221B0E772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2B9997D-2755-4F14-8FD2-0757467D8F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 and respectful discussions</a:t>
          </a:r>
        </a:p>
      </dgm:t>
    </dgm:pt>
    <dgm:pt modelId="{D6B4F47C-60F3-4567-B624-E44B1129EDA2}" type="parTrans" cxnId="{7B02EB1C-2EB8-41DE-B822-9339B8A30356}">
      <dgm:prSet/>
      <dgm:spPr/>
      <dgm:t>
        <a:bodyPr/>
        <a:lstStyle/>
        <a:p>
          <a:endParaRPr lang="en-US"/>
        </a:p>
      </dgm:t>
    </dgm:pt>
    <dgm:pt modelId="{E77F539E-D3E6-41AA-8E06-719CD3ECE441}" type="sibTrans" cxnId="{7B02EB1C-2EB8-41DE-B822-9339B8A303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9F8AE16-F76F-45AF-8CC5-8C267847EB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Shared learning and collaboration</a:t>
          </a:r>
        </a:p>
      </dgm:t>
    </dgm:pt>
    <dgm:pt modelId="{DF59AF4F-D1C7-4254-9074-D09ED8F30303}" type="parTrans" cxnId="{3B23DE28-E0D2-48AF-AF7D-3E0840D36352}">
      <dgm:prSet/>
      <dgm:spPr/>
      <dgm:t>
        <a:bodyPr/>
        <a:lstStyle/>
        <a:p>
          <a:endParaRPr lang="en-US"/>
        </a:p>
      </dgm:t>
    </dgm:pt>
    <dgm:pt modelId="{E47CAFEB-CB6A-4F3A-809B-8EEF0D8C6E83}" type="sibTrans" cxnId="{3B23DE28-E0D2-48AF-AF7D-3E0840D363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6AC827-ED12-4022-9BC3-503AC63C44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Active participation and curiosity</a:t>
          </a:r>
        </a:p>
      </dgm:t>
    </dgm:pt>
    <dgm:pt modelId="{F6811A59-D7A6-4607-9D4D-CA10DFC4562F}" type="parTrans" cxnId="{F4382280-AF27-44F5-8D4A-93AB375A13C8}">
      <dgm:prSet/>
      <dgm:spPr/>
      <dgm:t>
        <a:bodyPr/>
        <a:lstStyle/>
        <a:p>
          <a:endParaRPr lang="en-US"/>
        </a:p>
      </dgm:t>
    </dgm:pt>
    <dgm:pt modelId="{3617C9C6-B22F-4E01-AA92-AD56145FDAF6}" type="sibTrans" cxnId="{F4382280-AF27-44F5-8D4A-93AB375A13C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1C1AF9-736B-4269-9181-1CBCA03C4D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for each other’s growth</a:t>
          </a:r>
        </a:p>
      </dgm:t>
    </dgm:pt>
    <dgm:pt modelId="{64831036-2588-4F7B-ACA5-ACAB7EEE524B}" type="parTrans" cxnId="{B3E2069A-669D-4900-A1C8-F885CE24C57C}">
      <dgm:prSet/>
      <dgm:spPr/>
      <dgm:t>
        <a:bodyPr/>
        <a:lstStyle/>
        <a:p>
          <a:endParaRPr lang="en-US"/>
        </a:p>
      </dgm:t>
    </dgm:pt>
    <dgm:pt modelId="{E6A13285-8E65-41D5-8DC7-3A15B0DE0217}" type="sibTrans" cxnId="{B3E2069A-669D-4900-A1C8-F885CE24C57C}">
      <dgm:prSet/>
      <dgm:spPr/>
      <dgm:t>
        <a:bodyPr/>
        <a:lstStyle/>
        <a:p>
          <a:endParaRPr lang="en-US"/>
        </a:p>
      </dgm:t>
    </dgm:pt>
    <dgm:pt modelId="{7D02BE96-D0FA-4675-8E0A-1EA0647FC334}" type="pres">
      <dgm:prSet presAssocID="{461A093A-8B3B-4D06-B1F5-ECD30BAF746D}" presName="root" presStyleCnt="0">
        <dgm:presLayoutVars>
          <dgm:dir/>
          <dgm:resizeHandles val="exact"/>
        </dgm:presLayoutVars>
      </dgm:prSet>
      <dgm:spPr/>
    </dgm:pt>
    <dgm:pt modelId="{BCDDC90C-6447-4B49-850A-C23BD05492D9}" type="pres">
      <dgm:prSet presAssocID="{461A093A-8B3B-4D06-B1F5-ECD30BAF746D}" presName="container" presStyleCnt="0">
        <dgm:presLayoutVars>
          <dgm:dir/>
          <dgm:resizeHandles val="exact"/>
        </dgm:presLayoutVars>
      </dgm:prSet>
      <dgm:spPr/>
    </dgm:pt>
    <dgm:pt modelId="{0B0084AA-E91A-4CF9-86E2-DFE69693C53B}" type="pres">
      <dgm:prSet presAssocID="{CEA0EF03-EC0B-4E8D-A7B5-F3811DE3E077}" presName="compNode" presStyleCnt="0"/>
      <dgm:spPr/>
    </dgm:pt>
    <dgm:pt modelId="{CA21B978-74D6-4DFD-95DA-AF59769C58BE}" type="pres">
      <dgm:prSet presAssocID="{CEA0EF03-EC0B-4E8D-A7B5-F3811DE3E077}" presName="iconBgRect" presStyleLbl="bgShp" presStyleIdx="0" presStyleCnt="5"/>
      <dgm:spPr/>
    </dgm:pt>
    <dgm:pt modelId="{BA53C9D1-B74C-4570-9D47-CFA20F213E22}" type="pres">
      <dgm:prSet presAssocID="{CEA0EF03-EC0B-4E8D-A7B5-F3811DE3E07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51A12FE4-414C-426A-8AB4-E7D8AA99B256}" type="pres">
      <dgm:prSet presAssocID="{CEA0EF03-EC0B-4E8D-A7B5-F3811DE3E077}" presName="spaceRect" presStyleCnt="0"/>
      <dgm:spPr/>
    </dgm:pt>
    <dgm:pt modelId="{089EA78D-A284-436A-A176-5FC069AC4F9D}" type="pres">
      <dgm:prSet presAssocID="{CEA0EF03-EC0B-4E8D-A7B5-F3811DE3E077}" presName="textRect" presStyleLbl="revTx" presStyleIdx="0" presStyleCnt="5">
        <dgm:presLayoutVars>
          <dgm:chMax val="1"/>
          <dgm:chPref val="1"/>
        </dgm:presLayoutVars>
      </dgm:prSet>
      <dgm:spPr/>
    </dgm:pt>
    <dgm:pt modelId="{1251323E-47D4-45A2-80C0-FBA2D03DD37F}" type="pres">
      <dgm:prSet presAssocID="{7A33ACE8-5F59-4BD0-96DD-70C3E3B92925}" presName="sibTrans" presStyleLbl="sibTrans2D1" presStyleIdx="0" presStyleCnt="0"/>
      <dgm:spPr/>
    </dgm:pt>
    <dgm:pt modelId="{00625CB9-B050-47EA-9D32-E44F648D0819}" type="pres">
      <dgm:prSet presAssocID="{A2B9997D-2755-4F14-8FD2-0757467D8F66}" presName="compNode" presStyleCnt="0"/>
      <dgm:spPr/>
    </dgm:pt>
    <dgm:pt modelId="{9A612BEA-A086-40CE-9551-5A020823C920}" type="pres">
      <dgm:prSet presAssocID="{A2B9997D-2755-4F14-8FD2-0757467D8F66}" presName="iconBgRect" presStyleLbl="bgShp" presStyleIdx="1" presStyleCnt="5"/>
      <dgm:spPr/>
    </dgm:pt>
    <dgm:pt modelId="{FE43EE21-3BC8-4994-A9D5-890359AA021D}" type="pres">
      <dgm:prSet presAssocID="{A2B9997D-2755-4F14-8FD2-0757467D8F6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6C1EFCDF-1C87-4313-A614-8794817DD450}" type="pres">
      <dgm:prSet presAssocID="{A2B9997D-2755-4F14-8FD2-0757467D8F66}" presName="spaceRect" presStyleCnt="0"/>
      <dgm:spPr/>
    </dgm:pt>
    <dgm:pt modelId="{E1C05F79-8BB7-4549-8FB5-262E40149142}" type="pres">
      <dgm:prSet presAssocID="{A2B9997D-2755-4F14-8FD2-0757467D8F66}" presName="textRect" presStyleLbl="revTx" presStyleIdx="1" presStyleCnt="5">
        <dgm:presLayoutVars>
          <dgm:chMax val="1"/>
          <dgm:chPref val="1"/>
        </dgm:presLayoutVars>
      </dgm:prSet>
      <dgm:spPr/>
    </dgm:pt>
    <dgm:pt modelId="{4E23C572-6057-46E7-8A90-A905D4CD4104}" type="pres">
      <dgm:prSet presAssocID="{E77F539E-D3E6-41AA-8E06-719CD3ECE441}" presName="sibTrans" presStyleLbl="sibTrans2D1" presStyleIdx="0" presStyleCnt="0"/>
      <dgm:spPr/>
    </dgm:pt>
    <dgm:pt modelId="{7B17C9E9-D31F-480A-85F7-B5EAF3A50847}" type="pres">
      <dgm:prSet presAssocID="{D9F8AE16-F76F-45AF-8CC5-8C267847EB06}" presName="compNode" presStyleCnt="0"/>
      <dgm:spPr/>
    </dgm:pt>
    <dgm:pt modelId="{1F2A8D71-646E-4A7D-9FC0-BDBD7B34471F}" type="pres">
      <dgm:prSet presAssocID="{D9F8AE16-F76F-45AF-8CC5-8C267847EB06}" presName="iconBgRect" presStyleLbl="bgShp" presStyleIdx="2" presStyleCnt="5"/>
      <dgm:spPr/>
    </dgm:pt>
    <dgm:pt modelId="{A88551A6-3060-4198-9AB2-39B6F9E01E14}" type="pres">
      <dgm:prSet presAssocID="{D9F8AE16-F76F-45AF-8CC5-8C267847EB0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F7D69D2-C8C5-42EB-92EE-83DC70026017}" type="pres">
      <dgm:prSet presAssocID="{D9F8AE16-F76F-45AF-8CC5-8C267847EB06}" presName="spaceRect" presStyleCnt="0"/>
      <dgm:spPr/>
    </dgm:pt>
    <dgm:pt modelId="{6E7CC877-E9D7-435C-9C37-57F53A2D3538}" type="pres">
      <dgm:prSet presAssocID="{D9F8AE16-F76F-45AF-8CC5-8C267847EB06}" presName="textRect" presStyleLbl="revTx" presStyleIdx="2" presStyleCnt="5">
        <dgm:presLayoutVars>
          <dgm:chMax val="1"/>
          <dgm:chPref val="1"/>
        </dgm:presLayoutVars>
      </dgm:prSet>
      <dgm:spPr/>
    </dgm:pt>
    <dgm:pt modelId="{169F3EFB-F231-4D36-A2DC-4726FC967E46}" type="pres">
      <dgm:prSet presAssocID="{E47CAFEB-CB6A-4F3A-809B-8EEF0D8C6E83}" presName="sibTrans" presStyleLbl="sibTrans2D1" presStyleIdx="0" presStyleCnt="0"/>
      <dgm:spPr/>
    </dgm:pt>
    <dgm:pt modelId="{FCA5F70D-60CE-4EE7-8043-0C41AF6980B7}" type="pres">
      <dgm:prSet presAssocID="{F56AC827-ED12-4022-9BC3-503AC63C4403}" presName="compNode" presStyleCnt="0"/>
      <dgm:spPr/>
    </dgm:pt>
    <dgm:pt modelId="{70A2BF9B-FE80-46AF-A0A6-A7AA4E7A5930}" type="pres">
      <dgm:prSet presAssocID="{F56AC827-ED12-4022-9BC3-503AC63C4403}" presName="iconBgRect" presStyleLbl="bgShp" presStyleIdx="3" presStyleCnt="5"/>
      <dgm:spPr/>
    </dgm:pt>
    <dgm:pt modelId="{13DAC3CF-453E-4419-A1C5-F79B7180EA5F}" type="pres">
      <dgm:prSet presAssocID="{F56AC827-ED12-4022-9BC3-503AC63C440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88E9970-AC83-4259-AFB0-4F79FA3B183B}" type="pres">
      <dgm:prSet presAssocID="{F56AC827-ED12-4022-9BC3-503AC63C4403}" presName="spaceRect" presStyleCnt="0"/>
      <dgm:spPr/>
    </dgm:pt>
    <dgm:pt modelId="{3ADA09FC-C92A-416A-80AE-B9B325DC21B9}" type="pres">
      <dgm:prSet presAssocID="{F56AC827-ED12-4022-9BC3-503AC63C4403}" presName="textRect" presStyleLbl="revTx" presStyleIdx="3" presStyleCnt="5">
        <dgm:presLayoutVars>
          <dgm:chMax val="1"/>
          <dgm:chPref val="1"/>
        </dgm:presLayoutVars>
      </dgm:prSet>
      <dgm:spPr/>
    </dgm:pt>
    <dgm:pt modelId="{920570C3-AF39-4421-814C-60225DDF32DE}" type="pres">
      <dgm:prSet presAssocID="{3617C9C6-B22F-4E01-AA92-AD56145FDAF6}" presName="sibTrans" presStyleLbl="sibTrans2D1" presStyleIdx="0" presStyleCnt="0"/>
      <dgm:spPr/>
    </dgm:pt>
    <dgm:pt modelId="{54EA68E8-B20D-4A71-8C46-3EA7E4846D23}" type="pres">
      <dgm:prSet presAssocID="{671C1AF9-736B-4269-9181-1CBCA03C4DAC}" presName="compNode" presStyleCnt="0"/>
      <dgm:spPr/>
    </dgm:pt>
    <dgm:pt modelId="{CCCC0107-58F8-4B9B-9050-470F390CE5D7}" type="pres">
      <dgm:prSet presAssocID="{671C1AF9-736B-4269-9181-1CBCA03C4DAC}" presName="iconBgRect" presStyleLbl="bgShp" presStyleIdx="4" presStyleCnt="5"/>
      <dgm:spPr/>
    </dgm:pt>
    <dgm:pt modelId="{C4F353C0-3BFE-4495-81E8-DF00B1ED135D}" type="pres">
      <dgm:prSet presAssocID="{671C1AF9-736B-4269-9181-1CBCA03C4DA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80C7C73-3574-46BE-8F4E-AEC0BF6E7F2C}" type="pres">
      <dgm:prSet presAssocID="{671C1AF9-736B-4269-9181-1CBCA03C4DAC}" presName="spaceRect" presStyleCnt="0"/>
      <dgm:spPr/>
    </dgm:pt>
    <dgm:pt modelId="{7207D088-3410-485B-85BC-EEA9E0AE9BB7}" type="pres">
      <dgm:prSet presAssocID="{671C1AF9-736B-4269-9181-1CBCA03C4DA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BF2C50C-04A4-45B7-82F3-B4222D40CDD1}" type="presOf" srcId="{E47CAFEB-CB6A-4F3A-809B-8EEF0D8C6E83}" destId="{169F3EFB-F231-4D36-A2DC-4726FC967E46}" srcOrd="0" destOrd="0" presId="urn:microsoft.com/office/officeart/2018/2/layout/IconCircleList"/>
    <dgm:cxn modelId="{7B02EB1C-2EB8-41DE-B822-9339B8A30356}" srcId="{461A093A-8B3B-4D06-B1F5-ECD30BAF746D}" destId="{A2B9997D-2755-4F14-8FD2-0757467D8F66}" srcOrd="1" destOrd="0" parTransId="{D6B4F47C-60F3-4567-B624-E44B1129EDA2}" sibTransId="{E77F539E-D3E6-41AA-8E06-719CD3ECE441}"/>
    <dgm:cxn modelId="{3B23DE28-E0D2-48AF-AF7D-3E0840D36352}" srcId="{461A093A-8B3B-4D06-B1F5-ECD30BAF746D}" destId="{D9F8AE16-F76F-45AF-8CC5-8C267847EB06}" srcOrd="2" destOrd="0" parTransId="{DF59AF4F-D1C7-4254-9074-D09ED8F30303}" sibTransId="{E47CAFEB-CB6A-4F3A-809B-8EEF0D8C6E83}"/>
    <dgm:cxn modelId="{C80DB532-3DED-4B04-B1F6-1C26B738BCFD}" type="presOf" srcId="{3617C9C6-B22F-4E01-AA92-AD56145FDAF6}" destId="{920570C3-AF39-4421-814C-60225DDF32DE}" srcOrd="0" destOrd="0" presId="urn:microsoft.com/office/officeart/2018/2/layout/IconCircleList"/>
    <dgm:cxn modelId="{A422365B-B004-4EB9-90B1-6A33ED2E18CE}" type="presOf" srcId="{461A093A-8B3B-4D06-B1F5-ECD30BAF746D}" destId="{7D02BE96-D0FA-4675-8E0A-1EA0647FC334}" srcOrd="0" destOrd="0" presId="urn:microsoft.com/office/officeart/2018/2/layout/IconCircleList"/>
    <dgm:cxn modelId="{69C24C58-DEC0-4D9B-817F-99E1429648BB}" type="presOf" srcId="{7A33ACE8-5F59-4BD0-96DD-70C3E3B92925}" destId="{1251323E-47D4-45A2-80C0-FBA2D03DD37F}" srcOrd="0" destOrd="0" presId="urn:microsoft.com/office/officeart/2018/2/layout/IconCircleList"/>
    <dgm:cxn modelId="{F4382280-AF27-44F5-8D4A-93AB375A13C8}" srcId="{461A093A-8B3B-4D06-B1F5-ECD30BAF746D}" destId="{F56AC827-ED12-4022-9BC3-503AC63C4403}" srcOrd="3" destOrd="0" parTransId="{F6811A59-D7A6-4607-9D4D-CA10DFC4562F}" sibTransId="{3617C9C6-B22F-4E01-AA92-AD56145FDAF6}"/>
    <dgm:cxn modelId="{AA2EDD88-54D5-46C4-9E8B-B895D7293F7B}" type="presOf" srcId="{671C1AF9-736B-4269-9181-1CBCA03C4DAC}" destId="{7207D088-3410-485B-85BC-EEA9E0AE9BB7}" srcOrd="0" destOrd="0" presId="urn:microsoft.com/office/officeart/2018/2/layout/IconCircleList"/>
    <dgm:cxn modelId="{B3E2069A-669D-4900-A1C8-F885CE24C57C}" srcId="{461A093A-8B3B-4D06-B1F5-ECD30BAF746D}" destId="{671C1AF9-736B-4269-9181-1CBCA03C4DAC}" srcOrd="4" destOrd="0" parTransId="{64831036-2588-4F7B-ACA5-ACAB7EEE524B}" sibTransId="{E6A13285-8E65-41D5-8DC7-3A15B0DE0217}"/>
    <dgm:cxn modelId="{41351DA4-EB8A-427C-B698-554514E332F0}" type="presOf" srcId="{A2B9997D-2755-4F14-8FD2-0757467D8F66}" destId="{E1C05F79-8BB7-4549-8FB5-262E40149142}" srcOrd="0" destOrd="0" presId="urn:microsoft.com/office/officeart/2018/2/layout/IconCircleList"/>
    <dgm:cxn modelId="{724861A8-A7BF-4861-9D1F-6F03D24D2B32}" type="presOf" srcId="{CEA0EF03-EC0B-4E8D-A7B5-F3811DE3E077}" destId="{089EA78D-A284-436A-A176-5FC069AC4F9D}" srcOrd="0" destOrd="0" presId="urn:microsoft.com/office/officeart/2018/2/layout/IconCircleList"/>
    <dgm:cxn modelId="{DBA0F9BF-38B3-45A8-A6EA-D7F31EC53019}" type="presOf" srcId="{F56AC827-ED12-4022-9BC3-503AC63C4403}" destId="{3ADA09FC-C92A-416A-80AE-B9B325DC21B9}" srcOrd="0" destOrd="0" presId="urn:microsoft.com/office/officeart/2018/2/layout/IconCircleList"/>
    <dgm:cxn modelId="{2EDBD1D0-119F-430D-B2F2-EE221B0E772B}" srcId="{461A093A-8B3B-4D06-B1F5-ECD30BAF746D}" destId="{CEA0EF03-EC0B-4E8D-A7B5-F3811DE3E077}" srcOrd="0" destOrd="0" parTransId="{60B3DF3E-F173-4719-8AFB-C21C0DB6CF37}" sibTransId="{7A33ACE8-5F59-4BD0-96DD-70C3E3B92925}"/>
    <dgm:cxn modelId="{49C20ADC-8FC6-4A13-9A0C-E7EA19ADD532}" type="presOf" srcId="{D9F8AE16-F76F-45AF-8CC5-8C267847EB06}" destId="{6E7CC877-E9D7-435C-9C37-57F53A2D3538}" srcOrd="0" destOrd="0" presId="urn:microsoft.com/office/officeart/2018/2/layout/IconCircleList"/>
    <dgm:cxn modelId="{E2EC17E9-2C0D-4601-ABA8-6DD367D506A3}" type="presOf" srcId="{E77F539E-D3E6-41AA-8E06-719CD3ECE441}" destId="{4E23C572-6057-46E7-8A90-A905D4CD4104}" srcOrd="0" destOrd="0" presId="urn:microsoft.com/office/officeart/2018/2/layout/IconCircleList"/>
    <dgm:cxn modelId="{AE1B575F-90A3-45F0-941A-DB3C177E213B}" type="presParOf" srcId="{7D02BE96-D0FA-4675-8E0A-1EA0647FC334}" destId="{BCDDC90C-6447-4B49-850A-C23BD05492D9}" srcOrd="0" destOrd="0" presId="urn:microsoft.com/office/officeart/2018/2/layout/IconCircleList"/>
    <dgm:cxn modelId="{D240B9BC-39B9-409E-AC7C-1D773A36930C}" type="presParOf" srcId="{BCDDC90C-6447-4B49-850A-C23BD05492D9}" destId="{0B0084AA-E91A-4CF9-86E2-DFE69693C53B}" srcOrd="0" destOrd="0" presId="urn:microsoft.com/office/officeart/2018/2/layout/IconCircleList"/>
    <dgm:cxn modelId="{94CE2F27-F3FF-4BEC-BA2B-163884666F9F}" type="presParOf" srcId="{0B0084AA-E91A-4CF9-86E2-DFE69693C53B}" destId="{CA21B978-74D6-4DFD-95DA-AF59769C58BE}" srcOrd="0" destOrd="0" presId="urn:microsoft.com/office/officeart/2018/2/layout/IconCircleList"/>
    <dgm:cxn modelId="{393FE02A-2F58-488D-A80C-A8097BCD2716}" type="presParOf" srcId="{0B0084AA-E91A-4CF9-86E2-DFE69693C53B}" destId="{BA53C9D1-B74C-4570-9D47-CFA20F213E22}" srcOrd="1" destOrd="0" presId="urn:microsoft.com/office/officeart/2018/2/layout/IconCircleList"/>
    <dgm:cxn modelId="{47682B6A-304E-4A72-8411-8B661A3D5C77}" type="presParOf" srcId="{0B0084AA-E91A-4CF9-86E2-DFE69693C53B}" destId="{51A12FE4-414C-426A-8AB4-E7D8AA99B256}" srcOrd="2" destOrd="0" presId="urn:microsoft.com/office/officeart/2018/2/layout/IconCircleList"/>
    <dgm:cxn modelId="{3C761D3F-0356-4878-88AF-D675CBBCA45C}" type="presParOf" srcId="{0B0084AA-E91A-4CF9-86E2-DFE69693C53B}" destId="{089EA78D-A284-436A-A176-5FC069AC4F9D}" srcOrd="3" destOrd="0" presId="urn:microsoft.com/office/officeart/2018/2/layout/IconCircleList"/>
    <dgm:cxn modelId="{684851DC-B067-4E78-B5F6-832AD77A1445}" type="presParOf" srcId="{BCDDC90C-6447-4B49-850A-C23BD05492D9}" destId="{1251323E-47D4-45A2-80C0-FBA2D03DD37F}" srcOrd="1" destOrd="0" presId="urn:microsoft.com/office/officeart/2018/2/layout/IconCircleList"/>
    <dgm:cxn modelId="{FDBC6864-C289-40BA-AEE1-F0BF911470FD}" type="presParOf" srcId="{BCDDC90C-6447-4B49-850A-C23BD05492D9}" destId="{00625CB9-B050-47EA-9D32-E44F648D0819}" srcOrd="2" destOrd="0" presId="urn:microsoft.com/office/officeart/2018/2/layout/IconCircleList"/>
    <dgm:cxn modelId="{A82D085F-115A-468D-A01A-14CBD0151D00}" type="presParOf" srcId="{00625CB9-B050-47EA-9D32-E44F648D0819}" destId="{9A612BEA-A086-40CE-9551-5A020823C920}" srcOrd="0" destOrd="0" presId="urn:microsoft.com/office/officeart/2018/2/layout/IconCircleList"/>
    <dgm:cxn modelId="{580C2EE7-3121-4543-B64F-5BF285A38009}" type="presParOf" srcId="{00625CB9-B050-47EA-9D32-E44F648D0819}" destId="{FE43EE21-3BC8-4994-A9D5-890359AA021D}" srcOrd="1" destOrd="0" presId="urn:microsoft.com/office/officeart/2018/2/layout/IconCircleList"/>
    <dgm:cxn modelId="{43FCA709-306E-46AC-B4F1-5F80BEC0D22F}" type="presParOf" srcId="{00625CB9-B050-47EA-9D32-E44F648D0819}" destId="{6C1EFCDF-1C87-4313-A614-8794817DD450}" srcOrd="2" destOrd="0" presId="urn:microsoft.com/office/officeart/2018/2/layout/IconCircleList"/>
    <dgm:cxn modelId="{366AE657-1707-4BEA-9086-5B27AE632EF9}" type="presParOf" srcId="{00625CB9-B050-47EA-9D32-E44F648D0819}" destId="{E1C05F79-8BB7-4549-8FB5-262E40149142}" srcOrd="3" destOrd="0" presId="urn:microsoft.com/office/officeart/2018/2/layout/IconCircleList"/>
    <dgm:cxn modelId="{E7B2B35A-9330-4EBC-99E9-32B780BCF998}" type="presParOf" srcId="{BCDDC90C-6447-4B49-850A-C23BD05492D9}" destId="{4E23C572-6057-46E7-8A90-A905D4CD4104}" srcOrd="3" destOrd="0" presId="urn:microsoft.com/office/officeart/2018/2/layout/IconCircleList"/>
    <dgm:cxn modelId="{299A6CF1-685C-45AD-932B-6F980BD44CB8}" type="presParOf" srcId="{BCDDC90C-6447-4B49-850A-C23BD05492D9}" destId="{7B17C9E9-D31F-480A-85F7-B5EAF3A50847}" srcOrd="4" destOrd="0" presId="urn:microsoft.com/office/officeart/2018/2/layout/IconCircleList"/>
    <dgm:cxn modelId="{A2C0CA14-AAAB-440F-9BFB-7C761F538E27}" type="presParOf" srcId="{7B17C9E9-D31F-480A-85F7-B5EAF3A50847}" destId="{1F2A8D71-646E-4A7D-9FC0-BDBD7B34471F}" srcOrd="0" destOrd="0" presId="urn:microsoft.com/office/officeart/2018/2/layout/IconCircleList"/>
    <dgm:cxn modelId="{EBDA2290-55EF-4894-805F-F460824921C6}" type="presParOf" srcId="{7B17C9E9-D31F-480A-85F7-B5EAF3A50847}" destId="{A88551A6-3060-4198-9AB2-39B6F9E01E14}" srcOrd="1" destOrd="0" presId="urn:microsoft.com/office/officeart/2018/2/layout/IconCircleList"/>
    <dgm:cxn modelId="{1F824A2A-F969-464C-B17F-FB0A7E3679B9}" type="presParOf" srcId="{7B17C9E9-D31F-480A-85F7-B5EAF3A50847}" destId="{AF7D69D2-C8C5-42EB-92EE-83DC70026017}" srcOrd="2" destOrd="0" presId="urn:microsoft.com/office/officeart/2018/2/layout/IconCircleList"/>
    <dgm:cxn modelId="{C0A5075F-FEFD-4FBE-8E1D-0EDF8A5BC3F8}" type="presParOf" srcId="{7B17C9E9-D31F-480A-85F7-B5EAF3A50847}" destId="{6E7CC877-E9D7-435C-9C37-57F53A2D3538}" srcOrd="3" destOrd="0" presId="urn:microsoft.com/office/officeart/2018/2/layout/IconCircleList"/>
    <dgm:cxn modelId="{DFB76736-303D-4564-98F4-14C9ED8B0DDA}" type="presParOf" srcId="{BCDDC90C-6447-4B49-850A-C23BD05492D9}" destId="{169F3EFB-F231-4D36-A2DC-4726FC967E46}" srcOrd="5" destOrd="0" presId="urn:microsoft.com/office/officeart/2018/2/layout/IconCircleList"/>
    <dgm:cxn modelId="{FF485B1F-67CF-4C46-ABD9-A592A7B7B0D4}" type="presParOf" srcId="{BCDDC90C-6447-4B49-850A-C23BD05492D9}" destId="{FCA5F70D-60CE-4EE7-8043-0C41AF6980B7}" srcOrd="6" destOrd="0" presId="urn:microsoft.com/office/officeart/2018/2/layout/IconCircleList"/>
    <dgm:cxn modelId="{38E7648F-E8F4-4ECA-8E6D-46585AC5BE0A}" type="presParOf" srcId="{FCA5F70D-60CE-4EE7-8043-0C41AF6980B7}" destId="{70A2BF9B-FE80-46AF-A0A6-A7AA4E7A5930}" srcOrd="0" destOrd="0" presId="urn:microsoft.com/office/officeart/2018/2/layout/IconCircleList"/>
    <dgm:cxn modelId="{6A974E41-C226-4D3E-ACCE-7E1E0D993688}" type="presParOf" srcId="{FCA5F70D-60CE-4EE7-8043-0C41AF6980B7}" destId="{13DAC3CF-453E-4419-A1C5-F79B7180EA5F}" srcOrd="1" destOrd="0" presId="urn:microsoft.com/office/officeart/2018/2/layout/IconCircleList"/>
    <dgm:cxn modelId="{82851143-395A-4464-ACE0-9551CE91AC47}" type="presParOf" srcId="{FCA5F70D-60CE-4EE7-8043-0C41AF6980B7}" destId="{A88E9970-AC83-4259-AFB0-4F79FA3B183B}" srcOrd="2" destOrd="0" presId="urn:microsoft.com/office/officeart/2018/2/layout/IconCircleList"/>
    <dgm:cxn modelId="{59B42D73-EF70-4558-85C7-D07D41E8A907}" type="presParOf" srcId="{FCA5F70D-60CE-4EE7-8043-0C41AF6980B7}" destId="{3ADA09FC-C92A-416A-80AE-B9B325DC21B9}" srcOrd="3" destOrd="0" presId="urn:microsoft.com/office/officeart/2018/2/layout/IconCircleList"/>
    <dgm:cxn modelId="{BF4CBDB4-2DF3-4DC0-A39F-2E0E63A049B6}" type="presParOf" srcId="{BCDDC90C-6447-4B49-850A-C23BD05492D9}" destId="{920570C3-AF39-4421-814C-60225DDF32DE}" srcOrd="7" destOrd="0" presId="urn:microsoft.com/office/officeart/2018/2/layout/IconCircleList"/>
    <dgm:cxn modelId="{7D8BEDC5-83C0-4DFD-889C-0A962D910C83}" type="presParOf" srcId="{BCDDC90C-6447-4B49-850A-C23BD05492D9}" destId="{54EA68E8-B20D-4A71-8C46-3EA7E4846D23}" srcOrd="8" destOrd="0" presId="urn:microsoft.com/office/officeart/2018/2/layout/IconCircleList"/>
    <dgm:cxn modelId="{32B618F1-38CB-4118-B990-E3F7423ABD24}" type="presParOf" srcId="{54EA68E8-B20D-4A71-8C46-3EA7E4846D23}" destId="{CCCC0107-58F8-4B9B-9050-470F390CE5D7}" srcOrd="0" destOrd="0" presId="urn:microsoft.com/office/officeart/2018/2/layout/IconCircleList"/>
    <dgm:cxn modelId="{0E505CCB-30B6-466A-9F9B-05808BB54464}" type="presParOf" srcId="{54EA68E8-B20D-4A71-8C46-3EA7E4846D23}" destId="{C4F353C0-3BFE-4495-81E8-DF00B1ED135D}" srcOrd="1" destOrd="0" presId="urn:microsoft.com/office/officeart/2018/2/layout/IconCircleList"/>
    <dgm:cxn modelId="{E4F46BA4-2BB0-4A6E-9D1C-2AADD01F974C}" type="presParOf" srcId="{54EA68E8-B20D-4A71-8C46-3EA7E4846D23}" destId="{F80C7C73-3574-46BE-8F4E-AEC0BF6E7F2C}" srcOrd="2" destOrd="0" presId="urn:microsoft.com/office/officeart/2018/2/layout/IconCircleList"/>
    <dgm:cxn modelId="{A531D528-565A-4601-BC35-D95374BC7E51}" type="presParOf" srcId="{54EA68E8-B20D-4A71-8C46-3EA7E4846D23}" destId="{7207D088-3410-485B-85BC-EEA9E0AE9BB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B669A0-8BA8-49E6-A551-8E1DFE2E11E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CF69BF-63E4-49CA-999D-8920AF9695DE}">
      <dgm:prSet/>
      <dgm:spPr/>
      <dgm:t>
        <a:bodyPr/>
        <a:lstStyle/>
        <a:p>
          <a:r>
            <a:rPr lang="en-US"/>
            <a:t>Respect all perspectives</a:t>
          </a:r>
        </a:p>
      </dgm:t>
    </dgm:pt>
    <dgm:pt modelId="{74DF7761-B780-4A17-8E05-702731C905B1}" type="parTrans" cxnId="{BCF84C47-3278-4D37-8852-569965880132}">
      <dgm:prSet/>
      <dgm:spPr/>
      <dgm:t>
        <a:bodyPr/>
        <a:lstStyle/>
        <a:p>
          <a:endParaRPr lang="en-US"/>
        </a:p>
      </dgm:t>
    </dgm:pt>
    <dgm:pt modelId="{80B1D80C-78A2-4C1D-BA9E-BCC0CD3211F7}" type="sibTrans" cxnId="{BCF84C47-3278-4D37-8852-569965880132}">
      <dgm:prSet/>
      <dgm:spPr/>
      <dgm:t>
        <a:bodyPr/>
        <a:lstStyle/>
        <a:p>
          <a:endParaRPr lang="en-US"/>
        </a:p>
      </dgm:t>
    </dgm:pt>
    <dgm:pt modelId="{4CB9F3C0-A42D-4F9F-A9AC-BD3F51FDE5CD}">
      <dgm:prSet/>
      <dgm:spPr/>
      <dgm:t>
        <a:bodyPr/>
        <a:lstStyle/>
        <a:p>
          <a:r>
            <a:rPr lang="en-US"/>
            <a:t>Confidentiality and trust</a:t>
          </a:r>
        </a:p>
      </dgm:t>
    </dgm:pt>
    <dgm:pt modelId="{6091FE56-847B-476B-9193-333C04863710}" type="parTrans" cxnId="{BE40B0DB-2774-4271-A41A-A97E81652D84}">
      <dgm:prSet/>
      <dgm:spPr/>
      <dgm:t>
        <a:bodyPr/>
        <a:lstStyle/>
        <a:p>
          <a:endParaRPr lang="en-US"/>
        </a:p>
      </dgm:t>
    </dgm:pt>
    <dgm:pt modelId="{A09D1C51-0689-41F7-BE7C-44FF15200090}" type="sibTrans" cxnId="{BE40B0DB-2774-4271-A41A-A97E81652D84}">
      <dgm:prSet/>
      <dgm:spPr/>
      <dgm:t>
        <a:bodyPr/>
        <a:lstStyle/>
        <a:p>
          <a:endParaRPr lang="en-US"/>
        </a:p>
      </dgm:t>
    </dgm:pt>
    <dgm:pt modelId="{6641213E-6FDC-48B3-94D8-55AE78661C1C}">
      <dgm:prSet/>
      <dgm:spPr/>
      <dgm:t>
        <a:bodyPr/>
        <a:lstStyle/>
        <a:p>
          <a:r>
            <a:rPr lang="en-US"/>
            <a:t>Ask questions freely</a:t>
          </a:r>
        </a:p>
      </dgm:t>
    </dgm:pt>
    <dgm:pt modelId="{DA3F5D3F-1412-464D-92DF-ABC925CD75F5}" type="parTrans" cxnId="{2C267818-CF89-477A-A543-9AE515F953D3}">
      <dgm:prSet/>
      <dgm:spPr/>
      <dgm:t>
        <a:bodyPr/>
        <a:lstStyle/>
        <a:p>
          <a:endParaRPr lang="en-US"/>
        </a:p>
      </dgm:t>
    </dgm:pt>
    <dgm:pt modelId="{4126EA2C-5F26-4489-9587-A8021D81B496}" type="sibTrans" cxnId="{2C267818-CF89-477A-A543-9AE515F953D3}">
      <dgm:prSet/>
      <dgm:spPr/>
      <dgm:t>
        <a:bodyPr/>
        <a:lstStyle/>
        <a:p>
          <a:endParaRPr lang="en-US"/>
        </a:p>
      </dgm:t>
    </dgm:pt>
    <dgm:pt modelId="{BA94EBE2-4950-4D9F-8361-FA45F0E49C46}">
      <dgm:prSet/>
      <dgm:spPr/>
      <dgm:t>
        <a:bodyPr/>
        <a:lstStyle/>
        <a:p>
          <a:r>
            <a:rPr lang="en-US"/>
            <a:t>Be present and engaged</a:t>
          </a:r>
        </a:p>
      </dgm:t>
    </dgm:pt>
    <dgm:pt modelId="{C118DA18-E63D-47C1-98A2-8D6E091EEF81}" type="parTrans" cxnId="{D5BDC165-F4B6-4134-BE8B-3FB710F49B12}">
      <dgm:prSet/>
      <dgm:spPr/>
      <dgm:t>
        <a:bodyPr/>
        <a:lstStyle/>
        <a:p>
          <a:endParaRPr lang="en-US"/>
        </a:p>
      </dgm:t>
    </dgm:pt>
    <dgm:pt modelId="{AD389A70-220A-47A7-830A-5E3B7DFEED35}" type="sibTrans" cxnId="{D5BDC165-F4B6-4134-BE8B-3FB710F49B12}">
      <dgm:prSet/>
      <dgm:spPr/>
      <dgm:t>
        <a:bodyPr/>
        <a:lstStyle/>
        <a:p>
          <a:endParaRPr lang="en-US"/>
        </a:p>
      </dgm:t>
    </dgm:pt>
    <dgm:pt modelId="{883211BA-306C-4B95-BB68-309990D7165E}">
      <dgm:prSet/>
      <dgm:spPr/>
      <dgm:t>
        <a:bodyPr/>
        <a:lstStyle/>
        <a:p>
          <a:r>
            <a:rPr lang="en-US"/>
            <a:t>Encourage and support each other</a:t>
          </a:r>
        </a:p>
      </dgm:t>
    </dgm:pt>
    <dgm:pt modelId="{4A63A637-EA77-4C75-BDBF-4B69BD402AB7}" type="parTrans" cxnId="{E8714FCE-1112-403E-9407-47BA45019C18}">
      <dgm:prSet/>
      <dgm:spPr/>
      <dgm:t>
        <a:bodyPr/>
        <a:lstStyle/>
        <a:p>
          <a:endParaRPr lang="en-US"/>
        </a:p>
      </dgm:t>
    </dgm:pt>
    <dgm:pt modelId="{5B9B9D25-0F81-4D83-AC52-C77881EA4CB5}" type="sibTrans" cxnId="{E8714FCE-1112-403E-9407-47BA45019C18}">
      <dgm:prSet/>
      <dgm:spPr/>
      <dgm:t>
        <a:bodyPr/>
        <a:lstStyle/>
        <a:p>
          <a:endParaRPr lang="en-US"/>
        </a:p>
      </dgm:t>
    </dgm:pt>
    <dgm:pt modelId="{C3254954-D2AC-4608-869E-72D77F0E136A}" type="pres">
      <dgm:prSet presAssocID="{03B669A0-8BA8-49E6-A551-8E1DFE2E11ED}" presName="vert0" presStyleCnt="0">
        <dgm:presLayoutVars>
          <dgm:dir/>
          <dgm:animOne val="branch"/>
          <dgm:animLvl val="lvl"/>
        </dgm:presLayoutVars>
      </dgm:prSet>
      <dgm:spPr/>
    </dgm:pt>
    <dgm:pt modelId="{C108DB03-9268-42A6-BFBA-EFDD41481776}" type="pres">
      <dgm:prSet presAssocID="{88CF69BF-63E4-49CA-999D-8920AF9695DE}" presName="thickLine" presStyleLbl="alignNode1" presStyleIdx="0" presStyleCnt="5"/>
      <dgm:spPr/>
    </dgm:pt>
    <dgm:pt modelId="{AB4E53FF-9912-4F20-9049-7FECAEB19874}" type="pres">
      <dgm:prSet presAssocID="{88CF69BF-63E4-49CA-999D-8920AF9695DE}" presName="horz1" presStyleCnt="0"/>
      <dgm:spPr/>
    </dgm:pt>
    <dgm:pt modelId="{4EC3AD63-4BF3-42AC-A6AB-BD157DE29659}" type="pres">
      <dgm:prSet presAssocID="{88CF69BF-63E4-49CA-999D-8920AF9695DE}" presName="tx1" presStyleLbl="revTx" presStyleIdx="0" presStyleCnt="5"/>
      <dgm:spPr/>
    </dgm:pt>
    <dgm:pt modelId="{FB5267EB-E176-4984-8FEC-DB48921EF18D}" type="pres">
      <dgm:prSet presAssocID="{88CF69BF-63E4-49CA-999D-8920AF9695DE}" presName="vert1" presStyleCnt="0"/>
      <dgm:spPr/>
    </dgm:pt>
    <dgm:pt modelId="{384B900E-0D36-41DE-81C5-068A700E47AB}" type="pres">
      <dgm:prSet presAssocID="{4CB9F3C0-A42D-4F9F-A9AC-BD3F51FDE5CD}" presName="thickLine" presStyleLbl="alignNode1" presStyleIdx="1" presStyleCnt="5"/>
      <dgm:spPr/>
    </dgm:pt>
    <dgm:pt modelId="{45C9A072-D6B8-4692-8222-E343E51BE953}" type="pres">
      <dgm:prSet presAssocID="{4CB9F3C0-A42D-4F9F-A9AC-BD3F51FDE5CD}" presName="horz1" presStyleCnt="0"/>
      <dgm:spPr/>
    </dgm:pt>
    <dgm:pt modelId="{F14A664B-8670-47C3-BDE6-B2EB1E6E122E}" type="pres">
      <dgm:prSet presAssocID="{4CB9F3C0-A42D-4F9F-A9AC-BD3F51FDE5CD}" presName="tx1" presStyleLbl="revTx" presStyleIdx="1" presStyleCnt="5"/>
      <dgm:spPr/>
    </dgm:pt>
    <dgm:pt modelId="{CEED205A-0193-44AD-AFAF-38D836A2BC1A}" type="pres">
      <dgm:prSet presAssocID="{4CB9F3C0-A42D-4F9F-A9AC-BD3F51FDE5CD}" presName="vert1" presStyleCnt="0"/>
      <dgm:spPr/>
    </dgm:pt>
    <dgm:pt modelId="{23ADADF0-BC06-4B58-87C1-EFA21DAED316}" type="pres">
      <dgm:prSet presAssocID="{6641213E-6FDC-48B3-94D8-55AE78661C1C}" presName="thickLine" presStyleLbl="alignNode1" presStyleIdx="2" presStyleCnt="5"/>
      <dgm:spPr/>
    </dgm:pt>
    <dgm:pt modelId="{4518B3FB-5129-4246-B80A-85BB029FAC63}" type="pres">
      <dgm:prSet presAssocID="{6641213E-6FDC-48B3-94D8-55AE78661C1C}" presName="horz1" presStyleCnt="0"/>
      <dgm:spPr/>
    </dgm:pt>
    <dgm:pt modelId="{A115C230-41AD-4404-AB65-670359174039}" type="pres">
      <dgm:prSet presAssocID="{6641213E-6FDC-48B3-94D8-55AE78661C1C}" presName="tx1" presStyleLbl="revTx" presStyleIdx="2" presStyleCnt="5"/>
      <dgm:spPr/>
    </dgm:pt>
    <dgm:pt modelId="{03B12632-4B4A-4D0D-A8E8-78FD8B395170}" type="pres">
      <dgm:prSet presAssocID="{6641213E-6FDC-48B3-94D8-55AE78661C1C}" presName="vert1" presStyleCnt="0"/>
      <dgm:spPr/>
    </dgm:pt>
    <dgm:pt modelId="{A5604CE2-53F9-4DCB-82CD-16C35B0871F5}" type="pres">
      <dgm:prSet presAssocID="{BA94EBE2-4950-4D9F-8361-FA45F0E49C46}" presName="thickLine" presStyleLbl="alignNode1" presStyleIdx="3" presStyleCnt="5"/>
      <dgm:spPr/>
    </dgm:pt>
    <dgm:pt modelId="{B9449582-FD9A-4D30-87F1-1AA0C64752B2}" type="pres">
      <dgm:prSet presAssocID="{BA94EBE2-4950-4D9F-8361-FA45F0E49C46}" presName="horz1" presStyleCnt="0"/>
      <dgm:spPr/>
    </dgm:pt>
    <dgm:pt modelId="{D8B3A117-6556-4587-946C-4BCF652589E5}" type="pres">
      <dgm:prSet presAssocID="{BA94EBE2-4950-4D9F-8361-FA45F0E49C46}" presName="tx1" presStyleLbl="revTx" presStyleIdx="3" presStyleCnt="5"/>
      <dgm:spPr/>
    </dgm:pt>
    <dgm:pt modelId="{640A85C4-D9BC-4353-A70E-CA7532513932}" type="pres">
      <dgm:prSet presAssocID="{BA94EBE2-4950-4D9F-8361-FA45F0E49C46}" presName="vert1" presStyleCnt="0"/>
      <dgm:spPr/>
    </dgm:pt>
    <dgm:pt modelId="{6E422A6B-7478-438B-A412-06B452EF8A3D}" type="pres">
      <dgm:prSet presAssocID="{883211BA-306C-4B95-BB68-309990D7165E}" presName="thickLine" presStyleLbl="alignNode1" presStyleIdx="4" presStyleCnt="5"/>
      <dgm:spPr/>
    </dgm:pt>
    <dgm:pt modelId="{484DF583-9596-4F45-980C-4DB5F77D8676}" type="pres">
      <dgm:prSet presAssocID="{883211BA-306C-4B95-BB68-309990D7165E}" presName="horz1" presStyleCnt="0"/>
      <dgm:spPr/>
    </dgm:pt>
    <dgm:pt modelId="{B647E86C-B4BE-4E9E-93AE-ACD5C019F225}" type="pres">
      <dgm:prSet presAssocID="{883211BA-306C-4B95-BB68-309990D7165E}" presName="tx1" presStyleLbl="revTx" presStyleIdx="4" presStyleCnt="5"/>
      <dgm:spPr/>
    </dgm:pt>
    <dgm:pt modelId="{A3194E7B-5245-404E-9C99-E3D7CD1CAC88}" type="pres">
      <dgm:prSet presAssocID="{883211BA-306C-4B95-BB68-309990D7165E}" presName="vert1" presStyleCnt="0"/>
      <dgm:spPr/>
    </dgm:pt>
  </dgm:ptLst>
  <dgm:cxnLst>
    <dgm:cxn modelId="{2C267818-CF89-477A-A543-9AE515F953D3}" srcId="{03B669A0-8BA8-49E6-A551-8E1DFE2E11ED}" destId="{6641213E-6FDC-48B3-94D8-55AE78661C1C}" srcOrd="2" destOrd="0" parTransId="{DA3F5D3F-1412-464D-92DF-ABC925CD75F5}" sibTransId="{4126EA2C-5F26-4489-9587-A8021D81B496}"/>
    <dgm:cxn modelId="{D5BDC165-F4B6-4134-BE8B-3FB710F49B12}" srcId="{03B669A0-8BA8-49E6-A551-8E1DFE2E11ED}" destId="{BA94EBE2-4950-4D9F-8361-FA45F0E49C46}" srcOrd="3" destOrd="0" parTransId="{C118DA18-E63D-47C1-98A2-8D6E091EEF81}" sibTransId="{AD389A70-220A-47A7-830A-5E3B7DFEED35}"/>
    <dgm:cxn modelId="{BCF84C47-3278-4D37-8852-569965880132}" srcId="{03B669A0-8BA8-49E6-A551-8E1DFE2E11ED}" destId="{88CF69BF-63E4-49CA-999D-8920AF9695DE}" srcOrd="0" destOrd="0" parTransId="{74DF7761-B780-4A17-8E05-702731C905B1}" sibTransId="{80B1D80C-78A2-4C1D-BA9E-BCC0CD3211F7}"/>
    <dgm:cxn modelId="{AB74C452-2C36-4E04-8059-89912F727DC8}" type="presOf" srcId="{BA94EBE2-4950-4D9F-8361-FA45F0E49C46}" destId="{D8B3A117-6556-4587-946C-4BCF652589E5}" srcOrd="0" destOrd="0" presId="urn:microsoft.com/office/officeart/2008/layout/LinedList"/>
    <dgm:cxn modelId="{15326D55-7F94-4F02-8D4D-09EDDE2C3B01}" type="presOf" srcId="{03B669A0-8BA8-49E6-A551-8E1DFE2E11ED}" destId="{C3254954-D2AC-4608-869E-72D77F0E136A}" srcOrd="0" destOrd="0" presId="urn:microsoft.com/office/officeart/2008/layout/LinedList"/>
    <dgm:cxn modelId="{66C6FCB9-86BB-4B57-9BAB-8FE5D9ABD795}" type="presOf" srcId="{88CF69BF-63E4-49CA-999D-8920AF9695DE}" destId="{4EC3AD63-4BF3-42AC-A6AB-BD157DE29659}" srcOrd="0" destOrd="0" presId="urn:microsoft.com/office/officeart/2008/layout/LinedList"/>
    <dgm:cxn modelId="{5F817ACA-4628-4400-9378-EAA1898F19AC}" type="presOf" srcId="{6641213E-6FDC-48B3-94D8-55AE78661C1C}" destId="{A115C230-41AD-4404-AB65-670359174039}" srcOrd="0" destOrd="0" presId="urn:microsoft.com/office/officeart/2008/layout/LinedList"/>
    <dgm:cxn modelId="{E8714FCE-1112-403E-9407-47BA45019C18}" srcId="{03B669A0-8BA8-49E6-A551-8E1DFE2E11ED}" destId="{883211BA-306C-4B95-BB68-309990D7165E}" srcOrd="4" destOrd="0" parTransId="{4A63A637-EA77-4C75-BDBF-4B69BD402AB7}" sibTransId="{5B9B9D25-0F81-4D83-AC52-C77881EA4CB5}"/>
    <dgm:cxn modelId="{49A799D2-3955-4DC3-8C32-74711DCA4DCB}" type="presOf" srcId="{883211BA-306C-4B95-BB68-309990D7165E}" destId="{B647E86C-B4BE-4E9E-93AE-ACD5C019F225}" srcOrd="0" destOrd="0" presId="urn:microsoft.com/office/officeart/2008/layout/LinedList"/>
    <dgm:cxn modelId="{A8F966D4-FE49-4093-9208-B7B4F898B35B}" type="presOf" srcId="{4CB9F3C0-A42D-4F9F-A9AC-BD3F51FDE5CD}" destId="{F14A664B-8670-47C3-BDE6-B2EB1E6E122E}" srcOrd="0" destOrd="0" presId="urn:microsoft.com/office/officeart/2008/layout/LinedList"/>
    <dgm:cxn modelId="{BE40B0DB-2774-4271-A41A-A97E81652D84}" srcId="{03B669A0-8BA8-49E6-A551-8E1DFE2E11ED}" destId="{4CB9F3C0-A42D-4F9F-A9AC-BD3F51FDE5CD}" srcOrd="1" destOrd="0" parTransId="{6091FE56-847B-476B-9193-333C04863710}" sibTransId="{A09D1C51-0689-41F7-BE7C-44FF15200090}"/>
    <dgm:cxn modelId="{D2F6CF2C-9183-4C3F-A280-85929B0F6C60}" type="presParOf" srcId="{C3254954-D2AC-4608-869E-72D77F0E136A}" destId="{C108DB03-9268-42A6-BFBA-EFDD41481776}" srcOrd="0" destOrd="0" presId="urn:microsoft.com/office/officeart/2008/layout/LinedList"/>
    <dgm:cxn modelId="{B430ECE2-3DCC-429E-BE19-11CD43D1BFD7}" type="presParOf" srcId="{C3254954-D2AC-4608-869E-72D77F0E136A}" destId="{AB4E53FF-9912-4F20-9049-7FECAEB19874}" srcOrd="1" destOrd="0" presId="urn:microsoft.com/office/officeart/2008/layout/LinedList"/>
    <dgm:cxn modelId="{5D84AF8A-F248-46DF-AA10-3C5B927F0F9F}" type="presParOf" srcId="{AB4E53FF-9912-4F20-9049-7FECAEB19874}" destId="{4EC3AD63-4BF3-42AC-A6AB-BD157DE29659}" srcOrd="0" destOrd="0" presId="urn:microsoft.com/office/officeart/2008/layout/LinedList"/>
    <dgm:cxn modelId="{4C88FC47-4480-4B19-85B6-CA532D795885}" type="presParOf" srcId="{AB4E53FF-9912-4F20-9049-7FECAEB19874}" destId="{FB5267EB-E176-4984-8FEC-DB48921EF18D}" srcOrd="1" destOrd="0" presId="urn:microsoft.com/office/officeart/2008/layout/LinedList"/>
    <dgm:cxn modelId="{48D89610-D871-4BF9-95D6-1127BB599531}" type="presParOf" srcId="{C3254954-D2AC-4608-869E-72D77F0E136A}" destId="{384B900E-0D36-41DE-81C5-068A700E47AB}" srcOrd="2" destOrd="0" presId="urn:microsoft.com/office/officeart/2008/layout/LinedList"/>
    <dgm:cxn modelId="{296CF058-EA0C-487A-A50D-FFB2B47C0C30}" type="presParOf" srcId="{C3254954-D2AC-4608-869E-72D77F0E136A}" destId="{45C9A072-D6B8-4692-8222-E343E51BE953}" srcOrd="3" destOrd="0" presId="urn:microsoft.com/office/officeart/2008/layout/LinedList"/>
    <dgm:cxn modelId="{65F979B3-AFB8-4D10-AF5A-D849E3627759}" type="presParOf" srcId="{45C9A072-D6B8-4692-8222-E343E51BE953}" destId="{F14A664B-8670-47C3-BDE6-B2EB1E6E122E}" srcOrd="0" destOrd="0" presId="urn:microsoft.com/office/officeart/2008/layout/LinedList"/>
    <dgm:cxn modelId="{48173B8E-B5B5-4704-A9B0-1052F951233C}" type="presParOf" srcId="{45C9A072-D6B8-4692-8222-E343E51BE953}" destId="{CEED205A-0193-44AD-AFAF-38D836A2BC1A}" srcOrd="1" destOrd="0" presId="urn:microsoft.com/office/officeart/2008/layout/LinedList"/>
    <dgm:cxn modelId="{519711A9-7AA6-436A-824F-A324AACB1B3A}" type="presParOf" srcId="{C3254954-D2AC-4608-869E-72D77F0E136A}" destId="{23ADADF0-BC06-4B58-87C1-EFA21DAED316}" srcOrd="4" destOrd="0" presId="urn:microsoft.com/office/officeart/2008/layout/LinedList"/>
    <dgm:cxn modelId="{42DCBE9C-6558-4708-A719-D18EACAF87FE}" type="presParOf" srcId="{C3254954-D2AC-4608-869E-72D77F0E136A}" destId="{4518B3FB-5129-4246-B80A-85BB029FAC63}" srcOrd="5" destOrd="0" presId="urn:microsoft.com/office/officeart/2008/layout/LinedList"/>
    <dgm:cxn modelId="{951F02D7-8502-4558-AE4A-0FDABA5192FD}" type="presParOf" srcId="{4518B3FB-5129-4246-B80A-85BB029FAC63}" destId="{A115C230-41AD-4404-AB65-670359174039}" srcOrd="0" destOrd="0" presId="urn:microsoft.com/office/officeart/2008/layout/LinedList"/>
    <dgm:cxn modelId="{7873AC00-0408-4B5A-AF72-EA67544E5886}" type="presParOf" srcId="{4518B3FB-5129-4246-B80A-85BB029FAC63}" destId="{03B12632-4B4A-4D0D-A8E8-78FD8B395170}" srcOrd="1" destOrd="0" presId="urn:microsoft.com/office/officeart/2008/layout/LinedList"/>
    <dgm:cxn modelId="{EC97B632-1238-4EBF-8E65-D82399608B0C}" type="presParOf" srcId="{C3254954-D2AC-4608-869E-72D77F0E136A}" destId="{A5604CE2-53F9-4DCB-82CD-16C35B0871F5}" srcOrd="6" destOrd="0" presId="urn:microsoft.com/office/officeart/2008/layout/LinedList"/>
    <dgm:cxn modelId="{653D3012-1E1B-4EEE-A95E-29AD39D6F4A7}" type="presParOf" srcId="{C3254954-D2AC-4608-869E-72D77F0E136A}" destId="{B9449582-FD9A-4D30-87F1-1AA0C64752B2}" srcOrd="7" destOrd="0" presId="urn:microsoft.com/office/officeart/2008/layout/LinedList"/>
    <dgm:cxn modelId="{1BFB21F6-0B0E-4D14-B6FD-F3BB24F03A5F}" type="presParOf" srcId="{B9449582-FD9A-4D30-87F1-1AA0C64752B2}" destId="{D8B3A117-6556-4587-946C-4BCF652589E5}" srcOrd="0" destOrd="0" presId="urn:microsoft.com/office/officeart/2008/layout/LinedList"/>
    <dgm:cxn modelId="{572C0C6F-FD0F-462E-A659-4AE81A7E42A6}" type="presParOf" srcId="{B9449582-FD9A-4D30-87F1-1AA0C64752B2}" destId="{640A85C4-D9BC-4353-A70E-CA7532513932}" srcOrd="1" destOrd="0" presId="urn:microsoft.com/office/officeart/2008/layout/LinedList"/>
    <dgm:cxn modelId="{2CFB5A40-3B54-4593-B42B-D75AFA4F6A3F}" type="presParOf" srcId="{C3254954-D2AC-4608-869E-72D77F0E136A}" destId="{6E422A6B-7478-438B-A412-06B452EF8A3D}" srcOrd="8" destOrd="0" presId="urn:microsoft.com/office/officeart/2008/layout/LinedList"/>
    <dgm:cxn modelId="{B22643F9-7BA3-4BA0-B02D-D4FABD3A64C0}" type="presParOf" srcId="{C3254954-D2AC-4608-869E-72D77F0E136A}" destId="{484DF583-9596-4F45-980C-4DB5F77D8676}" srcOrd="9" destOrd="0" presId="urn:microsoft.com/office/officeart/2008/layout/LinedList"/>
    <dgm:cxn modelId="{7D10CB0E-CE6B-4743-BA22-6D82D16B8049}" type="presParOf" srcId="{484DF583-9596-4F45-980C-4DB5F77D8676}" destId="{B647E86C-B4BE-4E9E-93AE-ACD5C019F225}" srcOrd="0" destOrd="0" presId="urn:microsoft.com/office/officeart/2008/layout/LinedList"/>
    <dgm:cxn modelId="{D5DEC700-CD48-4F81-8185-F1DCEBBEC73A}" type="presParOf" srcId="{484DF583-9596-4F45-980C-4DB5F77D8676}" destId="{A3194E7B-5245-404E-9C99-E3D7CD1CAC8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8CB054-0118-428D-ADB8-82EE8620E68E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B1E1162-D458-4BE2-B0E0-6487324F0D06}">
      <dgm:prSet/>
      <dgm:spPr/>
      <dgm:t>
        <a:bodyPr/>
        <a:lstStyle/>
        <a:p>
          <a:r>
            <a:rPr lang="en-US"/>
            <a:t>Governance, Risk, and Compliance (GRC)</a:t>
          </a:r>
        </a:p>
      </dgm:t>
    </dgm:pt>
    <dgm:pt modelId="{935561BD-FAD9-4D8F-BF5B-27534D5B87CA}" type="parTrans" cxnId="{8321B031-3A99-4F32-91F2-C840DC2FBD61}">
      <dgm:prSet/>
      <dgm:spPr/>
      <dgm:t>
        <a:bodyPr/>
        <a:lstStyle/>
        <a:p>
          <a:endParaRPr lang="en-US"/>
        </a:p>
      </dgm:t>
    </dgm:pt>
    <dgm:pt modelId="{A99FB860-BE72-443F-BD17-E586550B03AA}" type="sibTrans" cxnId="{8321B031-3A99-4F32-91F2-C840DC2FBD61}">
      <dgm:prSet/>
      <dgm:spPr/>
      <dgm:t>
        <a:bodyPr/>
        <a:lstStyle/>
        <a:p>
          <a:endParaRPr lang="en-US"/>
        </a:p>
      </dgm:t>
    </dgm:pt>
    <dgm:pt modelId="{FF152EBF-A017-41D0-9A96-BAAFA61E6A12}">
      <dgm:prSet/>
      <dgm:spPr/>
      <dgm:t>
        <a:bodyPr/>
        <a:lstStyle/>
        <a:p>
          <a:r>
            <a:rPr lang="en-US"/>
            <a:t>Security Operations (SOC, detection, response)</a:t>
          </a:r>
        </a:p>
      </dgm:t>
    </dgm:pt>
    <dgm:pt modelId="{AF19E706-8716-4F4E-A17D-A72FC1ACD91D}" type="parTrans" cxnId="{E26C911A-DDFF-49B1-A66F-BA273C74ACC6}">
      <dgm:prSet/>
      <dgm:spPr/>
      <dgm:t>
        <a:bodyPr/>
        <a:lstStyle/>
        <a:p>
          <a:endParaRPr lang="en-US"/>
        </a:p>
      </dgm:t>
    </dgm:pt>
    <dgm:pt modelId="{2D9042F0-6980-462E-97A5-F98702C82CE2}" type="sibTrans" cxnId="{E26C911A-DDFF-49B1-A66F-BA273C74ACC6}">
      <dgm:prSet/>
      <dgm:spPr/>
      <dgm:t>
        <a:bodyPr/>
        <a:lstStyle/>
        <a:p>
          <a:endParaRPr lang="en-US"/>
        </a:p>
      </dgm:t>
    </dgm:pt>
    <dgm:pt modelId="{11B0DB92-A366-4F0C-8D80-1309FE545D7D}">
      <dgm:prSet/>
      <dgm:spPr/>
      <dgm:t>
        <a:bodyPr/>
        <a:lstStyle/>
        <a:p>
          <a:r>
            <a:rPr lang="en-US"/>
            <a:t>Offensive security and penetration testing</a:t>
          </a:r>
        </a:p>
      </dgm:t>
    </dgm:pt>
    <dgm:pt modelId="{0A36AE88-4279-4694-8099-3E5D935EE251}" type="parTrans" cxnId="{A40C1880-E5E3-4E7B-BEBE-22DF6B041E10}">
      <dgm:prSet/>
      <dgm:spPr/>
      <dgm:t>
        <a:bodyPr/>
        <a:lstStyle/>
        <a:p>
          <a:endParaRPr lang="en-US"/>
        </a:p>
      </dgm:t>
    </dgm:pt>
    <dgm:pt modelId="{CE29E9FB-4A6D-4F58-9461-424558C9EF34}" type="sibTrans" cxnId="{A40C1880-E5E3-4E7B-BEBE-22DF6B041E10}">
      <dgm:prSet/>
      <dgm:spPr/>
      <dgm:t>
        <a:bodyPr/>
        <a:lstStyle/>
        <a:p>
          <a:endParaRPr lang="en-US"/>
        </a:p>
      </dgm:t>
    </dgm:pt>
    <dgm:pt modelId="{DCB418F8-FFF9-4BFC-9ED6-AB7534C5CAD7}">
      <dgm:prSet/>
      <dgm:spPr/>
      <dgm:t>
        <a:bodyPr/>
        <a:lstStyle/>
        <a:p>
          <a:r>
            <a:rPr lang="en-US"/>
            <a:t>Cloud and infrastructure security</a:t>
          </a:r>
        </a:p>
      </dgm:t>
    </dgm:pt>
    <dgm:pt modelId="{47023CB7-1AB4-49E8-AE9E-CFB2DA998059}" type="parTrans" cxnId="{0645D607-04E1-4A87-84F6-4E49BE42DDF7}">
      <dgm:prSet/>
      <dgm:spPr/>
      <dgm:t>
        <a:bodyPr/>
        <a:lstStyle/>
        <a:p>
          <a:endParaRPr lang="en-US"/>
        </a:p>
      </dgm:t>
    </dgm:pt>
    <dgm:pt modelId="{8DC5BF37-35FC-4FB2-831D-516CAE4C8630}" type="sibTrans" cxnId="{0645D607-04E1-4A87-84F6-4E49BE42DDF7}">
      <dgm:prSet/>
      <dgm:spPr/>
      <dgm:t>
        <a:bodyPr/>
        <a:lstStyle/>
        <a:p>
          <a:endParaRPr lang="en-US"/>
        </a:p>
      </dgm:t>
    </dgm:pt>
    <dgm:pt modelId="{D37BBF12-C54B-4B03-B13C-D6B871938592}">
      <dgm:prSet/>
      <dgm:spPr/>
      <dgm:t>
        <a:bodyPr/>
        <a:lstStyle/>
        <a:p>
          <a:r>
            <a:rPr lang="en-US"/>
            <a:t>Industrial Control Systems / OT security</a:t>
          </a:r>
        </a:p>
      </dgm:t>
    </dgm:pt>
    <dgm:pt modelId="{0C1E9E73-EB6B-4076-ACCD-59E7154B8AF2}" type="parTrans" cxnId="{A3078CB5-E62C-42B8-AC01-93E8BBDCB8F2}">
      <dgm:prSet/>
      <dgm:spPr/>
      <dgm:t>
        <a:bodyPr/>
        <a:lstStyle/>
        <a:p>
          <a:endParaRPr lang="en-US"/>
        </a:p>
      </dgm:t>
    </dgm:pt>
    <dgm:pt modelId="{3DEFD62D-A408-4E4E-A28F-5BB8F673A9DD}" type="sibTrans" cxnId="{A3078CB5-E62C-42B8-AC01-93E8BBDCB8F2}">
      <dgm:prSet/>
      <dgm:spPr/>
      <dgm:t>
        <a:bodyPr/>
        <a:lstStyle/>
        <a:p>
          <a:endParaRPr lang="en-US"/>
        </a:p>
      </dgm:t>
    </dgm:pt>
    <dgm:pt modelId="{E0AF412A-4223-40A3-9349-E19E893C178A}" type="pres">
      <dgm:prSet presAssocID="{548CB054-0118-428D-ADB8-82EE8620E68E}" presName="diagram" presStyleCnt="0">
        <dgm:presLayoutVars>
          <dgm:dir/>
          <dgm:resizeHandles val="exact"/>
        </dgm:presLayoutVars>
      </dgm:prSet>
      <dgm:spPr/>
    </dgm:pt>
    <dgm:pt modelId="{894D1E8A-F1FF-48B6-8960-9C21E21E5618}" type="pres">
      <dgm:prSet presAssocID="{DB1E1162-D458-4BE2-B0E0-6487324F0D06}" presName="node" presStyleLbl="node1" presStyleIdx="0" presStyleCnt="5">
        <dgm:presLayoutVars>
          <dgm:bulletEnabled val="1"/>
        </dgm:presLayoutVars>
      </dgm:prSet>
      <dgm:spPr/>
    </dgm:pt>
    <dgm:pt modelId="{D8EA8D37-B5AA-43CA-B843-D8BE53D38225}" type="pres">
      <dgm:prSet presAssocID="{A99FB860-BE72-443F-BD17-E586550B03AA}" presName="sibTrans" presStyleCnt="0"/>
      <dgm:spPr/>
    </dgm:pt>
    <dgm:pt modelId="{52187B3E-9D17-476D-8DD5-6829D3847964}" type="pres">
      <dgm:prSet presAssocID="{FF152EBF-A017-41D0-9A96-BAAFA61E6A12}" presName="node" presStyleLbl="node1" presStyleIdx="1" presStyleCnt="5">
        <dgm:presLayoutVars>
          <dgm:bulletEnabled val="1"/>
        </dgm:presLayoutVars>
      </dgm:prSet>
      <dgm:spPr/>
    </dgm:pt>
    <dgm:pt modelId="{15D51D0B-0E6B-4F1C-84EB-BD685B5A0161}" type="pres">
      <dgm:prSet presAssocID="{2D9042F0-6980-462E-97A5-F98702C82CE2}" presName="sibTrans" presStyleCnt="0"/>
      <dgm:spPr/>
    </dgm:pt>
    <dgm:pt modelId="{CAFAFB6A-860F-4FE8-BAE8-4583F0F1FB50}" type="pres">
      <dgm:prSet presAssocID="{11B0DB92-A366-4F0C-8D80-1309FE545D7D}" presName="node" presStyleLbl="node1" presStyleIdx="2" presStyleCnt="5">
        <dgm:presLayoutVars>
          <dgm:bulletEnabled val="1"/>
        </dgm:presLayoutVars>
      </dgm:prSet>
      <dgm:spPr/>
    </dgm:pt>
    <dgm:pt modelId="{64980C98-3AB1-4D12-A1D2-473C15638B1B}" type="pres">
      <dgm:prSet presAssocID="{CE29E9FB-4A6D-4F58-9461-424558C9EF34}" presName="sibTrans" presStyleCnt="0"/>
      <dgm:spPr/>
    </dgm:pt>
    <dgm:pt modelId="{1CC62B22-561B-47D9-9FA0-E3FBB22ACA5E}" type="pres">
      <dgm:prSet presAssocID="{DCB418F8-FFF9-4BFC-9ED6-AB7534C5CAD7}" presName="node" presStyleLbl="node1" presStyleIdx="3" presStyleCnt="5">
        <dgm:presLayoutVars>
          <dgm:bulletEnabled val="1"/>
        </dgm:presLayoutVars>
      </dgm:prSet>
      <dgm:spPr/>
    </dgm:pt>
    <dgm:pt modelId="{639B094C-BEA8-4AE9-8CA1-2F8E526821AD}" type="pres">
      <dgm:prSet presAssocID="{8DC5BF37-35FC-4FB2-831D-516CAE4C8630}" presName="sibTrans" presStyleCnt="0"/>
      <dgm:spPr/>
    </dgm:pt>
    <dgm:pt modelId="{525CD5E9-E75D-434A-9706-8B397947644F}" type="pres">
      <dgm:prSet presAssocID="{D37BBF12-C54B-4B03-B13C-D6B871938592}" presName="node" presStyleLbl="node1" presStyleIdx="4" presStyleCnt="5">
        <dgm:presLayoutVars>
          <dgm:bulletEnabled val="1"/>
        </dgm:presLayoutVars>
      </dgm:prSet>
      <dgm:spPr/>
    </dgm:pt>
  </dgm:ptLst>
  <dgm:cxnLst>
    <dgm:cxn modelId="{0645D607-04E1-4A87-84F6-4E49BE42DDF7}" srcId="{548CB054-0118-428D-ADB8-82EE8620E68E}" destId="{DCB418F8-FFF9-4BFC-9ED6-AB7534C5CAD7}" srcOrd="3" destOrd="0" parTransId="{47023CB7-1AB4-49E8-AE9E-CFB2DA998059}" sibTransId="{8DC5BF37-35FC-4FB2-831D-516CAE4C8630}"/>
    <dgm:cxn modelId="{85FD640C-B16D-4851-9EB8-B5E68C89A956}" type="presOf" srcId="{DB1E1162-D458-4BE2-B0E0-6487324F0D06}" destId="{894D1E8A-F1FF-48B6-8960-9C21E21E5618}" srcOrd="0" destOrd="0" presId="urn:microsoft.com/office/officeart/2005/8/layout/default"/>
    <dgm:cxn modelId="{7BF46C14-4A8E-49C3-A7BD-8FA97F8C6946}" type="presOf" srcId="{DCB418F8-FFF9-4BFC-9ED6-AB7534C5CAD7}" destId="{1CC62B22-561B-47D9-9FA0-E3FBB22ACA5E}" srcOrd="0" destOrd="0" presId="urn:microsoft.com/office/officeart/2005/8/layout/default"/>
    <dgm:cxn modelId="{E26C911A-DDFF-49B1-A66F-BA273C74ACC6}" srcId="{548CB054-0118-428D-ADB8-82EE8620E68E}" destId="{FF152EBF-A017-41D0-9A96-BAAFA61E6A12}" srcOrd="1" destOrd="0" parTransId="{AF19E706-8716-4F4E-A17D-A72FC1ACD91D}" sibTransId="{2D9042F0-6980-462E-97A5-F98702C82CE2}"/>
    <dgm:cxn modelId="{8321B031-3A99-4F32-91F2-C840DC2FBD61}" srcId="{548CB054-0118-428D-ADB8-82EE8620E68E}" destId="{DB1E1162-D458-4BE2-B0E0-6487324F0D06}" srcOrd="0" destOrd="0" parTransId="{935561BD-FAD9-4D8F-BF5B-27534D5B87CA}" sibTransId="{A99FB860-BE72-443F-BD17-E586550B03AA}"/>
    <dgm:cxn modelId="{A40C1880-E5E3-4E7B-BEBE-22DF6B041E10}" srcId="{548CB054-0118-428D-ADB8-82EE8620E68E}" destId="{11B0DB92-A366-4F0C-8D80-1309FE545D7D}" srcOrd="2" destOrd="0" parTransId="{0A36AE88-4279-4694-8099-3E5D935EE251}" sibTransId="{CE29E9FB-4A6D-4F58-9461-424558C9EF34}"/>
    <dgm:cxn modelId="{1A80639A-8171-464C-B272-D25196FD3574}" type="presOf" srcId="{D37BBF12-C54B-4B03-B13C-D6B871938592}" destId="{525CD5E9-E75D-434A-9706-8B397947644F}" srcOrd="0" destOrd="0" presId="urn:microsoft.com/office/officeart/2005/8/layout/default"/>
    <dgm:cxn modelId="{460A259B-B0C2-40F0-B5E1-0B3036BA0648}" type="presOf" srcId="{FF152EBF-A017-41D0-9A96-BAAFA61E6A12}" destId="{52187B3E-9D17-476D-8DD5-6829D3847964}" srcOrd="0" destOrd="0" presId="urn:microsoft.com/office/officeart/2005/8/layout/default"/>
    <dgm:cxn modelId="{286AF59B-24B8-4531-9F5A-9537AACD630C}" type="presOf" srcId="{11B0DB92-A366-4F0C-8D80-1309FE545D7D}" destId="{CAFAFB6A-860F-4FE8-BAE8-4583F0F1FB50}" srcOrd="0" destOrd="0" presId="urn:microsoft.com/office/officeart/2005/8/layout/default"/>
    <dgm:cxn modelId="{A3078CB5-E62C-42B8-AC01-93E8BBDCB8F2}" srcId="{548CB054-0118-428D-ADB8-82EE8620E68E}" destId="{D37BBF12-C54B-4B03-B13C-D6B871938592}" srcOrd="4" destOrd="0" parTransId="{0C1E9E73-EB6B-4076-ACCD-59E7154B8AF2}" sibTransId="{3DEFD62D-A408-4E4E-A28F-5BB8F673A9DD}"/>
    <dgm:cxn modelId="{EB543DD3-3A7B-45B5-913D-A23C15C2EEA0}" type="presOf" srcId="{548CB054-0118-428D-ADB8-82EE8620E68E}" destId="{E0AF412A-4223-40A3-9349-E19E893C178A}" srcOrd="0" destOrd="0" presId="urn:microsoft.com/office/officeart/2005/8/layout/default"/>
    <dgm:cxn modelId="{33441B7E-F197-4401-B702-C11A455156C5}" type="presParOf" srcId="{E0AF412A-4223-40A3-9349-E19E893C178A}" destId="{894D1E8A-F1FF-48B6-8960-9C21E21E5618}" srcOrd="0" destOrd="0" presId="urn:microsoft.com/office/officeart/2005/8/layout/default"/>
    <dgm:cxn modelId="{05EF7BD8-E434-4229-8148-BC8FFD6991BF}" type="presParOf" srcId="{E0AF412A-4223-40A3-9349-E19E893C178A}" destId="{D8EA8D37-B5AA-43CA-B843-D8BE53D38225}" srcOrd="1" destOrd="0" presId="urn:microsoft.com/office/officeart/2005/8/layout/default"/>
    <dgm:cxn modelId="{7ED90537-A1EC-402F-BCA9-1A60FDEFE174}" type="presParOf" srcId="{E0AF412A-4223-40A3-9349-E19E893C178A}" destId="{52187B3E-9D17-476D-8DD5-6829D3847964}" srcOrd="2" destOrd="0" presId="urn:microsoft.com/office/officeart/2005/8/layout/default"/>
    <dgm:cxn modelId="{5F5A309B-F6D6-457F-9653-ED5304B72F73}" type="presParOf" srcId="{E0AF412A-4223-40A3-9349-E19E893C178A}" destId="{15D51D0B-0E6B-4F1C-84EB-BD685B5A0161}" srcOrd="3" destOrd="0" presId="urn:microsoft.com/office/officeart/2005/8/layout/default"/>
    <dgm:cxn modelId="{252B5D17-B9EC-48B7-AD58-794081D92EEF}" type="presParOf" srcId="{E0AF412A-4223-40A3-9349-E19E893C178A}" destId="{CAFAFB6A-860F-4FE8-BAE8-4583F0F1FB50}" srcOrd="4" destOrd="0" presId="urn:microsoft.com/office/officeart/2005/8/layout/default"/>
    <dgm:cxn modelId="{6C1BC2A0-781D-45FD-A974-8E4B2022B2F6}" type="presParOf" srcId="{E0AF412A-4223-40A3-9349-E19E893C178A}" destId="{64980C98-3AB1-4D12-A1D2-473C15638B1B}" srcOrd="5" destOrd="0" presId="urn:microsoft.com/office/officeart/2005/8/layout/default"/>
    <dgm:cxn modelId="{715075B7-8338-4AF8-9474-69DDC5504974}" type="presParOf" srcId="{E0AF412A-4223-40A3-9349-E19E893C178A}" destId="{1CC62B22-561B-47D9-9FA0-E3FBB22ACA5E}" srcOrd="6" destOrd="0" presId="urn:microsoft.com/office/officeart/2005/8/layout/default"/>
    <dgm:cxn modelId="{52494017-AC5D-4519-81FC-67221FA05C17}" type="presParOf" srcId="{E0AF412A-4223-40A3-9349-E19E893C178A}" destId="{639B094C-BEA8-4AE9-8CA1-2F8E526821AD}" srcOrd="7" destOrd="0" presId="urn:microsoft.com/office/officeart/2005/8/layout/default"/>
    <dgm:cxn modelId="{6F07BAD8-54C3-4E14-844D-925844C764B8}" type="presParOf" srcId="{E0AF412A-4223-40A3-9349-E19E893C178A}" destId="{525CD5E9-E75D-434A-9706-8B397947644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0AE53D-17E0-4DB2-A42B-4E82B74BE37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2C54B3-9E4E-4D8A-B0A9-98B804BF8D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Technical knowledge and continuous learning</a:t>
          </a:r>
        </a:p>
      </dgm:t>
    </dgm:pt>
    <dgm:pt modelId="{BF00A705-9973-4502-8520-94F3B93238DC}" type="parTrans" cxnId="{0E7CA68E-49D6-41EB-98ED-5017D941E440}">
      <dgm:prSet/>
      <dgm:spPr/>
      <dgm:t>
        <a:bodyPr/>
        <a:lstStyle/>
        <a:p>
          <a:endParaRPr lang="en-US"/>
        </a:p>
      </dgm:t>
    </dgm:pt>
    <dgm:pt modelId="{7BF52186-9935-4044-9A98-6178DE4F5389}" type="sibTrans" cxnId="{0E7CA68E-49D6-41EB-98ED-5017D941E4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19243A-096F-4B10-8933-09132D61F0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Analytical and critical thinking</a:t>
          </a:r>
        </a:p>
      </dgm:t>
    </dgm:pt>
    <dgm:pt modelId="{58F6C5C3-59E5-44E5-BB6B-4F27001F3089}" type="parTrans" cxnId="{84E54C67-624C-4C8A-AEA7-F3419FD5E507}">
      <dgm:prSet/>
      <dgm:spPr/>
      <dgm:t>
        <a:bodyPr/>
        <a:lstStyle/>
        <a:p>
          <a:endParaRPr lang="en-US"/>
        </a:p>
      </dgm:t>
    </dgm:pt>
    <dgm:pt modelId="{F398A081-564B-4080-8453-1F26772FEA67}" type="sibTrans" cxnId="{84E54C67-624C-4C8A-AEA7-F3419FD5E50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19C2ADA-140C-4EA6-870E-BC43199A2E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Communication and teamwork</a:t>
          </a:r>
        </a:p>
      </dgm:t>
    </dgm:pt>
    <dgm:pt modelId="{1E0ED62D-E578-40A6-B657-E91E596ECBF7}" type="parTrans" cxnId="{6E4B732B-5D78-4262-B71E-8B7034EAFFD7}">
      <dgm:prSet/>
      <dgm:spPr/>
      <dgm:t>
        <a:bodyPr/>
        <a:lstStyle/>
        <a:p>
          <a:endParaRPr lang="en-US"/>
        </a:p>
      </dgm:t>
    </dgm:pt>
    <dgm:pt modelId="{6EF16C53-34E5-45D1-BE7B-963B6E308648}" type="sibTrans" cxnId="{6E4B732B-5D78-4262-B71E-8B7034EAFF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479A24-DA77-43DE-890F-B1825D2134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 solving mindset</a:t>
          </a:r>
        </a:p>
      </dgm:t>
    </dgm:pt>
    <dgm:pt modelId="{69BA4C33-D72C-4262-BE81-67FDAE66FFA1}" type="parTrans" cxnId="{DD59EF49-3392-4B42-A799-DB83F5345A7A}">
      <dgm:prSet/>
      <dgm:spPr/>
      <dgm:t>
        <a:bodyPr/>
        <a:lstStyle/>
        <a:p>
          <a:endParaRPr lang="en-US"/>
        </a:p>
      </dgm:t>
    </dgm:pt>
    <dgm:pt modelId="{262B82B5-B195-4DDB-B7C5-8A1D4B866290}" type="sibTrans" cxnId="{DD59EF49-3392-4B42-A799-DB83F5345A7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C5E6B20-482F-4AF8-9636-51B9869D74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Curiosity and resilience</a:t>
          </a:r>
        </a:p>
      </dgm:t>
    </dgm:pt>
    <dgm:pt modelId="{AC92397D-9D5B-4267-BC3E-13218996D801}" type="parTrans" cxnId="{B794351F-03D0-4672-9985-442FD2784C11}">
      <dgm:prSet/>
      <dgm:spPr/>
      <dgm:t>
        <a:bodyPr/>
        <a:lstStyle/>
        <a:p>
          <a:endParaRPr lang="en-US"/>
        </a:p>
      </dgm:t>
    </dgm:pt>
    <dgm:pt modelId="{13615907-74C8-479C-AC6E-804E65A47FDF}" type="sibTrans" cxnId="{B794351F-03D0-4672-9985-442FD2784C11}">
      <dgm:prSet/>
      <dgm:spPr/>
      <dgm:t>
        <a:bodyPr/>
        <a:lstStyle/>
        <a:p>
          <a:endParaRPr lang="en-US"/>
        </a:p>
      </dgm:t>
    </dgm:pt>
    <dgm:pt modelId="{62B47548-FB85-4AE7-BD23-94B5500BDDF9}" type="pres">
      <dgm:prSet presAssocID="{E00AE53D-17E0-4DB2-A42B-4E82B74BE37A}" presName="root" presStyleCnt="0">
        <dgm:presLayoutVars>
          <dgm:dir/>
          <dgm:resizeHandles val="exact"/>
        </dgm:presLayoutVars>
      </dgm:prSet>
      <dgm:spPr/>
    </dgm:pt>
    <dgm:pt modelId="{702F0695-0943-4661-B1DE-E0D476CEE09D}" type="pres">
      <dgm:prSet presAssocID="{E00AE53D-17E0-4DB2-A42B-4E82B74BE37A}" presName="container" presStyleCnt="0">
        <dgm:presLayoutVars>
          <dgm:dir/>
          <dgm:resizeHandles val="exact"/>
        </dgm:presLayoutVars>
      </dgm:prSet>
      <dgm:spPr/>
    </dgm:pt>
    <dgm:pt modelId="{BE213F3E-5860-4EC5-A65B-837EC1054BD7}" type="pres">
      <dgm:prSet presAssocID="{D12C54B3-9E4E-4D8A-B0A9-98B804BF8DA2}" presName="compNode" presStyleCnt="0"/>
      <dgm:spPr/>
    </dgm:pt>
    <dgm:pt modelId="{0EDC4D2D-64C9-4B1D-93C1-4C6CFB873EB7}" type="pres">
      <dgm:prSet presAssocID="{D12C54B3-9E4E-4D8A-B0A9-98B804BF8DA2}" presName="iconBgRect" presStyleLbl="bgShp" presStyleIdx="0" presStyleCnt="5"/>
      <dgm:spPr/>
    </dgm:pt>
    <dgm:pt modelId="{7F8114BA-76C6-49CD-9647-B7A0144CF4D8}" type="pres">
      <dgm:prSet presAssocID="{D12C54B3-9E4E-4D8A-B0A9-98B804BF8DA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ducation"/>
        </a:ext>
      </dgm:extLst>
    </dgm:pt>
    <dgm:pt modelId="{54189A26-ACC0-4A06-BD3C-DB7EA9EABCE6}" type="pres">
      <dgm:prSet presAssocID="{D12C54B3-9E4E-4D8A-B0A9-98B804BF8DA2}" presName="spaceRect" presStyleCnt="0"/>
      <dgm:spPr/>
    </dgm:pt>
    <dgm:pt modelId="{DC977A7A-77E7-4334-8683-766DBD9824FD}" type="pres">
      <dgm:prSet presAssocID="{D12C54B3-9E4E-4D8A-B0A9-98B804BF8DA2}" presName="textRect" presStyleLbl="revTx" presStyleIdx="0" presStyleCnt="5">
        <dgm:presLayoutVars>
          <dgm:chMax val="1"/>
          <dgm:chPref val="1"/>
        </dgm:presLayoutVars>
      </dgm:prSet>
      <dgm:spPr/>
    </dgm:pt>
    <dgm:pt modelId="{98A9441E-CB80-4414-95D2-79AC0870C739}" type="pres">
      <dgm:prSet presAssocID="{7BF52186-9935-4044-9A98-6178DE4F5389}" presName="sibTrans" presStyleLbl="sibTrans2D1" presStyleIdx="0" presStyleCnt="0"/>
      <dgm:spPr/>
    </dgm:pt>
    <dgm:pt modelId="{A73380D4-4F28-4F37-A58E-96C8CB240B07}" type="pres">
      <dgm:prSet presAssocID="{E819243A-096F-4B10-8933-09132D61F0A8}" presName="compNode" presStyleCnt="0"/>
      <dgm:spPr/>
    </dgm:pt>
    <dgm:pt modelId="{F9288FBB-2631-4E27-9B92-76139F975473}" type="pres">
      <dgm:prSet presAssocID="{E819243A-096F-4B10-8933-09132D61F0A8}" presName="iconBgRect" presStyleLbl="bgShp" presStyleIdx="1" presStyleCnt="5"/>
      <dgm:spPr/>
    </dgm:pt>
    <dgm:pt modelId="{FD3EDD25-BD22-46FB-A467-F018DCF7A67E}" type="pres">
      <dgm:prSet presAssocID="{E819243A-096F-4B10-8933-09132D61F0A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C4262F61-27A0-41BE-934F-E86F07EA5765}" type="pres">
      <dgm:prSet presAssocID="{E819243A-096F-4B10-8933-09132D61F0A8}" presName="spaceRect" presStyleCnt="0"/>
      <dgm:spPr/>
    </dgm:pt>
    <dgm:pt modelId="{DC6961FF-5DA9-409A-BD3C-19027E8894AC}" type="pres">
      <dgm:prSet presAssocID="{E819243A-096F-4B10-8933-09132D61F0A8}" presName="textRect" presStyleLbl="revTx" presStyleIdx="1" presStyleCnt="5">
        <dgm:presLayoutVars>
          <dgm:chMax val="1"/>
          <dgm:chPref val="1"/>
        </dgm:presLayoutVars>
      </dgm:prSet>
      <dgm:spPr/>
    </dgm:pt>
    <dgm:pt modelId="{91A13A5C-3142-43D4-BA69-7575B96894BE}" type="pres">
      <dgm:prSet presAssocID="{F398A081-564B-4080-8453-1F26772FEA67}" presName="sibTrans" presStyleLbl="sibTrans2D1" presStyleIdx="0" presStyleCnt="0"/>
      <dgm:spPr/>
    </dgm:pt>
    <dgm:pt modelId="{9BBEF692-A2B5-4465-9E37-EE66CB311C11}" type="pres">
      <dgm:prSet presAssocID="{119C2ADA-140C-4EA6-870E-BC43199A2E30}" presName="compNode" presStyleCnt="0"/>
      <dgm:spPr/>
    </dgm:pt>
    <dgm:pt modelId="{D8111CFB-A038-40A9-ADCC-ABC45E2EAFBB}" type="pres">
      <dgm:prSet presAssocID="{119C2ADA-140C-4EA6-870E-BC43199A2E30}" presName="iconBgRect" presStyleLbl="bgShp" presStyleIdx="2" presStyleCnt="5"/>
      <dgm:spPr/>
    </dgm:pt>
    <dgm:pt modelId="{B6610C4B-8ABC-4AEC-91D0-74CCA687B134}" type="pres">
      <dgm:prSet presAssocID="{119C2ADA-140C-4EA6-870E-BC43199A2E3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mwork"/>
        </a:ext>
      </dgm:extLst>
    </dgm:pt>
    <dgm:pt modelId="{903E3CBC-49CB-4559-BF0F-6D041B0E3DA1}" type="pres">
      <dgm:prSet presAssocID="{119C2ADA-140C-4EA6-870E-BC43199A2E30}" presName="spaceRect" presStyleCnt="0"/>
      <dgm:spPr/>
    </dgm:pt>
    <dgm:pt modelId="{7F983E8A-4B83-4FA0-B1AC-854BE5EF066C}" type="pres">
      <dgm:prSet presAssocID="{119C2ADA-140C-4EA6-870E-BC43199A2E30}" presName="textRect" presStyleLbl="revTx" presStyleIdx="2" presStyleCnt="5">
        <dgm:presLayoutVars>
          <dgm:chMax val="1"/>
          <dgm:chPref val="1"/>
        </dgm:presLayoutVars>
      </dgm:prSet>
      <dgm:spPr/>
    </dgm:pt>
    <dgm:pt modelId="{D0CDE4AA-4287-468F-A1AC-C346B72A1426}" type="pres">
      <dgm:prSet presAssocID="{6EF16C53-34E5-45D1-BE7B-963B6E308648}" presName="sibTrans" presStyleLbl="sibTrans2D1" presStyleIdx="0" presStyleCnt="0"/>
      <dgm:spPr/>
    </dgm:pt>
    <dgm:pt modelId="{9170C72D-9C66-4DCC-BDB6-B888990E66E4}" type="pres">
      <dgm:prSet presAssocID="{D5479A24-DA77-43DE-890F-B1825D2134FD}" presName="compNode" presStyleCnt="0"/>
      <dgm:spPr/>
    </dgm:pt>
    <dgm:pt modelId="{2942366C-0BE5-4E3B-83A6-6B58ADA06774}" type="pres">
      <dgm:prSet presAssocID="{D5479A24-DA77-43DE-890F-B1825D2134FD}" presName="iconBgRect" presStyleLbl="bgShp" presStyleIdx="3" presStyleCnt="5"/>
      <dgm:spPr/>
    </dgm:pt>
    <dgm:pt modelId="{DD62A7F0-648A-46A7-A34A-FEE65EE36476}" type="pres">
      <dgm:prSet presAssocID="{D5479A24-DA77-43DE-890F-B1825D2134F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nfiguration"/>
        </a:ext>
      </dgm:extLst>
    </dgm:pt>
    <dgm:pt modelId="{A0A17FB7-20BD-4B97-9530-D464A4FDC434}" type="pres">
      <dgm:prSet presAssocID="{D5479A24-DA77-43DE-890F-B1825D2134FD}" presName="spaceRect" presStyleCnt="0"/>
      <dgm:spPr/>
    </dgm:pt>
    <dgm:pt modelId="{F09B173F-10B1-4D97-B547-CF0A9BF11572}" type="pres">
      <dgm:prSet presAssocID="{D5479A24-DA77-43DE-890F-B1825D2134FD}" presName="textRect" presStyleLbl="revTx" presStyleIdx="3" presStyleCnt="5">
        <dgm:presLayoutVars>
          <dgm:chMax val="1"/>
          <dgm:chPref val="1"/>
        </dgm:presLayoutVars>
      </dgm:prSet>
      <dgm:spPr/>
    </dgm:pt>
    <dgm:pt modelId="{137E6DB7-C79C-4E32-BD81-28CF3A4ED3C9}" type="pres">
      <dgm:prSet presAssocID="{262B82B5-B195-4DDB-B7C5-8A1D4B866290}" presName="sibTrans" presStyleLbl="sibTrans2D1" presStyleIdx="0" presStyleCnt="0"/>
      <dgm:spPr/>
    </dgm:pt>
    <dgm:pt modelId="{3F8622FB-26E2-43C0-B47F-0595A72EA6B5}" type="pres">
      <dgm:prSet presAssocID="{5C5E6B20-482F-4AF8-9636-51B9869D747E}" presName="compNode" presStyleCnt="0"/>
      <dgm:spPr/>
    </dgm:pt>
    <dgm:pt modelId="{A6E17A57-4E4C-42DE-90AE-7A5A845B4173}" type="pres">
      <dgm:prSet presAssocID="{5C5E6B20-482F-4AF8-9636-51B9869D747E}" presName="iconBgRect" presStyleLbl="bgShp" presStyleIdx="4" presStyleCnt="5"/>
      <dgm:spPr/>
    </dgm:pt>
    <dgm:pt modelId="{623F8670-8B5F-4CBC-B4FE-2F1D26BDB26B}" type="pres">
      <dgm:prSet presAssocID="{5C5E6B20-482F-4AF8-9636-51B9869D747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de"/>
        </a:ext>
      </dgm:extLst>
    </dgm:pt>
    <dgm:pt modelId="{8992ABA2-3E01-44F7-A872-CBBC2F7BD056}" type="pres">
      <dgm:prSet presAssocID="{5C5E6B20-482F-4AF8-9636-51B9869D747E}" presName="spaceRect" presStyleCnt="0"/>
      <dgm:spPr/>
    </dgm:pt>
    <dgm:pt modelId="{4225C6F1-B16D-4DD1-984E-40071B5F59E5}" type="pres">
      <dgm:prSet presAssocID="{5C5E6B20-482F-4AF8-9636-51B9869D747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C8D4A19-E240-46EB-A46D-35DFA7AC3A73}" type="presOf" srcId="{6EF16C53-34E5-45D1-BE7B-963B6E308648}" destId="{D0CDE4AA-4287-468F-A1AC-C346B72A1426}" srcOrd="0" destOrd="0" presId="urn:microsoft.com/office/officeart/2018/2/layout/IconCircleList"/>
    <dgm:cxn modelId="{28B0CA1D-A977-494C-9C4D-E1CA1168D5E9}" type="presOf" srcId="{E00AE53D-17E0-4DB2-A42B-4E82B74BE37A}" destId="{62B47548-FB85-4AE7-BD23-94B5500BDDF9}" srcOrd="0" destOrd="0" presId="urn:microsoft.com/office/officeart/2018/2/layout/IconCircleList"/>
    <dgm:cxn modelId="{B794351F-03D0-4672-9985-442FD2784C11}" srcId="{E00AE53D-17E0-4DB2-A42B-4E82B74BE37A}" destId="{5C5E6B20-482F-4AF8-9636-51B9869D747E}" srcOrd="4" destOrd="0" parTransId="{AC92397D-9D5B-4267-BC3E-13218996D801}" sibTransId="{13615907-74C8-479C-AC6E-804E65A47FDF}"/>
    <dgm:cxn modelId="{6E4B732B-5D78-4262-B71E-8B7034EAFFD7}" srcId="{E00AE53D-17E0-4DB2-A42B-4E82B74BE37A}" destId="{119C2ADA-140C-4EA6-870E-BC43199A2E30}" srcOrd="2" destOrd="0" parTransId="{1E0ED62D-E578-40A6-B657-E91E596ECBF7}" sibTransId="{6EF16C53-34E5-45D1-BE7B-963B6E308648}"/>
    <dgm:cxn modelId="{C18ACB38-E85E-49E1-9D1A-2844B91A8F92}" type="presOf" srcId="{5C5E6B20-482F-4AF8-9636-51B9869D747E}" destId="{4225C6F1-B16D-4DD1-984E-40071B5F59E5}" srcOrd="0" destOrd="0" presId="urn:microsoft.com/office/officeart/2018/2/layout/IconCircleList"/>
    <dgm:cxn modelId="{84E54C67-624C-4C8A-AEA7-F3419FD5E507}" srcId="{E00AE53D-17E0-4DB2-A42B-4E82B74BE37A}" destId="{E819243A-096F-4B10-8933-09132D61F0A8}" srcOrd="1" destOrd="0" parTransId="{58F6C5C3-59E5-44E5-BB6B-4F27001F3089}" sibTransId="{F398A081-564B-4080-8453-1F26772FEA67}"/>
    <dgm:cxn modelId="{DD59EF49-3392-4B42-A799-DB83F5345A7A}" srcId="{E00AE53D-17E0-4DB2-A42B-4E82B74BE37A}" destId="{D5479A24-DA77-43DE-890F-B1825D2134FD}" srcOrd="3" destOrd="0" parTransId="{69BA4C33-D72C-4262-BE81-67FDAE66FFA1}" sibTransId="{262B82B5-B195-4DDB-B7C5-8A1D4B866290}"/>
    <dgm:cxn modelId="{3056C354-481F-4DD4-94BC-FF75E8A9DEF5}" type="presOf" srcId="{D12C54B3-9E4E-4D8A-B0A9-98B804BF8DA2}" destId="{DC977A7A-77E7-4334-8683-766DBD9824FD}" srcOrd="0" destOrd="0" presId="urn:microsoft.com/office/officeart/2018/2/layout/IconCircleList"/>
    <dgm:cxn modelId="{27BE3276-640C-49BE-B1D3-825C0475557B}" type="presOf" srcId="{F398A081-564B-4080-8453-1F26772FEA67}" destId="{91A13A5C-3142-43D4-BA69-7575B96894BE}" srcOrd="0" destOrd="0" presId="urn:microsoft.com/office/officeart/2018/2/layout/IconCircleList"/>
    <dgm:cxn modelId="{C3F7DB56-FA9D-4F44-A174-8D5125EC8738}" type="presOf" srcId="{D5479A24-DA77-43DE-890F-B1825D2134FD}" destId="{F09B173F-10B1-4D97-B547-CF0A9BF11572}" srcOrd="0" destOrd="0" presId="urn:microsoft.com/office/officeart/2018/2/layout/IconCircleList"/>
    <dgm:cxn modelId="{A5ADB37C-9C66-404A-ABFF-3A3F052EBCE7}" type="presOf" srcId="{262B82B5-B195-4DDB-B7C5-8A1D4B866290}" destId="{137E6DB7-C79C-4E32-BD81-28CF3A4ED3C9}" srcOrd="0" destOrd="0" presId="urn:microsoft.com/office/officeart/2018/2/layout/IconCircleList"/>
    <dgm:cxn modelId="{0E7CA68E-49D6-41EB-98ED-5017D941E440}" srcId="{E00AE53D-17E0-4DB2-A42B-4E82B74BE37A}" destId="{D12C54B3-9E4E-4D8A-B0A9-98B804BF8DA2}" srcOrd="0" destOrd="0" parTransId="{BF00A705-9973-4502-8520-94F3B93238DC}" sibTransId="{7BF52186-9935-4044-9A98-6178DE4F5389}"/>
    <dgm:cxn modelId="{9153E196-1CE2-46F0-907F-F8AE28441EE0}" type="presOf" srcId="{119C2ADA-140C-4EA6-870E-BC43199A2E30}" destId="{7F983E8A-4B83-4FA0-B1AC-854BE5EF066C}" srcOrd="0" destOrd="0" presId="urn:microsoft.com/office/officeart/2018/2/layout/IconCircleList"/>
    <dgm:cxn modelId="{0DADCBC7-C8B4-475E-8D11-8CF9BC375A0D}" type="presOf" srcId="{7BF52186-9935-4044-9A98-6178DE4F5389}" destId="{98A9441E-CB80-4414-95D2-79AC0870C739}" srcOrd="0" destOrd="0" presId="urn:microsoft.com/office/officeart/2018/2/layout/IconCircleList"/>
    <dgm:cxn modelId="{98F8F0D2-8F72-448E-ABED-AF383D93AB78}" type="presOf" srcId="{E819243A-096F-4B10-8933-09132D61F0A8}" destId="{DC6961FF-5DA9-409A-BD3C-19027E8894AC}" srcOrd="0" destOrd="0" presId="urn:microsoft.com/office/officeart/2018/2/layout/IconCircleList"/>
    <dgm:cxn modelId="{D1DDB332-9D67-4C2B-AB9E-27CE79273D6E}" type="presParOf" srcId="{62B47548-FB85-4AE7-BD23-94B5500BDDF9}" destId="{702F0695-0943-4661-B1DE-E0D476CEE09D}" srcOrd="0" destOrd="0" presId="urn:microsoft.com/office/officeart/2018/2/layout/IconCircleList"/>
    <dgm:cxn modelId="{77628A52-6974-4422-BBD1-435485400CAC}" type="presParOf" srcId="{702F0695-0943-4661-B1DE-E0D476CEE09D}" destId="{BE213F3E-5860-4EC5-A65B-837EC1054BD7}" srcOrd="0" destOrd="0" presId="urn:microsoft.com/office/officeart/2018/2/layout/IconCircleList"/>
    <dgm:cxn modelId="{3C77C85B-5B9F-482D-8236-FE0E27D39168}" type="presParOf" srcId="{BE213F3E-5860-4EC5-A65B-837EC1054BD7}" destId="{0EDC4D2D-64C9-4B1D-93C1-4C6CFB873EB7}" srcOrd="0" destOrd="0" presId="urn:microsoft.com/office/officeart/2018/2/layout/IconCircleList"/>
    <dgm:cxn modelId="{927DABB1-2C70-4D25-8CCA-6764C45D43C6}" type="presParOf" srcId="{BE213F3E-5860-4EC5-A65B-837EC1054BD7}" destId="{7F8114BA-76C6-49CD-9647-B7A0144CF4D8}" srcOrd="1" destOrd="0" presId="urn:microsoft.com/office/officeart/2018/2/layout/IconCircleList"/>
    <dgm:cxn modelId="{C9368E32-E5BC-4162-BB35-54E7D99055FF}" type="presParOf" srcId="{BE213F3E-5860-4EC5-A65B-837EC1054BD7}" destId="{54189A26-ACC0-4A06-BD3C-DB7EA9EABCE6}" srcOrd="2" destOrd="0" presId="urn:microsoft.com/office/officeart/2018/2/layout/IconCircleList"/>
    <dgm:cxn modelId="{134379AB-34C7-49C0-A749-05F8E443F660}" type="presParOf" srcId="{BE213F3E-5860-4EC5-A65B-837EC1054BD7}" destId="{DC977A7A-77E7-4334-8683-766DBD9824FD}" srcOrd="3" destOrd="0" presId="urn:microsoft.com/office/officeart/2018/2/layout/IconCircleList"/>
    <dgm:cxn modelId="{C2C950DE-16EA-4F22-B6A5-0B8A63293DDF}" type="presParOf" srcId="{702F0695-0943-4661-B1DE-E0D476CEE09D}" destId="{98A9441E-CB80-4414-95D2-79AC0870C739}" srcOrd="1" destOrd="0" presId="urn:microsoft.com/office/officeart/2018/2/layout/IconCircleList"/>
    <dgm:cxn modelId="{F43423D1-FD49-4B0B-BE62-C8CD83FF2279}" type="presParOf" srcId="{702F0695-0943-4661-B1DE-E0D476CEE09D}" destId="{A73380D4-4F28-4F37-A58E-96C8CB240B07}" srcOrd="2" destOrd="0" presId="urn:microsoft.com/office/officeart/2018/2/layout/IconCircleList"/>
    <dgm:cxn modelId="{E69A6085-47BE-48DA-99B3-EB5D77E2B78A}" type="presParOf" srcId="{A73380D4-4F28-4F37-A58E-96C8CB240B07}" destId="{F9288FBB-2631-4E27-9B92-76139F975473}" srcOrd="0" destOrd="0" presId="urn:microsoft.com/office/officeart/2018/2/layout/IconCircleList"/>
    <dgm:cxn modelId="{40EE24B5-ED24-4C67-B0B2-99487E5F68FE}" type="presParOf" srcId="{A73380D4-4F28-4F37-A58E-96C8CB240B07}" destId="{FD3EDD25-BD22-46FB-A467-F018DCF7A67E}" srcOrd="1" destOrd="0" presId="urn:microsoft.com/office/officeart/2018/2/layout/IconCircleList"/>
    <dgm:cxn modelId="{AE4027E4-C2CC-463F-8879-2BDEE13D84E9}" type="presParOf" srcId="{A73380D4-4F28-4F37-A58E-96C8CB240B07}" destId="{C4262F61-27A0-41BE-934F-E86F07EA5765}" srcOrd="2" destOrd="0" presId="urn:microsoft.com/office/officeart/2018/2/layout/IconCircleList"/>
    <dgm:cxn modelId="{F2D4FBF1-5142-4FAC-B233-DB70C4CBCD78}" type="presParOf" srcId="{A73380D4-4F28-4F37-A58E-96C8CB240B07}" destId="{DC6961FF-5DA9-409A-BD3C-19027E8894AC}" srcOrd="3" destOrd="0" presId="urn:microsoft.com/office/officeart/2018/2/layout/IconCircleList"/>
    <dgm:cxn modelId="{543E3CF5-5631-424C-951F-713D0B22C9CE}" type="presParOf" srcId="{702F0695-0943-4661-B1DE-E0D476CEE09D}" destId="{91A13A5C-3142-43D4-BA69-7575B96894BE}" srcOrd="3" destOrd="0" presId="urn:microsoft.com/office/officeart/2018/2/layout/IconCircleList"/>
    <dgm:cxn modelId="{B4B431E4-1206-4C22-9CBA-60674F21A2FF}" type="presParOf" srcId="{702F0695-0943-4661-B1DE-E0D476CEE09D}" destId="{9BBEF692-A2B5-4465-9E37-EE66CB311C11}" srcOrd="4" destOrd="0" presId="urn:microsoft.com/office/officeart/2018/2/layout/IconCircleList"/>
    <dgm:cxn modelId="{15D60DD5-22AB-4332-A73A-AA55E4AE9AFA}" type="presParOf" srcId="{9BBEF692-A2B5-4465-9E37-EE66CB311C11}" destId="{D8111CFB-A038-40A9-ADCC-ABC45E2EAFBB}" srcOrd="0" destOrd="0" presId="urn:microsoft.com/office/officeart/2018/2/layout/IconCircleList"/>
    <dgm:cxn modelId="{627A4F61-DAC3-4085-95DE-40B74A41FFE8}" type="presParOf" srcId="{9BBEF692-A2B5-4465-9E37-EE66CB311C11}" destId="{B6610C4B-8ABC-4AEC-91D0-74CCA687B134}" srcOrd="1" destOrd="0" presId="urn:microsoft.com/office/officeart/2018/2/layout/IconCircleList"/>
    <dgm:cxn modelId="{3C46F8A4-4BB9-4FB5-9DC4-46E4850C6218}" type="presParOf" srcId="{9BBEF692-A2B5-4465-9E37-EE66CB311C11}" destId="{903E3CBC-49CB-4559-BF0F-6D041B0E3DA1}" srcOrd="2" destOrd="0" presId="urn:microsoft.com/office/officeart/2018/2/layout/IconCircleList"/>
    <dgm:cxn modelId="{052A6E30-0417-40DB-9D17-E9DAFA9840D1}" type="presParOf" srcId="{9BBEF692-A2B5-4465-9E37-EE66CB311C11}" destId="{7F983E8A-4B83-4FA0-B1AC-854BE5EF066C}" srcOrd="3" destOrd="0" presId="urn:microsoft.com/office/officeart/2018/2/layout/IconCircleList"/>
    <dgm:cxn modelId="{8868259F-6C0A-487B-90E5-523D8B114C48}" type="presParOf" srcId="{702F0695-0943-4661-B1DE-E0D476CEE09D}" destId="{D0CDE4AA-4287-468F-A1AC-C346B72A1426}" srcOrd="5" destOrd="0" presId="urn:microsoft.com/office/officeart/2018/2/layout/IconCircleList"/>
    <dgm:cxn modelId="{E0301FF1-2D83-4DBC-A175-597629CF6E5A}" type="presParOf" srcId="{702F0695-0943-4661-B1DE-E0D476CEE09D}" destId="{9170C72D-9C66-4DCC-BDB6-B888990E66E4}" srcOrd="6" destOrd="0" presId="urn:microsoft.com/office/officeart/2018/2/layout/IconCircleList"/>
    <dgm:cxn modelId="{4806EE9A-C36D-45BD-8B12-85D76D2E7154}" type="presParOf" srcId="{9170C72D-9C66-4DCC-BDB6-B888990E66E4}" destId="{2942366C-0BE5-4E3B-83A6-6B58ADA06774}" srcOrd="0" destOrd="0" presId="urn:microsoft.com/office/officeart/2018/2/layout/IconCircleList"/>
    <dgm:cxn modelId="{53736FE1-7135-488B-97E5-826AC6B098EE}" type="presParOf" srcId="{9170C72D-9C66-4DCC-BDB6-B888990E66E4}" destId="{DD62A7F0-648A-46A7-A34A-FEE65EE36476}" srcOrd="1" destOrd="0" presId="urn:microsoft.com/office/officeart/2018/2/layout/IconCircleList"/>
    <dgm:cxn modelId="{D1CB7F5A-FB45-4CAC-B5EC-36D857803004}" type="presParOf" srcId="{9170C72D-9C66-4DCC-BDB6-B888990E66E4}" destId="{A0A17FB7-20BD-4B97-9530-D464A4FDC434}" srcOrd="2" destOrd="0" presId="urn:microsoft.com/office/officeart/2018/2/layout/IconCircleList"/>
    <dgm:cxn modelId="{BC56AB87-C85C-4FE4-85E3-AEB20A8097B2}" type="presParOf" srcId="{9170C72D-9C66-4DCC-BDB6-B888990E66E4}" destId="{F09B173F-10B1-4D97-B547-CF0A9BF11572}" srcOrd="3" destOrd="0" presId="urn:microsoft.com/office/officeart/2018/2/layout/IconCircleList"/>
    <dgm:cxn modelId="{C42204AD-B388-4122-96CD-02060A4935A0}" type="presParOf" srcId="{702F0695-0943-4661-B1DE-E0D476CEE09D}" destId="{137E6DB7-C79C-4E32-BD81-28CF3A4ED3C9}" srcOrd="7" destOrd="0" presId="urn:microsoft.com/office/officeart/2018/2/layout/IconCircleList"/>
    <dgm:cxn modelId="{A8786171-909D-4493-8094-843837F94F80}" type="presParOf" srcId="{702F0695-0943-4661-B1DE-E0D476CEE09D}" destId="{3F8622FB-26E2-43C0-B47F-0595A72EA6B5}" srcOrd="8" destOrd="0" presId="urn:microsoft.com/office/officeart/2018/2/layout/IconCircleList"/>
    <dgm:cxn modelId="{9658C48D-6F14-4B82-A363-91474D7CEB86}" type="presParOf" srcId="{3F8622FB-26E2-43C0-B47F-0595A72EA6B5}" destId="{A6E17A57-4E4C-42DE-90AE-7A5A845B4173}" srcOrd="0" destOrd="0" presId="urn:microsoft.com/office/officeart/2018/2/layout/IconCircleList"/>
    <dgm:cxn modelId="{3389970D-F92D-4750-87A4-7C4C57F609AF}" type="presParOf" srcId="{3F8622FB-26E2-43C0-B47F-0595A72EA6B5}" destId="{623F8670-8B5F-4CBC-B4FE-2F1D26BDB26B}" srcOrd="1" destOrd="0" presId="urn:microsoft.com/office/officeart/2018/2/layout/IconCircleList"/>
    <dgm:cxn modelId="{B484C642-4F1C-4B5C-A546-3410E08F79E8}" type="presParOf" srcId="{3F8622FB-26E2-43C0-B47F-0595A72EA6B5}" destId="{8992ABA2-3E01-44F7-A872-CBBC2F7BD056}" srcOrd="2" destOrd="0" presId="urn:microsoft.com/office/officeart/2018/2/layout/IconCircleList"/>
    <dgm:cxn modelId="{A278FF44-54B8-4CCA-84EB-6D1883975DA2}" type="presParOf" srcId="{3F8622FB-26E2-43C0-B47F-0595A72EA6B5}" destId="{4225C6F1-B16D-4DD1-984E-40071B5F59E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1968D36-A484-4EA8-8E05-85DB3B493E7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232138-2DBE-44D1-8DCF-BF5EB8D046D0}">
      <dgm:prSet/>
      <dgm:spPr/>
      <dgm:t>
        <a:bodyPr/>
        <a:lstStyle/>
        <a:p>
          <a:r>
            <a:rPr lang="en-US"/>
            <a:t>Where are you now?</a:t>
          </a:r>
        </a:p>
      </dgm:t>
    </dgm:pt>
    <dgm:pt modelId="{F7D3E0F3-B981-44C6-8C5C-6D49E1CDC4D7}" type="parTrans" cxnId="{F9F91EFF-5258-44ED-8B26-23B317A41403}">
      <dgm:prSet/>
      <dgm:spPr/>
      <dgm:t>
        <a:bodyPr/>
        <a:lstStyle/>
        <a:p>
          <a:endParaRPr lang="en-US"/>
        </a:p>
      </dgm:t>
    </dgm:pt>
    <dgm:pt modelId="{33B03969-4EAA-41ED-9E0D-42BB49A4A7E1}" type="sibTrans" cxnId="{F9F91EFF-5258-44ED-8B26-23B317A41403}">
      <dgm:prSet/>
      <dgm:spPr/>
      <dgm:t>
        <a:bodyPr/>
        <a:lstStyle/>
        <a:p>
          <a:endParaRPr lang="en-US"/>
        </a:p>
      </dgm:t>
    </dgm:pt>
    <dgm:pt modelId="{BB9564B3-C638-4DD6-98E2-9C00ACDD0EA3}">
      <dgm:prSet/>
      <dgm:spPr/>
      <dgm:t>
        <a:bodyPr/>
        <a:lstStyle/>
        <a:p>
          <a:r>
            <a:rPr lang="en-US"/>
            <a:t>Where do you want to be in 1–3 years?</a:t>
          </a:r>
        </a:p>
      </dgm:t>
    </dgm:pt>
    <dgm:pt modelId="{7CE32CC0-8CD1-4302-8C6B-6C3E9A6E70A6}" type="parTrans" cxnId="{790D9096-3CDD-4524-A78A-EDDBB14626C4}">
      <dgm:prSet/>
      <dgm:spPr/>
      <dgm:t>
        <a:bodyPr/>
        <a:lstStyle/>
        <a:p>
          <a:endParaRPr lang="en-US"/>
        </a:p>
      </dgm:t>
    </dgm:pt>
    <dgm:pt modelId="{0B8A1ED2-3D39-460E-88C7-C08FEE034B23}" type="sibTrans" cxnId="{790D9096-3CDD-4524-A78A-EDDBB14626C4}">
      <dgm:prSet/>
      <dgm:spPr/>
      <dgm:t>
        <a:bodyPr/>
        <a:lstStyle/>
        <a:p>
          <a:endParaRPr lang="en-US"/>
        </a:p>
      </dgm:t>
    </dgm:pt>
    <dgm:pt modelId="{BBCDE21A-67FA-4B3A-B59A-519BCD473438}">
      <dgm:prSet/>
      <dgm:spPr/>
      <dgm:t>
        <a:bodyPr/>
        <a:lstStyle/>
        <a:p>
          <a:r>
            <a:rPr lang="en-US"/>
            <a:t>What skills do you need to get there?</a:t>
          </a:r>
        </a:p>
      </dgm:t>
    </dgm:pt>
    <dgm:pt modelId="{022F961C-F8D1-466C-A949-A7803CC35537}" type="parTrans" cxnId="{726706FA-2FE9-476B-B3E2-0EBEDA39EA61}">
      <dgm:prSet/>
      <dgm:spPr/>
      <dgm:t>
        <a:bodyPr/>
        <a:lstStyle/>
        <a:p>
          <a:endParaRPr lang="en-US"/>
        </a:p>
      </dgm:t>
    </dgm:pt>
    <dgm:pt modelId="{1274D9CA-88B6-4443-9736-3C4505D7AC1A}" type="sibTrans" cxnId="{726706FA-2FE9-476B-B3E2-0EBEDA39EA61}">
      <dgm:prSet/>
      <dgm:spPr/>
      <dgm:t>
        <a:bodyPr/>
        <a:lstStyle/>
        <a:p>
          <a:endParaRPr lang="en-US"/>
        </a:p>
      </dgm:t>
    </dgm:pt>
    <dgm:pt modelId="{075FB0B1-EAA5-47CA-9FCA-24AF1727BEAC}">
      <dgm:prSet/>
      <dgm:spPr/>
      <dgm:t>
        <a:bodyPr/>
        <a:lstStyle/>
        <a:p>
          <a:r>
            <a:rPr lang="en-US"/>
            <a:t>What support or resources would help you?</a:t>
          </a:r>
        </a:p>
      </dgm:t>
    </dgm:pt>
    <dgm:pt modelId="{BEB09F5E-64B1-4092-9E51-EC74D355321A}" type="parTrans" cxnId="{9DE08D99-09E7-481C-9706-3F836458E82E}">
      <dgm:prSet/>
      <dgm:spPr/>
      <dgm:t>
        <a:bodyPr/>
        <a:lstStyle/>
        <a:p>
          <a:endParaRPr lang="en-US"/>
        </a:p>
      </dgm:t>
    </dgm:pt>
    <dgm:pt modelId="{39E69A85-84A6-4057-8384-F85FA1280A2E}" type="sibTrans" cxnId="{9DE08D99-09E7-481C-9706-3F836458E82E}">
      <dgm:prSet/>
      <dgm:spPr/>
      <dgm:t>
        <a:bodyPr/>
        <a:lstStyle/>
        <a:p>
          <a:endParaRPr lang="en-US"/>
        </a:p>
      </dgm:t>
    </dgm:pt>
    <dgm:pt modelId="{EEDCD228-08BE-4CCD-8BC4-D29D5250DAA9}" type="pres">
      <dgm:prSet presAssocID="{E1968D36-A484-4EA8-8E05-85DB3B493E75}" presName="vert0" presStyleCnt="0">
        <dgm:presLayoutVars>
          <dgm:dir/>
          <dgm:animOne val="branch"/>
          <dgm:animLvl val="lvl"/>
        </dgm:presLayoutVars>
      </dgm:prSet>
      <dgm:spPr/>
    </dgm:pt>
    <dgm:pt modelId="{00118589-E393-4EB0-8708-6B8D4B700B23}" type="pres">
      <dgm:prSet presAssocID="{84232138-2DBE-44D1-8DCF-BF5EB8D046D0}" presName="thickLine" presStyleLbl="alignNode1" presStyleIdx="0" presStyleCnt="4"/>
      <dgm:spPr/>
    </dgm:pt>
    <dgm:pt modelId="{5C3BDA48-F30D-4315-9D93-92E03E3D478A}" type="pres">
      <dgm:prSet presAssocID="{84232138-2DBE-44D1-8DCF-BF5EB8D046D0}" presName="horz1" presStyleCnt="0"/>
      <dgm:spPr/>
    </dgm:pt>
    <dgm:pt modelId="{0BE461FA-D73A-4424-A322-BA10C276D8FD}" type="pres">
      <dgm:prSet presAssocID="{84232138-2DBE-44D1-8DCF-BF5EB8D046D0}" presName="tx1" presStyleLbl="revTx" presStyleIdx="0" presStyleCnt="4"/>
      <dgm:spPr/>
    </dgm:pt>
    <dgm:pt modelId="{4DEB4EC2-45A2-49A4-BA3B-49EB47C2326E}" type="pres">
      <dgm:prSet presAssocID="{84232138-2DBE-44D1-8DCF-BF5EB8D046D0}" presName="vert1" presStyleCnt="0"/>
      <dgm:spPr/>
    </dgm:pt>
    <dgm:pt modelId="{3217C106-3B28-4247-A1CE-C8FC30A2A3C2}" type="pres">
      <dgm:prSet presAssocID="{BB9564B3-C638-4DD6-98E2-9C00ACDD0EA3}" presName="thickLine" presStyleLbl="alignNode1" presStyleIdx="1" presStyleCnt="4"/>
      <dgm:spPr/>
    </dgm:pt>
    <dgm:pt modelId="{5C15DA68-4C48-436A-BCBA-B7A912665B74}" type="pres">
      <dgm:prSet presAssocID="{BB9564B3-C638-4DD6-98E2-9C00ACDD0EA3}" presName="horz1" presStyleCnt="0"/>
      <dgm:spPr/>
    </dgm:pt>
    <dgm:pt modelId="{EE6822EB-A9A9-4CC2-8ACD-A800ED356C11}" type="pres">
      <dgm:prSet presAssocID="{BB9564B3-C638-4DD6-98E2-9C00ACDD0EA3}" presName="tx1" presStyleLbl="revTx" presStyleIdx="1" presStyleCnt="4"/>
      <dgm:spPr/>
    </dgm:pt>
    <dgm:pt modelId="{7DB3EC14-50A8-4A21-AF62-514BACF28A42}" type="pres">
      <dgm:prSet presAssocID="{BB9564B3-C638-4DD6-98E2-9C00ACDD0EA3}" presName="vert1" presStyleCnt="0"/>
      <dgm:spPr/>
    </dgm:pt>
    <dgm:pt modelId="{2E23F1C1-EA2E-4F22-8F3E-DA26E60DA0E6}" type="pres">
      <dgm:prSet presAssocID="{BBCDE21A-67FA-4B3A-B59A-519BCD473438}" presName="thickLine" presStyleLbl="alignNode1" presStyleIdx="2" presStyleCnt="4"/>
      <dgm:spPr/>
    </dgm:pt>
    <dgm:pt modelId="{74A41379-DF9A-4218-8FDA-D6D76C477665}" type="pres">
      <dgm:prSet presAssocID="{BBCDE21A-67FA-4B3A-B59A-519BCD473438}" presName="horz1" presStyleCnt="0"/>
      <dgm:spPr/>
    </dgm:pt>
    <dgm:pt modelId="{883AD87A-22FA-418E-BB89-F6778347E896}" type="pres">
      <dgm:prSet presAssocID="{BBCDE21A-67FA-4B3A-B59A-519BCD473438}" presName="tx1" presStyleLbl="revTx" presStyleIdx="2" presStyleCnt="4"/>
      <dgm:spPr/>
    </dgm:pt>
    <dgm:pt modelId="{6209C66B-940B-4457-B236-285FD107BE70}" type="pres">
      <dgm:prSet presAssocID="{BBCDE21A-67FA-4B3A-B59A-519BCD473438}" presName="vert1" presStyleCnt="0"/>
      <dgm:spPr/>
    </dgm:pt>
    <dgm:pt modelId="{34280FF9-8CEF-456F-A0FF-FBE05346D69E}" type="pres">
      <dgm:prSet presAssocID="{075FB0B1-EAA5-47CA-9FCA-24AF1727BEAC}" presName="thickLine" presStyleLbl="alignNode1" presStyleIdx="3" presStyleCnt="4"/>
      <dgm:spPr/>
    </dgm:pt>
    <dgm:pt modelId="{80EBC8C4-713B-481A-AE33-64F8146755A4}" type="pres">
      <dgm:prSet presAssocID="{075FB0B1-EAA5-47CA-9FCA-24AF1727BEAC}" presName="horz1" presStyleCnt="0"/>
      <dgm:spPr/>
    </dgm:pt>
    <dgm:pt modelId="{51AD3906-956F-40BC-A80E-F226612735EB}" type="pres">
      <dgm:prSet presAssocID="{075FB0B1-EAA5-47CA-9FCA-24AF1727BEAC}" presName="tx1" presStyleLbl="revTx" presStyleIdx="3" presStyleCnt="4"/>
      <dgm:spPr/>
    </dgm:pt>
    <dgm:pt modelId="{4EDAE103-0A2C-4005-B082-4B44F074F14E}" type="pres">
      <dgm:prSet presAssocID="{075FB0B1-EAA5-47CA-9FCA-24AF1727BEAC}" presName="vert1" presStyleCnt="0"/>
      <dgm:spPr/>
    </dgm:pt>
  </dgm:ptLst>
  <dgm:cxnLst>
    <dgm:cxn modelId="{790D9096-3CDD-4524-A78A-EDDBB14626C4}" srcId="{E1968D36-A484-4EA8-8E05-85DB3B493E75}" destId="{BB9564B3-C638-4DD6-98E2-9C00ACDD0EA3}" srcOrd="1" destOrd="0" parTransId="{7CE32CC0-8CD1-4302-8C6B-6C3E9A6E70A6}" sibTransId="{0B8A1ED2-3D39-460E-88C7-C08FEE034B23}"/>
    <dgm:cxn modelId="{9DE08D99-09E7-481C-9706-3F836458E82E}" srcId="{E1968D36-A484-4EA8-8E05-85DB3B493E75}" destId="{075FB0B1-EAA5-47CA-9FCA-24AF1727BEAC}" srcOrd="3" destOrd="0" parTransId="{BEB09F5E-64B1-4092-9E51-EC74D355321A}" sibTransId="{39E69A85-84A6-4057-8384-F85FA1280A2E}"/>
    <dgm:cxn modelId="{3980B7AF-7B86-49AE-97F2-72B622C55571}" type="presOf" srcId="{E1968D36-A484-4EA8-8E05-85DB3B493E75}" destId="{EEDCD228-08BE-4CCD-8BC4-D29D5250DAA9}" srcOrd="0" destOrd="0" presId="urn:microsoft.com/office/officeart/2008/layout/LinedList"/>
    <dgm:cxn modelId="{F3B4B9D2-E80B-4D3D-9F00-3C52A69A7A49}" type="presOf" srcId="{BBCDE21A-67FA-4B3A-B59A-519BCD473438}" destId="{883AD87A-22FA-418E-BB89-F6778347E896}" srcOrd="0" destOrd="0" presId="urn:microsoft.com/office/officeart/2008/layout/LinedList"/>
    <dgm:cxn modelId="{C3086FD6-B688-47DB-BAAD-67606A4347F3}" type="presOf" srcId="{BB9564B3-C638-4DD6-98E2-9C00ACDD0EA3}" destId="{EE6822EB-A9A9-4CC2-8ACD-A800ED356C11}" srcOrd="0" destOrd="0" presId="urn:microsoft.com/office/officeart/2008/layout/LinedList"/>
    <dgm:cxn modelId="{06184CE1-593F-4ECA-9B48-BB87C4B4C48D}" type="presOf" srcId="{84232138-2DBE-44D1-8DCF-BF5EB8D046D0}" destId="{0BE461FA-D73A-4424-A322-BA10C276D8FD}" srcOrd="0" destOrd="0" presId="urn:microsoft.com/office/officeart/2008/layout/LinedList"/>
    <dgm:cxn modelId="{639BD9F9-3B17-435A-9300-11B938C117FB}" type="presOf" srcId="{075FB0B1-EAA5-47CA-9FCA-24AF1727BEAC}" destId="{51AD3906-956F-40BC-A80E-F226612735EB}" srcOrd="0" destOrd="0" presId="urn:microsoft.com/office/officeart/2008/layout/LinedList"/>
    <dgm:cxn modelId="{726706FA-2FE9-476B-B3E2-0EBEDA39EA61}" srcId="{E1968D36-A484-4EA8-8E05-85DB3B493E75}" destId="{BBCDE21A-67FA-4B3A-B59A-519BCD473438}" srcOrd="2" destOrd="0" parTransId="{022F961C-F8D1-466C-A949-A7803CC35537}" sibTransId="{1274D9CA-88B6-4443-9736-3C4505D7AC1A}"/>
    <dgm:cxn modelId="{F9F91EFF-5258-44ED-8B26-23B317A41403}" srcId="{E1968D36-A484-4EA8-8E05-85DB3B493E75}" destId="{84232138-2DBE-44D1-8DCF-BF5EB8D046D0}" srcOrd="0" destOrd="0" parTransId="{F7D3E0F3-B981-44C6-8C5C-6D49E1CDC4D7}" sibTransId="{33B03969-4EAA-41ED-9E0D-42BB49A4A7E1}"/>
    <dgm:cxn modelId="{402EBD17-D945-4D14-8375-44FDF9BE14BA}" type="presParOf" srcId="{EEDCD228-08BE-4CCD-8BC4-D29D5250DAA9}" destId="{00118589-E393-4EB0-8708-6B8D4B700B23}" srcOrd="0" destOrd="0" presId="urn:microsoft.com/office/officeart/2008/layout/LinedList"/>
    <dgm:cxn modelId="{E807C882-7DD7-428F-9091-5D889AEC4CF7}" type="presParOf" srcId="{EEDCD228-08BE-4CCD-8BC4-D29D5250DAA9}" destId="{5C3BDA48-F30D-4315-9D93-92E03E3D478A}" srcOrd="1" destOrd="0" presId="urn:microsoft.com/office/officeart/2008/layout/LinedList"/>
    <dgm:cxn modelId="{421DC34B-B748-49E4-9EE4-EE86A17A5569}" type="presParOf" srcId="{5C3BDA48-F30D-4315-9D93-92E03E3D478A}" destId="{0BE461FA-D73A-4424-A322-BA10C276D8FD}" srcOrd="0" destOrd="0" presId="urn:microsoft.com/office/officeart/2008/layout/LinedList"/>
    <dgm:cxn modelId="{E2D2599C-3DE6-43EF-941E-9C5FD34195EB}" type="presParOf" srcId="{5C3BDA48-F30D-4315-9D93-92E03E3D478A}" destId="{4DEB4EC2-45A2-49A4-BA3B-49EB47C2326E}" srcOrd="1" destOrd="0" presId="urn:microsoft.com/office/officeart/2008/layout/LinedList"/>
    <dgm:cxn modelId="{8A3F89BF-B90A-4ABA-8DA4-ACF294722B0D}" type="presParOf" srcId="{EEDCD228-08BE-4CCD-8BC4-D29D5250DAA9}" destId="{3217C106-3B28-4247-A1CE-C8FC30A2A3C2}" srcOrd="2" destOrd="0" presId="urn:microsoft.com/office/officeart/2008/layout/LinedList"/>
    <dgm:cxn modelId="{A38D1EA9-B7CF-4154-BF4B-BB3533C51B4B}" type="presParOf" srcId="{EEDCD228-08BE-4CCD-8BC4-D29D5250DAA9}" destId="{5C15DA68-4C48-436A-BCBA-B7A912665B74}" srcOrd="3" destOrd="0" presId="urn:microsoft.com/office/officeart/2008/layout/LinedList"/>
    <dgm:cxn modelId="{7BEABF09-E795-4F98-8DD4-69C0ED0D62B4}" type="presParOf" srcId="{5C15DA68-4C48-436A-BCBA-B7A912665B74}" destId="{EE6822EB-A9A9-4CC2-8ACD-A800ED356C11}" srcOrd="0" destOrd="0" presId="urn:microsoft.com/office/officeart/2008/layout/LinedList"/>
    <dgm:cxn modelId="{9B4AF283-2794-4392-A8CD-5848F4E18833}" type="presParOf" srcId="{5C15DA68-4C48-436A-BCBA-B7A912665B74}" destId="{7DB3EC14-50A8-4A21-AF62-514BACF28A42}" srcOrd="1" destOrd="0" presId="urn:microsoft.com/office/officeart/2008/layout/LinedList"/>
    <dgm:cxn modelId="{597CB482-5B04-4EA7-8535-5767BD57C6FF}" type="presParOf" srcId="{EEDCD228-08BE-4CCD-8BC4-D29D5250DAA9}" destId="{2E23F1C1-EA2E-4F22-8F3E-DA26E60DA0E6}" srcOrd="4" destOrd="0" presId="urn:microsoft.com/office/officeart/2008/layout/LinedList"/>
    <dgm:cxn modelId="{DFEB7B1D-A0E2-4014-8DA8-7E61D7EAC539}" type="presParOf" srcId="{EEDCD228-08BE-4CCD-8BC4-D29D5250DAA9}" destId="{74A41379-DF9A-4218-8FDA-D6D76C477665}" srcOrd="5" destOrd="0" presId="urn:microsoft.com/office/officeart/2008/layout/LinedList"/>
    <dgm:cxn modelId="{1E5BD599-AE67-4171-B67C-C1CC62CCD5C1}" type="presParOf" srcId="{74A41379-DF9A-4218-8FDA-D6D76C477665}" destId="{883AD87A-22FA-418E-BB89-F6778347E896}" srcOrd="0" destOrd="0" presId="urn:microsoft.com/office/officeart/2008/layout/LinedList"/>
    <dgm:cxn modelId="{41973E8B-14EC-4F2B-A928-CE7144350D5E}" type="presParOf" srcId="{74A41379-DF9A-4218-8FDA-D6D76C477665}" destId="{6209C66B-940B-4457-B236-285FD107BE70}" srcOrd="1" destOrd="0" presId="urn:microsoft.com/office/officeart/2008/layout/LinedList"/>
    <dgm:cxn modelId="{24D8936C-673F-4CBA-A5FA-15BDB9830673}" type="presParOf" srcId="{EEDCD228-08BE-4CCD-8BC4-D29D5250DAA9}" destId="{34280FF9-8CEF-456F-A0FF-FBE05346D69E}" srcOrd="6" destOrd="0" presId="urn:microsoft.com/office/officeart/2008/layout/LinedList"/>
    <dgm:cxn modelId="{2E03E818-46D1-4E08-BB69-F9E704DDCA31}" type="presParOf" srcId="{EEDCD228-08BE-4CCD-8BC4-D29D5250DAA9}" destId="{80EBC8C4-713B-481A-AE33-64F8146755A4}" srcOrd="7" destOrd="0" presId="urn:microsoft.com/office/officeart/2008/layout/LinedList"/>
    <dgm:cxn modelId="{167086CA-2404-4A01-96DE-50C9C81D9E5D}" type="presParOf" srcId="{80EBC8C4-713B-481A-AE33-64F8146755A4}" destId="{51AD3906-956F-40BC-A80E-F226612735EB}" srcOrd="0" destOrd="0" presId="urn:microsoft.com/office/officeart/2008/layout/LinedList"/>
    <dgm:cxn modelId="{D29B25C8-004D-4344-A01E-FF6C02C9A2D8}" type="presParOf" srcId="{80EBC8C4-713B-481A-AE33-64F8146755A4}" destId="{4EDAE103-0A2C-4005-B082-4B44F074F1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EB2D446-C3BF-4845-94A0-4FD61177C8A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7BF132F-EE6E-4CD6-B1B9-D0F7B87D60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Specific – clear and focused</a:t>
          </a:r>
        </a:p>
      </dgm:t>
    </dgm:pt>
    <dgm:pt modelId="{B7D03165-DDA7-438B-89BF-72CB272EABE4}" type="parTrans" cxnId="{95755972-D50D-4CBE-84F2-AC73F6C98E60}">
      <dgm:prSet/>
      <dgm:spPr/>
      <dgm:t>
        <a:bodyPr/>
        <a:lstStyle/>
        <a:p>
          <a:endParaRPr lang="en-US"/>
        </a:p>
      </dgm:t>
    </dgm:pt>
    <dgm:pt modelId="{15C0654C-5230-41FA-A22D-D720729F7663}" type="sibTrans" cxnId="{95755972-D50D-4CBE-84F2-AC73F6C98E60}">
      <dgm:prSet/>
      <dgm:spPr/>
      <dgm:t>
        <a:bodyPr/>
        <a:lstStyle/>
        <a:p>
          <a:endParaRPr lang="en-US"/>
        </a:p>
      </dgm:t>
    </dgm:pt>
    <dgm:pt modelId="{BB7DA166-41B8-4E4E-9730-E110DDF58C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Measurable – track progress</a:t>
          </a:r>
        </a:p>
      </dgm:t>
    </dgm:pt>
    <dgm:pt modelId="{635453F3-B4CC-4284-9403-973F28231B00}" type="parTrans" cxnId="{F997C614-8F6E-4C18-BDEB-309B49D509C9}">
      <dgm:prSet/>
      <dgm:spPr/>
      <dgm:t>
        <a:bodyPr/>
        <a:lstStyle/>
        <a:p>
          <a:endParaRPr lang="en-US"/>
        </a:p>
      </dgm:t>
    </dgm:pt>
    <dgm:pt modelId="{7853AD29-4B6C-45F5-A2FE-FD0007C4B08E}" type="sibTrans" cxnId="{F997C614-8F6E-4C18-BDEB-309B49D509C9}">
      <dgm:prSet/>
      <dgm:spPr/>
      <dgm:t>
        <a:bodyPr/>
        <a:lstStyle/>
        <a:p>
          <a:endParaRPr lang="en-US"/>
        </a:p>
      </dgm:t>
    </dgm:pt>
    <dgm:pt modelId="{FA4EEE2F-76B3-4CBF-A23E-DE92B3978A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Achievable – realistic</a:t>
          </a:r>
        </a:p>
      </dgm:t>
    </dgm:pt>
    <dgm:pt modelId="{5D899A14-EC70-40CE-A129-E1B502EAC464}" type="parTrans" cxnId="{FB5BF817-3D06-4DC7-B73F-6D3158A50A9B}">
      <dgm:prSet/>
      <dgm:spPr/>
      <dgm:t>
        <a:bodyPr/>
        <a:lstStyle/>
        <a:p>
          <a:endParaRPr lang="en-US"/>
        </a:p>
      </dgm:t>
    </dgm:pt>
    <dgm:pt modelId="{B2830AE6-EA0D-49AA-B679-204311A89FEA}" type="sibTrans" cxnId="{FB5BF817-3D06-4DC7-B73F-6D3158A50A9B}">
      <dgm:prSet/>
      <dgm:spPr/>
      <dgm:t>
        <a:bodyPr/>
        <a:lstStyle/>
        <a:p>
          <a:endParaRPr lang="en-US"/>
        </a:p>
      </dgm:t>
    </dgm:pt>
    <dgm:pt modelId="{808E947E-28E5-4ED7-8451-4231609D56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Relevant – aligned with your goals</a:t>
          </a:r>
        </a:p>
      </dgm:t>
    </dgm:pt>
    <dgm:pt modelId="{7F59D12D-F17D-45E4-A4A3-32352102FC7E}" type="parTrans" cxnId="{99D70F30-FC85-4558-B5DE-BC5181768351}">
      <dgm:prSet/>
      <dgm:spPr/>
      <dgm:t>
        <a:bodyPr/>
        <a:lstStyle/>
        <a:p>
          <a:endParaRPr lang="en-US"/>
        </a:p>
      </dgm:t>
    </dgm:pt>
    <dgm:pt modelId="{5F1DEE91-8C2C-4AF6-8E6F-45CB3C52813D}" type="sibTrans" cxnId="{99D70F30-FC85-4558-B5DE-BC5181768351}">
      <dgm:prSet/>
      <dgm:spPr/>
      <dgm:t>
        <a:bodyPr/>
        <a:lstStyle/>
        <a:p>
          <a:endParaRPr lang="en-US"/>
        </a:p>
      </dgm:t>
    </dgm:pt>
    <dgm:pt modelId="{3F6E3EA5-61E6-493A-ABD1-71E33602C2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Time‑bound – defined timeline</a:t>
          </a:r>
        </a:p>
      </dgm:t>
    </dgm:pt>
    <dgm:pt modelId="{CFAD83C1-4CB4-42DC-B93C-DE0ED217CC94}" type="parTrans" cxnId="{177ABC40-29E5-4F8D-B56A-7AB12E9398E5}">
      <dgm:prSet/>
      <dgm:spPr/>
      <dgm:t>
        <a:bodyPr/>
        <a:lstStyle/>
        <a:p>
          <a:endParaRPr lang="en-US"/>
        </a:p>
      </dgm:t>
    </dgm:pt>
    <dgm:pt modelId="{54D786E9-B8B8-4310-A7AB-19BD2EAE332A}" type="sibTrans" cxnId="{177ABC40-29E5-4F8D-B56A-7AB12E9398E5}">
      <dgm:prSet/>
      <dgm:spPr/>
      <dgm:t>
        <a:bodyPr/>
        <a:lstStyle/>
        <a:p>
          <a:endParaRPr lang="en-US"/>
        </a:p>
      </dgm:t>
    </dgm:pt>
    <dgm:pt modelId="{86D55C2A-9D41-42CB-9AFA-DCE8EB372273}" type="pres">
      <dgm:prSet presAssocID="{CEB2D446-C3BF-4845-94A0-4FD61177C8AB}" presName="root" presStyleCnt="0">
        <dgm:presLayoutVars>
          <dgm:dir/>
          <dgm:resizeHandles val="exact"/>
        </dgm:presLayoutVars>
      </dgm:prSet>
      <dgm:spPr/>
    </dgm:pt>
    <dgm:pt modelId="{75A281A9-F092-4FB9-8CEC-EC4D85A9C1D8}" type="pres">
      <dgm:prSet presAssocID="{97BF132F-EE6E-4CD6-B1B9-D0F7B87D6055}" presName="compNode" presStyleCnt="0"/>
      <dgm:spPr/>
    </dgm:pt>
    <dgm:pt modelId="{8D559ED0-F08F-486B-93FE-796362CAAF2D}" type="pres">
      <dgm:prSet presAssocID="{97BF132F-EE6E-4CD6-B1B9-D0F7B87D6055}" presName="bgRect" presStyleLbl="bgShp" presStyleIdx="0" presStyleCnt="5"/>
      <dgm:spPr/>
    </dgm:pt>
    <dgm:pt modelId="{96FD1B95-6F45-40ED-9053-C3A10A783E4A}" type="pres">
      <dgm:prSet presAssocID="{97BF132F-EE6E-4CD6-B1B9-D0F7B87D605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5D92331-363A-48B0-BA27-F67B5644D483}" type="pres">
      <dgm:prSet presAssocID="{97BF132F-EE6E-4CD6-B1B9-D0F7B87D6055}" presName="spaceRect" presStyleCnt="0"/>
      <dgm:spPr/>
    </dgm:pt>
    <dgm:pt modelId="{03D75267-6C75-4180-BDA8-A7B20647FB35}" type="pres">
      <dgm:prSet presAssocID="{97BF132F-EE6E-4CD6-B1B9-D0F7B87D6055}" presName="parTx" presStyleLbl="revTx" presStyleIdx="0" presStyleCnt="5">
        <dgm:presLayoutVars>
          <dgm:chMax val="0"/>
          <dgm:chPref val="0"/>
        </dgm:presLayoutVars>
      </dgm:prSet>
      <dgm:spPr/>
    </dgm:pt>
    <dgm:pt modelId="{DBFDB5F6-F7E6-4317-953D-5F617C7B8449}" type="pres">
      <dgm:prSet presAssocID="{15C0654C-5230-41FA-A22D-D720729F7663}" presName="sibTrans" presStyleCnt="0"/>
      <dgm:spPr/>
    </dgm:pt>
    <dgm:pt modelId="{3DB37283-2787-4EBF-B670-4C39EC676149}" type="pres">
      <dgm:prSet presAssocID="{BB7DA166-41B8-4E4E-9730-E110DDF58CAD}" presName="compNode" presStyleCnt="0"/>
      <dgm:spPr/>
    </dgm:pt>
    <dgm:pt modelId="{305C10A2-EB65-42D4-B4B0-44B7CAA6E92B}" type="pres">
      <dgm:prSet presAssocID="{BB7DA166-41B8-4E4E-9730-E110DDF58CAD}" presName="bgRect" presStyleLbl="bgShp" presStyleIdx="1" presStyleCnt="5"/>
      <dgm:spPr/>
    </dgm:pt>
    <dgm:pt modelId="{BA956B1A-9388-4FD2-B6AC-BED4908C9815}" type="pres">
      <dgm:prSet presAssocID="{BB7DA166-41B8-4E4E-9730-E110DDF58CA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CC5EFD0-8AE4-4E54-829A-FC914C7CAAFB}" type="pres">
      <dgm:prSet presAssocID="{BB7DA166-41B8-4E4E-9730-E110DDF58CAD}" presName="spaceRect" presStyleCnt="0"/>
      <dgm:spPr/>
    </dgm:pt>
    <dgm:pt modelId="{DF80DD4C-A408-44DC-8DA1-62BFADD42CA7}" type="pres">
      <dgm:prSet presAssocID="{BB7DA166-41B8-4E4E-9730-E110DDF58CAD}" presName="parTx" presStyleLbl="revTx" presStyleIdx="1" presStyleCnt="5">
        <dgm:presLayoutVars>
          <dgm:chMax val="0"/>
          <dgm:chPref val="0"/>
        </dgm:presLayoutVars>
      </dgm:prSet>
      <dgm:spPr/>
    </dgm:pt>
    <dgm:pt modelId="{1F9ECCBA-F77E-42CA-84D1-919364994A4E}" type="pres">
      <dgm:prSet presAssocID="{7853AD29-4B6C-45F5-A2FE-FD0007C4B08E}" presName="sibTrans" presStyleCnt="0"/>
      <dgm:spPr/>
    </dgm:pt>
    <dgm:pt modelId="{558E4CEE-F0E9-46B1-A146-65F2713F637C}" type="pres">
      <dgm:prSet presAssocID="{FA4EEE2F-76B3-4CBF-A23E-DE92B3978ACB}" presName="compNode" presStyleCnt="0"/>
      <dgm:spPr/>
    </dgm:pt>
    <dgm:pt modelId="{90FBF679-FF91-413B-8341-53EFC1F8089A}" type="pres">
      <dgm:prSet presAssocID="{FA4EEE2F-76B3-4CBF-A23E-DE92B3978ACB}" presName="bgRect" presStyleLbl="bgShp" presStyleIdx="2" presStyleCnt="5"/>
      <dgm:spPr/>
    </dgm:pt>
    <dgm:pt modelId="{C318D61E-C540-499B-92DC-BA67A9B81504}" type="pres">
      <dgm:prSet presAssocID="{FA4EEE2F-76B3-4CBF-A23E-DE92B3978AC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55D575FD-2590-41D8-AD0B-FE45C9B9CFEB}" type="pres">
      <dgm:prSet presAssocID="{FA4EEE2F-76B3-4CBF-A23E-DE92B3978ACB}" presName="spaceRect" presStyleCnt="0"/>
      <dgm:spPr/>
    </dgm:pt>
    <dgm:pt modelId="{C2C7224E-7203-40FA-BADA-2673304B029F}" type="pres">
      <dgm:prSet presAssocID="{FA4EEE2F-76B3-4CBF-A23E-DE92B3978ACB}" presName="parTx" presStyleLbl="revTx" presStyleIdx="2" presStyleCnt="5">
        <dgm:presLayoutVars>
          <dgm:chMax val="0"/>
          <dgm:chPref val="0"/>
        </dgm:presLayoutVars>
      </dgm:prSet>
      <dgm:spPr/>
    </dgm:pt>
    <dgm:pt modelId="{C5111983-872A-485D-988F-017569656B31}" type="pres">
      <dgm:prSet presAssocID="{B2830AE6-EA0D-49AA-B679-204311A89FEA}" presName="sibTrans" presStyleCnt="0"/>
      <dgm:spPr/>
    </dgm:pt>
    <dgm:pt modelId="{C9B17D59-0947-4A7B-B0D2-AADD416AC1A8}" type="pres">
      <dgm:prSet presAssocID="{808E947E-28E5-4ED7-8451-4231609D56B3}" presName="compNode" presStyleCnt="0"/>
      <dgm:spPr/>
    </dgm:pt>
    <dgm:pt modelId="{40466E94-429F-4EFC-A1FD-27E7C403C4DF}" type="pres">
      <dgm:prSet presAssocID="{808E947E-28E5-4ED7-8451-4231609D56B3}" presName="bgRect" presStyleLbl="bgShp" presStyleIdx="3" presStyleCnt="5"/>
      <dgm:spPr/>
    </dgm:pt>
    <dgm:pt modelId="{8C302BF2-892F-42B0-81C7-EF56DAC78884}" type="pres">
      <dgm:prSet presAssocID="{808E947E-28E5-4ED7-8451-4231609D56B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0E24789A-8B87-4BD9-B1B1-03D2064E9297}" type="pres">
      <dgm:prSet presAssocID="{808E947E-28E5-4ED7-8451-4231609D56B3}" presName="spaceRect" presStyleCnt="0"/>
      <dgm:spPr/>
    </dgm:pt>
    <dgm:pt modelId="{38B92156-417D-438B-8163-4E92B9AA6753}" type="pres">
      <dgm:prSet presAssocID="{808E947E-28E5-4ED7-8451-4231609D56B3}" presName="parTx" presStyleLbl="revTx" presStyleIdx="3" presStyleCnt="5">
        <dgm:presLayoutVars>
          <dgm:chMax val="0"/>
          <dgm:chPref val="0"/>
        </dgm:presLayoutVars>
      </dgm:prSet>
      <dgm:spPr/>
    </dgm:pt>
    <dgm:pt modelId="{86C03A70-8D1F-4964-9C9F-7664B2737ACA}" type="pres">
      <dgm:prSet presAssocID="{5F1DEE91-8C2C-4AF6-8E6F-45CB3C52813D}" presName="sibTrans" presStyleCnt="0"/>
      <dgm:spPr/>
    </dgm:pt>
    <dgm:pt modelId="{DCEDA375-1ADC-4534-B59D-7209F7E62472}" type="pres">
      <dgm:prSet presAssocID="{3F6E3EA5-61E6-493A-ABD1-71E33602C2DF}" presName="compNode" presStyleCnt="0"/>
      <dgm:spPr/>
    </dgm:pt>
    <dgm:pt modelId="{FB218DF7-C93B-4B72-8615-B7B0338CBEB6}" type="pres">
      <dgm:prSet presAssocID="{3F6E3EA5-61E6-493A-ABD1-71E33602C2DF}" presName="bgRect" presStyleLbl="bgShp" presStyleIdx="4" presStyleCnt="5"/>
      <dgm:spPr/>
    </dgm:pt>
    <dgm:pt modelId="{9172DA13-4A29-4244-8A50-61D5ABE6B011}" type="pres">
      <dgm:prSet presAssocID="{3F6E3EA5-61E6-493A-ABD1-71E33602C2D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9F2F1D0-1B33-437F-B051-B916409650F6}" type="pres">
      <dgm:prSet presAssocID="{3F6E3EA5-61E6-493A-ABD1-71E33602C2DF}" presName="spaceRect" presStyleCnt="0"/>
      <dgm:spPr/>
    </dgm:pt>
    <dgm:pt modelId="{429A1071-8F70-4991-A9F4-0188DCB6CC7E}" type="pres">
      <dgm:prSet presAssocID="{3F6E3EA5-61E6-493A-ABD1-71E33602C2D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997C614-8F6E-4C18-BDEB-309B49D509C9}" srcId="{CEB2D446-C3BF-4845-94A0-4FD61177C8AB}" destId="{BB7DA166-41B8-4E4E-9730-E110DDF58CAD}" srcOrd="1" destOrd="0" parTransId="{635453F3-B4CC-4284-9403-973F28231B00}" sibTransId="{7853AD29-4B6C-45F5-A2FE-FD0007C4B08E}"/>
    <dgm:cxn modelId="{FB5BF817-3D06-4DC7-B73F-6D3158A50A9B}" srcId="{CEB2D446-C3BF-4845-94A0-4FD61177C8AB}" destId="{FA4EEE2F-76B3-4CBF-A23E-DE92B3978ACB}" srcOrd="2" destOrd="0" parTransId="{5D899A14-EC70-40CE-A129-E1B502EAC464}" sibTransId="{B2830AE6-EA0D-49AA-B679-204311A89FEA}"/>
    <dgm:cxn modelId="{99D70F30-FC85-4558-B5DE-BC5181768351}" srcId="{CEB2D446-C3BF-4845-94A0-4FD61177C8AB}" destId="{808E947E-28E5-4ED7-8451-4231609D56B3}" srcOrd="3" destOrd="0" parTransId="{7F59D12D-F17D-45E4-A4A3-32352102FC7E}" sibTransId="{5F1DEE91-8C2C-4AF6-8E6F-45CB3C52813D}"/>
    <dgm:cxn modelId="{24F95038-7CBC-425E-AACD-B5D8E90D5D34}" type="presOf" srcId="{BB7DA166-41B8-4E4E-9730-E110DDF58CAD}" destId="{DF80DD4C-A408-44DC-8DA1-62BFADD42CA7}" srcOrd="0" destOrd="0" presId="urn:microsoft.com/office/officeart/2018/2/layout/IconVerticalSolidList"/>
    <dgm:cxn modelId="{21B68038-C2E7-4AE2-A66D-C35BEDB2D9C9}" type="presOf" srcId="{808E947E-28E5-4ED7-8451-4231609D56B3}" destId="{38B92156-417D-438B-8163-4E92B9AA6753}" srcOrd="0" destOrd="0" presId="urn:microsoft.com/office/officeart/2018/2/layout/IconVerticalSolidList"/>
    <dgm:cxn modelId="{177ABC40-29E5-4F8D-B56A-7AB12E9398E5}" srcId="{CEB2D446-C3BF-4845-94A0-4FD61177C8AB}" destId="{3F6E3EA5-61E6-493A-ABD1-71E33602C2DF}" srcOrd="4" destOrd="0" parTransId="{CFAD83C1-4CB4-42DC-B93C-DE0ED217CC94}" sibTransId="{54D786E9-B8B8-4310-A7AB-19BD2EAE332A}"/>
    <dgm:cxn modelId="{95755972-D50D-4CBE-84F2-AC73F6C98E60}" srcId="{CEB2D446-C3BF-4845-94A0-4FD61177C8AB}" destId="{97BF132F-EE6E-4CD6-B1B9-D0F7B87D6055}" srcOrd="0" destOrd="0" parTransId="{B7D03165-DDA7-438B-89BF-72CB272EABE4}" sibTransId="{15C0654C-5230-41FA-A22D-D720729F7663}"/>
    <dgm:cxn modelId="{AD5E549C-9424-4129-91E0-B6708DB45F3C}" type="presOf" srcId="{FA4EEE2F-76B3-4CBF-A23E-DE92B3978ACB}" destId="{C2C7224E-7203-40FA-BADA-2673304B029F}" srcOrd="0" destOrd="0" presId="urn:microsoft.com/office/officeart/2018/2/layout/IconVerticalSolidList"/>
    <dgm:cxn modelId="{663BC19E-47F9-44A7-868C-AF429E8F39F3}" type="presOf" srcId="{3F6E3EA5-61E6-493A-ABD1-71E33602C2DF}" destId="{429A1071-8F70-4991-A9F4-0188DCB6CC7E}" srcOrd="0" destOrd="0" presId="urn:microsoft.com/office/officeart/2018/2/layout/IconVerticalSolidList"/>
    <dgm:cxn modelId="{EC796ECD-F6AD-478B-A9BF-36AF62A0EF62}" type="presOf" srcId="{97BF132F-EE6E-4CD6-B1B9-D0F7B87D6055}" destId="{03D75267-6C75-4180-BDA8-A7B20647FB35}" srcOrd="0" destOrd="0" presId="urn:microsoft.com/office/officeart/2018/2/layout/IconVerticalSolidList"/>
    <dgm:cxn modelId="{536643D8-96BC-4C44-815F-D428494B983E}" type="presOf" srcId="{CEB2D446-C3BF-4845-94A0-4FD61177C8AB}" destId="{86D55C2A-9D41-42CB-9AFA-DCE8EB372273}" srcOrd="0" destOrd="0" presId="urn:microsoft.com/office/officeart/2018/2/layout/IconVerticalSolidList"/>
    <dgm:cxn modelId="{C5405EF6-5AD6-4F76-B544-E9EE72377C88}" type="presParOf" srcId="{86D55C2A-9D41-42CB-9AFA-DCE8EB372273}" destId="{75A281A9-F092-4FB9-8CEC-EC4D85A9C1D8}" srcOrd="0" destOrd="0" presId="urn:microsoft.com/office/officeart/2018/2/layout/IconVerticalSolidList"/>
    <dgm:cxn modelId="{CEE20677-A542-4C85-B9D3-93380691A6A7}" type="presParOf" srcId="{75A281A9-F092-4FB9-8CEC-EC4D85A9C1D8}" destId="{8D559ED0-F08F-486B-93FE-796362CAAF2D}" srcOrd="0" destOrd="0" presId="urn:microsoft.com/office/officeart/2018/2/layout/IconVerticalSolidList"/>
    <dgm:cxn modelId="{4EF9B4BF-ECB2-4D22-8782-065C923E327F}" type="presParOf" srcId="{75A281A9-F092-4FB9-8CEC-EC4D85A9C1D8}" destId="{96FD1B95-6F45-40ED-9053-C3A10A783E4A}" srcOrd="1" destOrd="0" presId="urn:microsoft.com/office/officeart/2018/2/layout/IconVerticalSolidList"/>
    <dgm:cxn modelId="{0A5FB02E-4E8F-4B6B-90ED-86EE77ED7307}" type="presParOf" srcId="{75A281A9-F092-4FB9-8CEC-EC4D85A9C1D8}" destId="{05D92331-363A-48B0-BA27-F67B5644D483}" srcOrd="2" destOrd="0" presId="urn:microsoft.com/office/officeart/2018/2/layout/IconVerticalSolidList"/>
    <dgm:cxn modelId="{0E113D11-C39E-4582-87B3-12116190B255}" type="presParOf" srcId="{75A281A9-F092-4FB9-8CEC-EC4D85A9C1D8}" destId="{03D75267-6C75-4180-BDA8-A7B20647FB35}" srcOrd="3" destOrd="0" presId="urn:microsoft.com/office/officeart/2018/2/layout/IconVerticalSolidList"/>
    <dgm:cxn modelId="{D88682D0-3A15-402D-8829-6F9C6AB2389C}" type="presParOf" srcId="{86D55C2A-9D41-42CB-9AFA-DCE8EB372273}" destId="{DBFDB5F6-F7E6-4317-953D-5F617C7B8449}" srcOrd="1" destOrd="0" presId="urn:microsoft.com/office/officeart/2018/2/layout/IconVerticalSolidList"/>
    <dgm:cxn modelId="{BE0AE494-294F-4E0D-BF24-1FB658BADB73}" type="presParOf" srcId="{86D55C2A-9D41-42CB-9AFA-DCE8EB372273}" destId="{3DB37283-2787-4EBF-B670-4C39EC676149}" srcOrd="2" destOrd="0" presId="urn:microsoft.com/office/officeart/2018/2/layout/IconVerticalSolidList"/>
    <dgm:cxn modelId="{7C7FE501-D3D4-45C9-9EC9-4A8BFC437AE8}" type="presParOf" srcId="{3DB37283-2787-4EBF-B670-4C39EC676149}" destId="{305C10A2-EB65-42D4-B4B0-44B7CAA6E92B}" srcOrd="0" destOrd="0" presId="urn:microsoft.com/office/officeart/2018/2/layout/IconVerticalSolidList"/>
    <dgm:cxn modelId="{7C479A30-A13B-4D77-B78B-6A7EFA5EB6F6}" type="presParOf" srcId="{3DB37283-2787-4EBF-B670-4C39EC676149}" destId="{BA956B1A-9388-4FD2-B6AC-BED4908C9815}" srcOrd="1" destOrd="0" presId="urn:microsoft.com/office/officeart/2018/2/layout/IconVerticalSolidList"/>
    <dgm:cxn modelId="{E9CF3B87-78CA-4D64-8C7E-63E414E5ABC1}" type="presParOf" srcId="{3DB37283-2787-4EBF-B670-4C39EC676149}" destId="{1CC5EFD0-8AE4-4E54-829A-FC914C7CAAFB}" srcOrd="2" destOrd="0" presId="urn:microsoft.com/office/officeart/2018/2/layout/IconVerticalSolidList"/>
    <dgm:cxn modelId="{C910C40B-1B86-49C8-8583-5F845D35257C}" type="presParOf" srcId="{3DB37283-2787-4EBF-B670-4C39EC676149}" destId="{DF80DD4C-A408-44DC-8DA1-62BFADD42CA7}" srcOrd="3" destOrd="0" presId="urn:microsoft.com/office/officeart/2018/2/layout/IconVerticalSolidList"/>
    <dgm:cxn modelId="{42739AB3-6C3B-499E-952C-E2C4D84FE395}" type="presParOf" srcId="{86D55C2A-9D41-42CB-9AFA-DCE8EB372273}" destId="{1F9ECCBA-F77E-42CA-84D1-919364994A4E}" srcOrd="3" destOrd="0" presId="urn:microsoft.com/office/officeart/2018/2/layout/IconVerticalSolidList"/>
    <dgm:cxn modelId="{EDF3DFA1-AFBF-417A-B37E-0F475C55AE37}" type="presParOf" srcId="{86D55C2A-9D41-42CB-9AFA-DCE8EB372273}" destId="{558E4CEE-F0E9-46B1-A146-65F2713F637C}" srcOrd="4" destOrd="0" presId="urn:microsoft.com/office/officeart/2018/2/layout/IconVerticalSolidList"/>
    <dgm:cxn modelId="{152B9E94-72D7-4980-A4F1-E239AF898F91}" type="presParOf" srcId="{558E4CEE-F0E9-46B1-A146-65F2713F637C}" destId="{90FBF679-FF91-413B-8341-53EFC1F8089A}" srcOrd="0" destOrd="0" presId="urn:microsoft.com/office/officeart/2018/2/layout/IconVerticalSolidList"/>
    <dgm:cxn modelId="{412541B7-EEB8-43DE-B808-0F1B96709D0D}" type="presParOf" srcId="{558E4CEE-F0E9-46B1-A146-65F2713F637C}" destId="{C318D61E-C540-499B-92DC-BA67A9B81504}" srcOrd="1" destOrd="0" presId="urn:microsoft.com/office/officeart/2018/2/layout/IconVerticalSolidList"/>
    <dgm:cxn modelId="{8E20CE4F-A3F3-4B78-8C00-8DF05816913C}" type="presParOf" srcId="{558E4CEE-F0E9-46B1-A146-65F2713F637C}" destId="{55D575FD-2590-41D8-AD0B-FE45C9B9CFEB}" srcOrd="2" destOrd="0" presId="urn:microsoft.com/office/officeart/2018/2/layout/IconVerticalSolidList"/>
    <dgm:cxn modelId="{F41A9159-AECE-4C60-AB99-3455B7A4BA33}" type="presParOf" srcId="{558E4CEE-F0E9-46B1-A146-65F2713F637C}" destId="{C2C7224E-7203-40FA-BADA-2673304B029F}" srcOrd="3" destOrd="0" presId="urn:microsoft.com/office/officeart/2018/2/layout/IconVerticalSolidList"/>
    <dgm:cxn modelId="{9E01BD8A-EE32-41DA-8018-3040DEF5FD3E}" type="presParOf" srcId="{86D55C2A-9D41-42CB-9AFA-DCE8EB372273}" destId="{C5111983-872A-485D-988F-017569656B31}" srcOrd="5" destOrd="0" presId="urn:microsoft.com/office/officeart/2018/2/layout/IconVerticalSolidList"/>
    <dgm:cxn modelId="{4AD51896-45A4-4525-AA32-9F86A1C6C3D4}" type="presParOf" srcId="{86D55C2A-9D41-42CB-9AFA-DCE8EB372273}" destId="{C9B17D59-0947-4A7B-B0D2-AADD416AC1A8}" srcOrd="6" destOrd="0" presId="urn:microsoft.com/office/officeart/2018/2/layout/IconVerticalSolidList"/>
    <dgm:cxn modelId="{7856090B-57CA-4DC8-B7AB-8192E98F8811}" type="presParOf" srcId="{C9B17D59-0947-4A7B-B0D2-AADD416AC1A8}" destId="{40466E94-429F-4EFC-A1FD-27E7C403C4DF}" srcOrd="0" destOrd="0" presId="urn:microsoft.com/office/officeart/2018/2/layout/IconVerticalSolidList"/>
    <dgm:cxn modelId="{5CCE6378-371C-4DC8-B05D-4406EA577A39}" type="presParOf" srcId="{C9B17D59-0947-4A7B-B0D2-AADD416AC1A8}" destId="{8C302BF2-892F-42B0-81C7-EF56DAC78884}" srcOrd="1" destOrd="0" presId="urn:microsoft.com/office/officeart/2018/2/layout/IconVerticalSolidList"/>
    <dgm:cxn modelId="{88E6FF7F-502A-4FF6-94BB-0747893A27AD}" type="presParOf" srcId="{C9B17D59-0947-4A7B-B0D2-AADD416AC1A8}" destId="{0E24789A-8B87-4BD9-B1B1-03D2064E9297}" srcOrd="2" destOrd="0" presId="urn:microsoft.com/office/officeart/2018/2/layout/IconVerticalSolidList"/>
    <dgm:cxn modelId="{278DA547-4CF7-460F-9C1C-4452910F6A8E}" type="presParOf" srcId="{C9B17D59-0947-4A7B-B0D2-AADD416AC1A8}" destId="{38B92156-417D-438B-8163-4E92B9AA6753}" srcOrd="3" destOrd="0" presId="urn:microsoft.com/office/officeart/2018/2/layout/IconVerticalSolidList"/>
    <dgm:cxn modelId="{40358B7A-6C7A-4E24-8156-F89407655044}" type="presParOf" srcId="{86D55C2A-9D41-42CB-9AFA-DCE8EB372273}" destId="{86C03A70-8D1F-4964-9C9F-7664B2737ACA}" srcOrd="7" destOrd="0" presId="urn:microsoft.com/office/officeart/2018/2/layout/IconVerticalSolidList"/>
    <dgm:cxn modelId="{0C6580F9-558A-466D-9D02-4EB6F8C72CD8}" type="presParOf" srcId="{86D55C2A-9D41-42CB-9AFA-DCE8EB372273}" destId="{DCEDA375-1ADC-4534-B59D-7209F7E62472}" srcOrd="8" destOrd="0" presId="urn:microsoft.com/office/officeart/2018/2/layout/IconVerticalSolidList"/>
    <dgm:cxn modelId="{B94ECF12-21ED-43AA-A20C-5483D6C24CA9}" type="presParOf" srcId="{DCEDA375-1ADC-4534-B59D-7209F7E62472}" destId="{FB218DF7-C93B-4B72-8615-B7B0338CBEB6}" srcOrd="0" destOrd="0" presId="urn:microsoft.com/office/officeart/2018/2/layout/IconVerticalSolidList"/>
    <dgm:cxn modelId="{C45C47C1-D4CA-4B6B-8421-964FAF7E35D8}" type="presParOf" srcId="{DCEDA375-1ADC-4534-B59D-7209F7E62472}" destId="{9172DA13-4A29-4244-8A50-61D5ABE6B011}" srcOrd="1" destOrd="0" presId="urn:microsoft.com/office/officeart/2018/2/layout/IconVerticalSolidList"/>
    <dgm:cxn modelId="{5CD924D3-06EE-41C2-8A6B-9F97ACE08258}" type="presParOf" srcId="{DCEDA375-1ADC-4534-B59D-7209F7E62472}" destId="{89F2F1D0-1B33-437F-B051-B916409650F6}" srcOrd="2" destOrd="0" presId="urn:microsoft.com/office/officeart/2018/2/layout/IconVerticalSolidList"/>
    <dgm:cxn modelId="{C4BCF2EE-CC2C-49A0-8A4F-36E3AD3FC5B0}" type="presParOf" srcId="{DCEDA375-1ADC-4534-B59D-7209F7E62472}" destId="{429A1071-8F70-4991-A9F4-0188DCB6CC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89AD882-2C4B-4BE8-B174-DE208C8E914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8E795B-892F-4035-97B2-1A56A75887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excites you most about cybersecurity?</a:t>
          </a:r>
        </a:p>
      </dgm:t>
    </dgm:pt>
    <dgm:pt modelId="{C79D2D43-03FF-4ACE-A46A-B5128846ECE0}" type="parTrans" cxnId="{A13D7086-0387-43F1-8E48-C7CF4D226BAC}">
      <dgm:prSet/>
      <dgm:spPr/>
      <dgm:t>
        <a:bodyPr/>
        <a:lstStyle/>
        <a:p>
          <a:endParaRPr lang="en-US"/>
        </a:p>
      </dgm:t>
    </dgm:pt>
    <dgm:pt modelId="{0B5F792E-DD9E-42D3-B816-418F467237FF}" type="sibTrans" cxnId="{A13D7086-0387-43F1-8E48-C7CF4D226BA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05D62E9-B8C5-4AD7-8CED-7CAE5186C1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challenges do you anticipate?</a:t>
          </a:r>
        </a:p>
      </dgm:t>
    </dgm:pt>
    <dgm:pt modelId="{55BD592D-5889-435D-A4DA-4B04B902DC2B}" type="parTrans" cxnId="{6DFB5A20-4093-43C0-AA90-5BCDC95E65EA}">
      <dgm:prSet/>
      <dgm:spPr/>
      <dgm:t>
        <a:bodyPr/>
        <a:lstStyle/>
        <a:p>
          <a:endParaRPr lang="en-US"/>
        </a:p>
      </dgm:t>
    </dgm:pt>
    <dgm:pt modelId="{A26F4FE0-A57F-4CEF-B97D-AED414C85D92}" type="sibTrans" cxnId="{6DFB5A20-4093-43C0-AA90-5BCDC95E65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C27EEDB-740F-4D81-96EE-1D70A72BFA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do you hope to gain from this mentorship?</a:t>
          </a:r>
        </a:p>
      </dgm:t>
    </dgm:pt>
    <dgm:pt modelId="{3E0E00A4-71BD-4F2C-B509-78475A896E6C}" type="parTrans" cxnId="{D59636A3-5EFD-49BC-811B-CFF151D6D406}">
      <dgm:prSet/>
      <dgm:spPr/>
      <dgm:t>
        <a:bodyPr/>
        <a:lstStyle/>
        <a:p>
          <a:endParaRPr lang="en-US"/>
        </a:p>
      </dgm:t>
    </dgm:pt>
    <dgm:pt modelId="{BCAE4BC1-CCFA-44EA-B55C-158F7B5630C2}" type="sibTrans" cxnId="{D59636A3-5EFD-49BC-811B-CFF151D6D4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E0730B2-B984-40B6-8C9D-12C26DA3AF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can we support each other?</a:t>
          </a:r>
        </a:p>
      </dgm:t>
    </dgm:pt>
    <dgm:pt modelId="{651F3C60-278E-4BB5-A587-8E738D7B0A96}" type="parTrans" cxnId="{21FEEF52-57AC-4EB3-8C19-02EDC4A188A4}">
      <dgm:prSet/>
      <dgm:spPr/>
      <dgm:t>
        <a:bodyPr/>
        <a:lstStyle/>
        <a:p>
          <a:endParaRPr lang="en-US"/>
        </a:p>
      </dgm:t>
    </dgm:pt>
    <dgm:pt modelId="{6DAA546E-B5D7-4FA8-A19D-0F8F9993F3E5}" type="sibTrans" cxnId="{21FEEF52-57AC-4EB3-8C19-02EDC4A188A4}">
      <dgm:prSet/>
      <dgm:spPr/>
      <dgm:t>
        <a:bodyPr/>
        <a:lstStyle/>
        <a:p>
          <a:endParaRPr lang="en-US"/>
        </a:p>
      </dgm:t>
    </dgm:pt>
    <dgm:pt modelId="{C3EA9225-A399-494E-93E0-851CB7A110F0}" type="pres">
      <dgm:prSet presAssocID="{589AD882-2C4B-4BE8-B174-DE208C8E9142}" presName="root" presStyleCnt="0">
        <dgm:presLayoutVars>
          <dgm:dir/>
          <dgm:resizeHandles val="exact"/>
        </dgm:presLayoutVars>
      </dgm:prSet>
      <dgm:spPr/>
    </dgm:pt>
    <dgm:pt modelId="{AC2FAFF4-014E-45F1-B67B-9F60DC7A92BC}" type="pres">
      <dgm:prSet presAssocID="{589AD882-2C4B-4BE8-B174-DE208C8E9142}" presName="container" presStyleCnt="0">
        <dgm:presLayoutVars>
          <dgm:dir/>
          <dgm:resizeHandles val="exact"/>
        </dgm:presLayoutVars>
      </dgm:prSet>
      <dgm:spPr/>
    </dgm:pt>
    <dgm:pt modelId="{F4499BD8-D963-478D-958E-AB2F65AB80BC}" type="pres">
      <dgm:prSet presAssocID="{2E8E795B-892F-4035-97B2-1A56A75887D0}" presName="compNode" presStyleCnt="0"/>
      <dgm:spPr/>
    </dgm:pt>
    <dgm:pt modelId="{589D2F91-136F-4BC8-86EA-81FFD008BAB6}" type="pres">
      <dgm:prSet presAssocID="{2E8E795B-892F-4035-97B2-1A56A75887D0}" presName="iconBgRect" presStyleLbl="bgShp" presStyleIdx="0" presStyleCnt="4"/>
      <dgm:spPr/>
    </dgm:pt>
    <dgm:pt modelId="{3A5AF7C6-A333-4224-9B91-5B6D794D18E7}" type="pres">
      <dgm:prSet presAssocID="{2E8E795B-892F-4035-97B2-1A56A75887D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80CAD52C-0140-4B6F-BAA9-03231DA0763E}" type="pres">
      <dgm:prSet presAssocID="{2E8E795B-892F-4035-97B2-1A56A75887D0}" presName="spaceRect" presStyleCnt="0"/>
      <dgm:spPr/>
    </dgm:pt>
    <dgm:pt modelId="{8DE913B0-21C6-477D-8D8E-7A5B613EA92E}" type="pres">
      <dgm:prSet presAssocID="{2E8E795B-892F-4035-97B2-1A56A75887D0}" presName="textRect" presStyleLbl="revTx" presStyleIdx="0" presStyleCnt="4">
        <dgm:presLayoutVars>
          <dgm:chMax val="1"/>
          <dgm:chPref val="1"/>
        </dgm:presLayoutVars>
      </dgm:prSet>
      <dgm:spPr/>
    </dgm:pt>
    <dgm:pt modelId="{EC270544-6F2D-425E-B299-D61AAE2B2BED}" type="pres">
      <dgm:prSet presAssocID="{0B5F792E-DD9E-42D3-B816-418F467237FF}" presName="sibTrans" presStyleLbl="sibTrans2D1" presStyleIdx="0" presStyleCnt="0"/>
      <dgm:spPr/>
    </dgm:pt>
    <dgm:pt modelId="{94E09D2C-1F3C-4573-9DC7-9898B05E42AD}" type="pres">
      <dgm:prSet presAssocID="{C05D62E9-B8C5-4AD7-8CED-7CAE5186C172}" presName="compNode" presStyleCnt="0"/>
      <dgm:spPr/>
    </dgm:pt>
    <dgm:pt modelId="{21F9C8B5-1173-407F-AB18-C16069BDC93C}" type="pres">
      <dgm:prSet presAssocID="{C05D62E9-B8C5-4AD7-8CED-7CAE5186C172}" presName="iconBgRect" presStyleLbl="bgShp" presStyleIdx="1" presStyleCnt="4"/>
      <dgm:spPr/>
    </dgm:pt>
    <dgm:pt modelId="{353FD28C-5447-47D9-9E90-6CF1CE0ED909}" type="pres">
      <dgm:prSet presAssocID="{C05D62E9-B8C5-4AD7-8CED-7CAE5186C17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1808BA3-EA6E-4FD5-A137-1BEDEA9BCDF2}" type="pres">
      <dgm:prSet presAssocID="{C05D62E9-B8C5-4AD7-8CED-7CAE5186C172}" presName="spaceRect" presStyleCnt="0"/>
      <dgm:spPr/>
    </dgm:pt>
    <dgm:pt modelId="{05116E75-9BD7-4F86-8703-B1B0F82728E6}" type="pres">
      <dgm:prSet presAssocID="{C05D62E9-B8C5-4AD7-8CED-7CAE5186C172}" presName="textRect" presStyleLbl="revTx" presStyleIdx="1" presStyleCnt="4">
        <dgm:presLayoutVars>
          <dgm:chMax val="1"/>
          <dgm:chPref val="1"/>
        </dgm:presLayoutVars>
      </dgm:prSet>
      <dgm:spPr/>
    </dgm:pt>
    <dgm:pt modelId="{6DC30EBA-6778-4F9F-8201-91A62AFC4E48}" type="pres">
      <dgm:prSet presAssocID="{A26F4FE0-A57F-4CEF-B97D-AED414C85D92}" presName="sibTrans" presStyleLbl="sibTrans2D1" presStyleIdx="0" presStyleCnt="0"/>
      <dgm:spPr/>
    </dgm:pt>
    <dgm:pt modelId="{A6A41F62-F254-4868-B37A-E66F233D6C42}" type="pres">
      <dgm:prSet presAssocID="{6C27EEDB-740F-4D81-96EE-1D70A72BFA57}" presName="compNode" presStyleCnt="0"/>
      <dgm:spPr/>
    </dgm:pt>
    <dgm:pt modelId="{27D9825C-F297-4AB2-94E7-CAA7C24446B1}" type="pres">
      <dgm:prSet presAssocID="{6C27EEDB-740F-4D81-96EE-1D70A72BFA57}" presName="iconBgRect" presStyleLbl="bgShp" presStyleIdx="2" presStyleCnt="4"/>
      <dgm:spPr/>
    </dgm:pt>
    <dgm:pt modelId="{6C77ABA8-538A-4528-B58C-96467BD144DE}" type="pres">
      <dgm:prSet presAssocID="{6C27EEDB-740F-4D81-96EE-1D70A72BFA5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ACAF730-4B45-47DB-9FDF-C6695B3D1164}" type="pres">
      <dgm:prSet presAssocID="{6C27EEDB-740F-4D81-96EE-1D70A72BFA57}" presName="spaceRect" presStyleCnt="0"/>
      <dgm:spPr/>
    </dgm:pt>
    <dgm:pt modelId="{E71A36E5-FBC8-4017-A51C-8E18728E7561}" type="pres">
      <dgm:prSet presAssocID="{6C27EEDB-740F-4D81-96EE-1D70A72BFA57}" presName="textRect" presStyleLbl="revTx" presStyleIdx="2" presStyleCnt="4">
        <dgm:presLayoutVars>
          <dgm:chMax val="1"/>
          <dgm:chPref val="1"/>
        </dgm:presLayoutVars>
      </dgm:prSet>
      <dgm:spPr/>
    </dgm:pt>
    <dgm:pt modelId="{474DE0FA-A96F-4F30-A45E-5FE38473EDFC}" type="pres">
      <dgm:prSet presAssocID="{BCAE4BC1-CCFA-44EA-B55C-158F7B5630C2}" presName="sibTrans" presStyleLbl="sibTrans2D1" presStyleIdx="0" presStyleCnt="0"/>
      <dgm:spPr/>
    </dgm:pt>
    <dgm:pt modelId="{1125F131-AF42-4E7E-A64E-7D562E685EA8}" type="pres">
      <dgm:prSet presAssocID="{6E0730B2-B984-40B6-8C9D-12C26DA3AF17}" presName="compNode" presStyleCnt="0"/>
      <dgm:spPr/>
    </dgm:pt>
    <dgm:pt modelId="{6B51BD00-8B64-4066-BA9C-16305D083781}" type="pres">
      <dgm:prSet presAssocID="{6E0730B2-B984-40B6-8C9D-12C26DA3AF17}" presName="iconBgRect" presStyleLbl="bgShp" presStyleIdx="3" presStyleCnt="4"/>
      <dgm:spPr/>
    </dgm:pt>
    <dgm:pt modelId="{F5659B13-B59E-47FB-82B8-9A20088171C1}" type="pres">
      <dgm:prSet presAssocID="{6E0730B2-B984-40B6-8C9D-12C26DA3AF1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B0E7DEDB-FBED-42E9-9E7B-9BC99BCCB62C}" type="pres">
      <dgm:prSet presAssocID="{6E0730B2-B984-40B6-8C9D-12C26DA3AF17}" presName="spaceRect" presStyleCnt="0"/>
      <dgm:spPr/>
    </dgm:pt>
    <dgm:pt modelId="{6121BF55-FD58-45D5-B839-75F777254143}" type="pres">
      <dgm:prSet presAssocID="{6E0730B2-B984-40B6-8C9D-12C26DA3AF1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165B11D-46D2-4413-A371-6A4BF1276386}" type="presOf" srcId="{6C27EEDB-740F-4D81-96EE-1D70A72BFA57}" destId="{E71A36E5-FBC8-4017-A51C-8E18728E7561}" srcOrd="0" destOrd="0" presId="urn:microsoft.com/office/officeart/2018/2/layout/IconCircleList"/>
    <dgm:cxn modelId="{6DFB5A20-4093-43C0-AA90-5BCDC95E65EA}" srcId="{589AD882-2C4B-4BE8-B174-DE208C8E9142}" destId="{C05D62E9-B8C5-4AD7-8CED-7CAE5186C172}" srcOrd="1" destOrd="0" parTransId="{55BD592D-5889-435D-A4DA-4B04B902DC2B}" sibTransId="{A26F4FE0-A57F-4CEF-B97D-AED414C85D92}"/>
    <dgm:cxn modelId="{0BE5175C-6C0A-4FC7-B7AB-DD393C9547BE}" type="presOf" srcId="{2E8E795B-892F-4035-97B2-1A56A75887D0}" destId="{8DE913B0-21C6-477D-8D8E-7A5B613EA92E}" srcOrd="0" destOrd="0" presId="urn:microsoft.com/office/officeart/2018/2/layout/IconCircleList"/>
    <dgm:cxn modelId="{F0D18C62-0CD4-41C0-8C21-AF16A086444F}" type="presOf" srcId="{C05D62E9-B8C5-4AD7-8CED-7CAE5186C172}" destId="{05116E75-9BD7-4F86-8703-B1B0F82728E6}" srcOrd="0" destOrd="0" presId="urn:microsoft.com/office/officeart/2018/2/layout/IconCircleList"/>
    <dgm:cxn modelId="{71228744-4472-4CFE-85B6-B27AB4DD86AF}" type="presOf" srcId="{A26F4FE0-A57F-4CEF-B97D-AED414C85D92}" destId="{6DC30EBA-6778-4F9F-8201-91A62AFC4E48}" srcOrd="0" destOrd="0" presId="urn:microsoft.com/office/officeart/2018/2/layout/IconCircleList"/>
    <dgm:cxn modelId="{17FE0C71-1DD6-41A0-B4E2-C6A40C941721}" type="presOf" srcId="{BCAE4BC1-CCFA-44EA-B55C-158F7B5630C2}" destId="{474DE0FA-A96F-4F30-A45E-5FE38473EDFC}" srcOrd="0" destOrd="0" presId="urn:microsoft.com/office/officeart/2018/2/layout/IconCircleList"/>
    <dgm:cxn modelId="{21FEEF52-57AC-4EB3-8C19-02EDC4A188A4}" srcId="{589AD882-2C4B-4BE8-B174-DE208C8E9142}" destId="{6E0730B2-B984-40B6-8C9D-12C26DA3AF17}" srcOrd="3" destOrd="0" parTransId="{651F3C60-278E-4BB5-A587-8E738D7B0A96}" sibTransId="{6DAA546E-B5D7-4FA8-A19D-0F8F9993F3E5}"/>
    <dgm:cxn modelId="{A13D7086-0387-43F1-8E48-C7CF4D226BAC}" srcId="{589AD882-2C4B-4BE8-B174-DE208C8E9142}" destId="{2E8E795B-892F-4035-97B2-1A56A75887D0}" srcOrd="0" destOrd="0" parTransId="{C79D2D43-03FF-4ACE-A46A-B5128846ECE0}" sibTransId="{0B5F792E-DD9E-42D3-B816-418F467237FF}"/>
    <dgm:cxn modelId="{D59636A3-5EFD-49BC-811B-CFF151D6D406}" srcId="{589AD882-2C4B-4BE8-B174-DE208C8E9142}" destId="{6C27EEDB-740F-4D81-96EE-1D70A72BFA57}" srcOrd="2" destOrd="0" parTransId="{3E0E00A4-71BD-4F2C-B509-78475A896E6C}" sibTransId="{BCAE4BC1-CCFA-44EA-B55C-158F7B5630C2}"/>
    <dgm:cxn modelId="{832042AE-5AB5-468E-8E11-CBAE6A1AA783}" type="presOf" srcId="{589AD882-2C4B-4BE8-B174-DE208C8E9142}" destId="{C3EA9225-A399-494E-93E0-851CB7A110F0}" srcOrd="0" destOrd="0" presId="urn:microsoft.com/office/officeart/2018/2/layout/IconCircleList"/>
    <dgm:cxn modelId="{2C0FF6C0-764A-476C-B711-5CC82B6012AE}" type="presOf" srcId="{0B5F792E-DD9E-42D3-B816-418F467237FF}" destId="{EC270544-6F2D-425E-B299-D61AAE2B2BED}" srcOrd="0" destOrd="0" presId="urn:microsoft.com/office/officeart/2018/2/layout/IconCircleList"/>
    <dgm:cxn modelId="{076E03CB-D887-4ED3-A735-85D61D25DD9E}" type="presOf" srcId="{6E0730B2-B984-40B6-8C9D-12C26DA3AF17}" destId="{6121BF55-FD58-45D5-B839-75F777254143}" srcOrd="0" destOrd="0" presId="urn:microsoft.com/office/officeart/2018/2/layout/IconCircleList"/>
    <dgm:cxn modelId="{E7E80488-90F1-4047-8895-35C640B65D5F}" type="presParOf" srcId="{C3EA9225-A399-494E-93E0-851CB7A110F0}" destId="{AC2FAFF4-014E-45F1-B67B-9F60DC7A92BC}" srcOrd="0" destOrd="0" presId="urn:microsoft.com/office/officeart/2018/2/layout/IconCircleList"/>
    <dgm:cxn modelId="{245CB910-9DCE-47E6-A9C7-0702683DB865}" type="presParOf" srcId="{AC2FAFF4-014E-45F1-B67B-9F60DC7A92BC}" destId="{F4499BD8-D963-478D-958E-AB2F65AB80BC}" srcOrd="0" destOrd="0" presId="urn:microsoft.com/office/officeart/2018/2/layout/IconCircleList"/>
    <dgm:cxn modelId="{B1E82202-7CE3-4597-B582-D7B42D51ADC9}" type="presParOf" srcId="{F4499BD8-D963-478D-958E-AB2F65AB80BC}" destId="{589D2F91-136F-4BC8-86EA-81FFD008BAB6}" srcOrd="0" destOrd="0" presId="urn:microsoft.com/office/officeart/2018/2/layout/IconCircleList"/>
    <dgm:cxn modelId="{D5276620-9C57-4A03-8497-8A650E52259B}" type="presParOf" srcId="{F4499BD8-D963-478D-958E-AB2F65AB80BC}" destId="{3A5AF7C6-A333-4224-9B91-5B6D794D18E7}" srcOrd="1" destOrd="0" presId="urn:microsoft.com/office/officeart/2018/2/layout/IconCircleList"/>
    <dgm:cxn modelId="{B1E9430B-87FB-41A5-81DD-74ABB3A9902F}" type="presParOf" srcId="{F4499BD8-D963-478D-958E-AB2F65AB80BC}" destId="{80CAD52C-0140-4B6F-BAA9-03231DA0763E}" srcOrd="2" destOrd="0" presId="urn:microsoft.com/office/officeart/2018/2/layout/IconCircleList"/>
    <dgm:cxn modelId="{171127FB-C31E-4EFA-92B3-A4538C767E4A}" type="presParOf" srcId="{F4499BD8-D963-478D-958E-AB2F65AB80BC}" destId="{8DE913B0-21C6-477D-8D8E-7A5B613EA92E}" srcOrd="3" destOrd="0" presId="urn:microsoft.com/office/officeart/2018/2/layout/IconCircleList"/>
    <dgm:cxn modelId="{0107A9E5-4169-43B3-AAB9-BDBAF7788C67}" type="presParOf" srcId="{AC2FAFF4-014E-45F1-B67B-9F60DC7A92BC}" destId="{EC270544-6F2D-425E-B299-D61AAE2B2BED}" srcOrd="1" destOrd="0" presId="urn:microsoft.com/office/officeart/2018/2/layout/IconCircleList"/>
    <dgm:cxn modelId="{B9D1B9DE-EDA5-49F2-8771-E3D0D499517F}" type="presParOf" srcId="{AC2FAFF4-014E-45F1-B67B-9F60DC7A92BC}" destId="{94E09D2C-1F3C-4573-9DC7-9898B05E42AD}" srcOrd="2" destOrd="0" presId="urn:microsoft.com/office/officeart/2018/2/layout/IconCircleList"/>
    <dgm:cxn modelId="{9A20776B-DC88-440F-9D6A-9737522100DE}" type="presParOf" srcId="{94E09D2C-1F3C-4573-9DC7-9898B05E42AD}" destId="{21F9C8B5-1173-407F-AB18-C16069BDC93C}" srcOrd="0" destOrd="0" presId="urn:microsoft.com/office/officeart/2018/2/layout/IconCircleList"/>
    <dgm:cxn modelId="{59E7D64D-9617-4EF2-8FCD-1EA9720913A6}" type="presParOf" srcId="{94E09D2C-1F3C-4573-9DC7-9898B05E42AD}" destId="{353FD28C-5447-47D9-9E90-6CF1CE0ED909}" srcOrd="1" destOrd="0" presId="urn:microsoft.com/office/officeart/2018/2/layout/IconCircleList"/>
    <dgm:cxn modelId="{9EEC6254-0223-440C-ACF0-84C441AD4848}" type="presParOf" srcId="{94E09D2C-1F3C-4573-9DC7-9898B05E42AD}" destId="{01808BA3-EA6E-4FD5-A137-1BEDEA9BCDF2}" srcOrd="2" destOrd="0" presId="urn:microsoft.com/office/officeart/2018/2/layout/IconCircleList"/>
    <dgm:cxn modelId="{7A441ED1-2D5B-4F71-80C0-9A08074128A6}" type="presParOf" srcId="{94E09D2C-1F3C-4573-9DC7-9898B05E42AD}" destId="{05116E75-9BD7-4F86-8703-B1B0F82728E6}" srcOrd="3" destOrd="0" presId="urn:microsoft.com/office/officeart/2018/2/layout/IconCircleList"/>
    <dgm:cxn modelId="{C1B29893-FB7F-4CFD-8D83-1D4766CF6ED4}" type="presParOf" srcId="{AC2FAFF4-014E-45F1-B67B-9F60DC7A92BC}" destId="{6DC30EBA-6778-4F9F-8201-91A62AFC4E48}" srcOrd="3" destOrd="0" presId="urn:microsoft.com/office/officeart/2018/2/layout/IconCircleList"/>
    <dgm:cxn modelId="{6E83325F-E89D-4543-BC6B-47D45FCD05F9}" type="presParOf" srcId="{AC2FAFF4-014E-45F1-B67B-9F60DC7A92BC}" destId="{A6A41F62-F254-4868-B37A-E66F233D6C42}" srcOrd="4" destOrd="0" presId="urn:microsoft.com/office/officeart/2018/2/layout/IconCircleList"/>
    <dgm:cxn modelId="{AAFC28FC-3F7D-4567-A6B7-B7CA33CFF94E}" type="presParOf" srcId="{A6A41F62-F254-4868-B37A-E66F233D6C42}" destId="{27D9825C-F297-4AB2-94E7-CAA7C24446B1}" srcOrd="0" destOrd="0" presId="urn:microsoft.com/office/officeart/2018/2/layout/IconCircleList"/>
    <dgm:cxn modelId="{9285702B-7EDA-4C58-900B-1599FD9011E5}" type="presParOf" srcId="{A6A41F62-F254-4868-B37A-E66F233D6C42}" destId="{6C77ABA8-538A-4528-B58C-96467BD144DE}" srcOrd="1" destOrd="0" presId="urn:microsoft.com/office/officeart/2018/2/layout/IconCircleList"/>
    <dgm:cxn modelId="{57331FD4-8D69-48A9-8270-9E725D6763F0}" type="presParOf" srcId="{A6A41F62-F254-4868-B37A-E66F233D6C42}" destId="{5ACAF730-4B45-47DB-9FDF-C6695B3D1164}" srcOrd="2" destOrd="0" presId="urn:microsoft.com/office/officeart/2018/2/layout/IconCircleList"/>
    <dgm:cxn modelId="{EB87CDFA-E3D8-48E3-B879-58E24FE10A20}" type="presParOf" srcId="{A6A41F62-F254-4868-B37A-E66F233D6C42}" destId="{E71A36E5-FBC8-4017-A51C-8E18728E7561}" srcOrd="3" destOrd="0" presId="urn:microsoft.com/office/officeart/2018/2/layout/IconCircleList"/>
    <dgm:cxn modelId="{E63A55D6-4127-4C3D-B88B-A0FCBF02C226}" type="presParOf" srcId="{AC2FAFF4-014E-45F1-B67B-9F60DC7A92BC}" destId="{474DE0FA-A96F-4F30-A45E-5FE38473EDFC}" srcOrd="5" destOrd="0" presId="urn:microsoft.com/office/officeart/2018/2/layout/IconCircleList"/>
    <dgm:cxn modelId="{AD31AFB3-0B9C-461F-810F-A1FA13584DD4}" type="presParOf" srcId="{AC2FAFF4-014E-45F1-B67B-9F60DC7A92BC}" destId="{1125F131-AF42-4E7E-A64E-7D562E685EA8}" srcOrd="6" destOrd="0" presId="urn:microsoft.com/office/officeart/2018/2/layout/IconCircleList"/>
    <dgm:cxn modelId="{D4A72DFB-4C5C-4E3D-8DC5-299C56625892}" type="presParOf" srcId="{1125F131-AF42-4E7E-A64E-7D562E685EA8}" destId="{6B51BD00-8B64-4066-BA9C-16305D083781}" srcOrd="0" destOrd="0" presId="urn:microsoft.com/office/officeart/2018/2/layout/IconCircleList"/>
    <dgm:cxn modelId="{E84423C8-447F-4268-B264-D5AB3C5F710A}" type="presParOf" srcId="{1125F131-AF42-4E7E-A64E-7D562E685EA8}" destId="{F5659B13-B59E-47FB-82B8-9A20088171C1}" srcOrd="1" destOrd="0" presId="urn:microsoft.com/office/officeart/2018/2/layout/IconCircleList"/>
    <dgm:cxn modelId="{8E72AD9F-647F-4B7B-959F-51AC8A4B23D2}" type="presParOf" srcId="{1125F131-AF42-4E7E-A64E-7D562E685EA8}" destId="{B0E7DEDB-FBED-42E9-9E7B-9BC99BCCB62C}" srcOrd="2" destOrd="0" presId="urn:microsoft.com/office/officeart/2018/2/layout/IconCircleList"/>
    <dgm:cxn modelId="{03406630-13AD-4386-8561-D673E5BA74D0}" type="presParOf" srcId="{1125F131-AF42-4E7E-A64E-7D562E685EA8}" destId="{6121BF55-FD58-45D5-B839-75F77725414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38FF498-8122-40DE-9D2E-632F98A79E7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EB66A4-4013-41AB-AB6D-313E129F44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Define one personal goal for next month</a:t>
          </a:r>
        </a:p>
      </dgm:t>
    </dgm:pt>
    <dgm:pt modelId="{8271D8B9-810E-4E0E-8960-BE4AA9DB3DD8}" type="parTrans" cxnId="{F24B7534-03F1-477B-BBE8-5C9458D6BF4A}">
      <dgm:prSet/>
      <dgm:spPr/>
      <dgm:t>
        <a:bodyPr/>
        <a:lstStyle/>
        <a:p>
          <a:endParaRPr lang="en-US"/>
        </a:p>
      </dgm:t>
    </dgm:pt>
    <dgm:pt modelId="{A240324A-CC8F-4A2E-B709-903EEDBB537F}" type="sibTrans" cxnId="{F24B7534-03F1-477B-BBE8-5C9458D6BF4A}">
      <dgm:prSet/>
      <dgm:spPr/>
      <dgm:t>
        <a:bodyPr/>
        <a:lstStyle/>
        <a:p>
          <a:endParaRPr lang="en-US"/>
        </a:p>
      </dgm:t>
    </dgm:pt>
    <dgm:pt modelId="{914F6502-C4B4-48E6-BDE1-0F28164423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 with cohort members</a:t>
          </a:r>
        </a:p>
      </dgm:t>
    </dgm:pt>
    <dgm:pt modelId="{DEBEC1E9-35D6-4F1D-9FBB-3343D6D58A08}" type="parTrans" cxnId="{839B870F-BCD8-4981-862D-534D403C2A47}">
      <dgm:prSet/>
      <dgm:spPr/>
      <dgm:t>
        <a:bodyPr/>
        <a:lstStyle/>
        <a:p>
          <a:endParaRPr lang="en-US"/>
        </a:p>
      </dgm:t>
    </dgm:pt>
    <dgm:pt modelId="{7DC7EA0E-7073-4776-8B65-766E54581D6C}" type="sibTrans" cxnId="{839B870F-BCD8-4981-862D-534D403C2A47}">
      <dgm:prSet/>
      <dgm:spPr/>
      <dgm:t>
        <a:bodyPr/>
        <a:lstStyle/>
        <a:p>
          <a:endParaRPr lang="en-US"/>
        </a:p>
      </dgm:t>
    </dgm:pt>
    <dgm:pt modelId="{BACA676D-C5D9-49B1-B914-B6C51D25D9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Share learning resources</a:t>
          </a:r>
        </a:p>
      </dgm:t>
    </dgm:pt>
    <dgm:pt modelId="{ADC84417-2915-40E5-9793-0738E192BDF2}" type="parTrans" cxnId="{D86555B9-E955-4E7C-B1E6-868DDE1CD5FF}">
      <dgm:prSet/>
      <dgm:spPr/>
      <dgm:t>
        <a:bodyPr/>
        <a:lstStyle/>
        <a:p>
          <a:endParaRPr lang="en-US"/>
        </a:p>
      </dgm:t>
    </dgm:pt>
    <dgm:pt modelId="{6E00513D-7A4D-44C7-894B-B899D119F7A4}" type="sibTrans" cxnId="{D86555B9-E955-4E7C-B1E6-868DDE1CD5FF}">
      <dgm:prSet/>
      <dgm:spPr/>
      <dgm:t>
        <a:bodyPr/>
        <a:lstStyle/>
        <a:p>
          <a:endParaRPr lang="en-US"/>
        </a:p>
      </dgm:t>
    </dgm:pt>
    <dgm:pt modelId="{EE405AFD-BC70-49EE-ABAD-97AB2317B1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Schedule next meeting</a:t>
          </a:r>
        </a:p>
      </dgm:t>
    </dgm:pt>
    <dgm:pt modelId="{9A69319C-3712-48A2-B375-2CC6AAF5330D}" type="parTrans" cxnId="{0E817079-EF1A-42E8-AE22-D277817F5BC2}">
      <dgm:prSet/>
      <dgm:spPr/>
      <dgm:t>
        <a:bodyPr/>
        <a:lstStyle/>
        <a:p>
          <a:endParaRPr lang="en-US"/>
        </a:p>
      </dgm:t>
    </dgm:pt>
    <dgm:pt modelId="{3091A7B4-AA95-44DE-9C4F-0EF6BD63F5F6}" type="sibTrans" cxnId="{0E817079-EF1A-42E8-AE22-D277817F5BC2}">
      <dgm:prSet/>
      <dgm:spPr/>
      <dgm:t>
        <a:bodyPr/>
        <a:lstStyle/>
        <a:p>
          <a:endParaRPr lang="en-US"/>
        </a:p>
      </dgm:t>
    </dgm:pt>
    <dgm:pt modelId="{BC2DF0BD-2EAF-452B-B7ED-DDDCC9A064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Stay curious and keep learning</a:t>
          </a:r>
        </a:p>
      </dgm:t>
    </dgm:pt>
    <dgm:pt modelId="{DF257AE3-2AB3-48B6-A5A3-FC5BAFAFFC2A}" type="parTrans" cxnId="{AF3C043B-C808-4C2E-9152-AA64307AEA5B}">
      <dgm:prSet/>
      <dgm:spPr/>
      <dgm:t>
        <a:bodyPr/>
        <a:lstStyle/>
        <a:p>
          <a:endParaRPr lang="en-US"/>
        </a:p>
      </dgm:t>
    </dgm:pt>
    <dgm:pt modelId="{7E99D550-A8EF-4427-BF2A-D7A5E509093D}" type="sibTrans" cxnId="{AF3C043B-C808-4C2E-9152-AA64307AEA5B}">
      <dgm:prSet/>
      <dgm:spPr/>
      <dgm:t>
        <a:bodyPr/>
        <a:lstStyle/>
        <a:p>
          <a:endParaRPr lang="en-US"/>
        </a:p>
      </dgm:t>
    </dgm:pt>
    <dgm:pt modelId="{84BB7B9F-5135-4496-BE0B-0093CFB38979}" type="pres">
      <dgm:prSet presAssocID="{438FF498-8122-40DE-9D2E-632F98A79E71}" presName="root" presStyleCnt="0">
        <dgm:presLayoutVars>
          <dgm:dir/>
          <dgm:resizeHandles val="exact"/>
        </dgm:presLayoutVars>
      </dgm:prSet>
      <dgm:spPr/>
    </dgm:pt>
    <dgm:pt modelId="{C563D3CA-B801-46E8-B94E-E3FA4D578D5F}" type="pres">
      <dgm:prSet presAssocID="{7FEB66A4-4013-41AB-AB6D-313E129F4442}" presName="compNode" presStyleCnt="0"/>
      <dgm:spPr/>
    </dgm:pt>
    <dgm:pt modelId="{5C9AC05F-05C8-421F-9F69-9FA26C4B2D01}" type="pres">
      <dgm:prSet presAssocID="{7FEB66A4-4013-41AB-AB6D-313E129F444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1461AEC9-B100-4646-BEBD-7638D7FB51E2}" type="pres">
      <dgm:prSet presAssocID="{7FEB66A4-4013-41AB-AB6D-313E129F4442}" presName="spaceRect" presStyleCnt="0"/>
      <dgm:spPr/>
    </dgm:pt>
    <dgm:pt modelId="{2B27762D-FEB7-40B7-9C72-340EAC2CEC8A}" type="pres">
      <dgm:prSet presAssocID="{7FEB66A4-4013-41AB-AB6D-313E129F4442}" presName="textRect" presStyleLbl="revTx" presStyleIdx="0" presStyleCnt="5">
        <dgm:presLayoutVars>
          <dgm:chMax val="1"/>
          <dgm:chPref val="1"/>
        </dgm:presLayoutVars>
      </dgm:prSet>
      <dgm:spPr/>
    </dgm:pt>
    <dgm:pt modelId="{8CEBA89C-12D7-4FCA-95E8-138964D69692}" type="pres">
      <dgm:prSet presAssocID="{A240324A-CC8F-4A2E-B709-903EEDBB537F}" presName="sibTrans" presStyleCnt="0"/>
      <dgm:spPr/>
    </dgm:pt>
    <dgm:pt modelId="{C6D2E5AF-1242-46A0-8709-B43EE0607A1F}" type="pres">
      <dgm:prSet presAssocID="{914F6502-C4B4-48E6-BDE1-0F28164423B6}" presName="compNode" presStyleCnt="0"/>
      <dgm:spPr/>
    </dgm:pt>
    <dgm:pt modelId="{E5E1D3F8-624C-415F-B07D-6F3BDA2730B4}" type="pres">
      <dgm:prSet presAssocID="{914F6502-C4B4-48E6-BDE1-0F28164423B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ACA0835-A1A0-460C-9F32-2F75BBB520D3}" type="pres">
      <dgm:prSet presAssocID="{914F6502-C4B4-48E6-BDE1-0F28164423B6}" presName="spaceRect" presStyleCnt="0"/>
      <dgm:spPr/>
    </dgm:pt>
    <dgm:pt modelId="{AFD21643-7DDC-4358-9EF4-3D1E4BA7825D}" type="pres">
      <dgm:prSet presAssocID="{914F6502-C4B4-48E6-BDE1-0F28164423B6}" presName="textRect" presStyleLbl="revTx" presStyleIdx="1" presStyleCnt="5">
        <dgm:presLayoutVars>
          <dgm:chMax val="1"/>
          <dgm:chPref val="1"/>
        </dgm:presLayoutVars>
      </dgm:prSet>
      <dgm:spPr/>
    </dgm:pt>
    <dgm:pt modelId="{1144F116-02C5-4356-A222-BED38A6440A1}" type="pres">
      <dgm:prSet presAssocID="{7DC7EA0E-7073-4776-8B65-766E54581D6C}" presName="sibTrans" presStyleCnt="0"/>
      <dgm:spPr/>
    </dgm:pt>
    <dgm:pt modelId="{1B1848D2-A601-47A0-8413-0D963894BA53}" type="pres">
      <dgm:prSet presAssocID="{BACA676D-C5D9-49B1-B914-B6C51D25D93A}" presName="compNode" presStyleCnt="0"/>
      <dgm:spPr/>
    </dgm:pt>
    <dgm:pt modelId="{7D190A75-0B00-4B7D-BBD1-71D8758B2A01}" type="pres">
      <dgm:prSet presAssocID="{BACA676D-C5D9-49B1-B914-B6C51D25D93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1C106F10-AB61-401C-AE00-A47EE0F3C77A}" type="pres">
      <dgm:prSet presAssocID="{BACA676D-C5D9-49B1-B914-B6C51D25D93A}" presName="spaceRect" presStyleCnt="0"/>
      <dgm:spPr/>
    </dgm:pt>
    <dgm:pt modelId="{8F052FF3-A157-4D44-B277-BD829B71A647}" type="pres">
      <dgm:prSet presAssocID="{BACA676D-C5D9-49B1-B914-B6C51D25D93A}" presName="textRect" presStyleLbl="revTx" presStyleIdx="2" presStyleCnt="5">
        <dgm:presLayoutVars>
          <dgm:chMax val="1"/>
          <dgm:chPref val="1"/>
        </dgm:presLayoutVars>
      </dgm:prSet>
      <dgm:spPr/>
    </dgm:pt>
    <dgm:pt modelId="{BB293201-54FB-4F5C-AC8A-0A28E7B55582}" type="pres">
      <dgm:prSet presAssocID="{6E00513D-7A4D-44C7-894B-B899D119F7A4}" presName="sibTrans" presStyleCnt="0"/>
      <dgm:spPr/>
    </dgm:pt>
    <dgm:pt modelId="{187A66BF-B33E-4D71-8DFD-AA6957F81A09}" type="pres">
      <dgm:prSet presAssocID="{EE405AFD-BC70-49EE-ABAD-97AB2317B15E}" presName="compNode" presStyleCnt="0"/>
      <dgm:spPr/>
    </dgm:pt>
    <dgm:pt modelId="{FE0A26ED-8C92-4B43-A3AD-C4972E722E54}" type="pres">
      <dgm:prSet presAssocID="{EE405AFD-BC70-49EE-ABAD-97AB2317B15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A5AE677-1103-4DF5-A8C9-669F2D6E241A}" type="pres">
      <dgm:prSet presAssocID="{EE405AFD-BC70-49EE-ABAD-97AB2317B15E}" presName="spaceRect" presStyleCnt="0"/>
      <dgm:spPr/>
    </dgm:pt>
    <dgm:pt modelId="{69780147-D698-4143-9ECD-AC4DCE955FFE}" type="pres">
      <dgm:prSet presAssocID="{EE405AFD-BC70-49EE-ABAD-97AB2317B15E}" presName="textRect" presStyleLbl="revTx" presStyleIdx="3" presStyleCnt="5">
        <dgm:presLayoutVars>
          <dgm:chMax val="1"/>
          <dgm:chPref val="1"/>
        </dgm:presLayoutVars>
      </dgm:prSet>
      <dgm:spPr/>
    </dgm:pt>
    <dgm:pt modelId="{ADAAB3B5-A450-4294-9D38-EAF92DA10857}" type="pres">
      <dgm:prSet presAssocID="{3091A7B4-AA95-44DE-9C4F-0EF6BD63F5F6}" presName="sibTrans" presStyleCnt="0"/>
      <dgm:spPr/>
    </dgm:pt>
    <dgm:pt modelId="{3F1A4548-84F6-4A8A-AF1B-0D95B7B1B3CF}" type="pres">
      <dgm:prSet presAssocID="{BC2DF0BD-2EAF-452B-B7ED-DDDCC9A06436}" presName="compNode" presStyleCnt="0"/>
      <dgm:spPr/>
    </dgm:pt>
    <dgm:pt modelId="{AEE680B2-9A76-42FD-A799-5182B5F2789E}" type="pres">
      <dgm:prSet presAssocID="{BC2DF0BD-2EAF-452B-B7ED-DDDCC9A0643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33A541D-CA4C-4776-BD16-5D490017AEB4}" type="pres">
      <dgm:prSet presAssocID="{BC2DF0BD-2EAF-452B-B7ED-DDDCC9A06436}" presName="spaceRect" presStyleCnt="0"/>
      <dgm:spPr/>
    </dgm:pt>
    <dgm:pt modelId="{31284D02-A5F7-4A0F-B04A-E2128F57EB34}" type="pres">
      <dgm:prSet presAssocID="{BC2DF0BD-2EAF-452B-B7ED-DDDCC9A0643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39B870F-BCD8-4981-862D-534D403C2A47}" srcId="{438FF498-8122-40DE-9D2E-632F98A79E71}" destId="{914F6502-C4B4-48E6-BDE1-0F28164423B6}" srcOrd="1" destOrd="0" parTransId="{DEBEC1E9-35D6-4F1D-9FBB-3343D6D58A08}" sibTransId="{7DC7EA0E-7073-4776-8B65-766E54581D6C}"/>
    <dgm:cxn modelId="{F24B7534-03F1-477B-BBE8-5C9458D6BF4A}" srcId="{438FF498-8122-40DE-9D2E-632F98A79E71}" destId="{7FEB66A4-4013-41AB-AB6D-313E129F4442}" srcOrd="0" destOrd="0" parTransId="{8271D8B9-810E-4E0E-8960-BE4AA9DB3DD8}" sibTransId="{A240324A-CC8F-4A2E-B709-903EEDBB537F}"/>
    <dgm:cxn modelId="{FC380C3A-18E7-4EF2-AED9-E0C971880F12}" type="presOf" srcId="{BC2DF0BD-2EAF-452B-B7ED-DDDCC9A06436}" destId="{31284D02-A5F7-4A0F-B04A-E2128F57EB34}" srcOrd="0" destOrd="0" presId="urn:microsoft.com/office/officeart/2018/2/layout/IconLabelList"/>
    <dgm:cxn modelId="{AF3C043B-C808-4C2E-9152-AA64307AEA5B}" srcId="{438FF498-8122-40DE-9D2E-632F98A79E71}" destId="{BC2DF0BD-2EAF-452B-B7ED-DDDCC9A06436}" srcOrd="4" destOrd="0" parTransId="{DF257AE3-2AB3-48B6-A5A3-FC5BAFAFFC2A}" sibTransId="{7E99D550-A8EF-4427-BF2A-D7A5E509093D}"/>
    <dgm:cxn modelId="{EBC3C467-0856-404F-A794-A31EA47D729A}" type="presOf" srcId="{7FEB66A4-4013-41AB-AB6D-313E129F4442}" destId="{2B27762D-FEB7-40B7-9C72-340EAC2CEC8A}" srcOrd="0" destOrd="0" presId="urn:microsoft.com/office/officeart/2018/2/layout/IconLabelList"/>
    <dgm:cxn modelId="{0E817079-EF1A-42E8-AE22-D277817F5BC2}" srcId="{438FF498-8122-40DE-9D2E-632F98A79E71}" destId="{EE405AFD-BC70-49EE-ABAD-97AB2317B15E}" srcOrd="3" destOrd="0" parTransId="{9A69319C-3712-48A2-B375-2CC6AAF5330D}" sibTransId="{3091A7B4-AA95-44DE-9C4F-0EF6BD63F5F6}"/>
    <dgm:cxn modelId="{4367D4A7-444C-4986-B97A-B54D4BDABE05}" type="presOf" srcId="{914F6502-C4B4-48E6-BDE1-0F28164423B6}" destId="{AFD21643-7DDC-4358-9EF4-3D1E4BA7825D}" srcOrd="0" destOrd="0" presId="urn:microsoft.com/office/officeart/2018/2/layout/IconLabelList"/>
    <dgm:cxn modelId="{D86555B9-E955-4E7C-B1E6-868DDE1CD5FF}" srcId="{438FF498-8122-40DE-9D2E-632F98A79E71}" destId="{BACA676D-C5D9-49B1-B914-B6C51D25D93A}" srcOrd="2" destOrd="0" parTransId="{ADC84417-2915-40E5-9793-0738E192BDF2}" sibTransId="{6E00513D-7A4D-44C7-894B-B899D119F7A4}"/>
    <dgm:cxn modelId="{09AEF0C6-0617-4F83-B0C5-3952C5498914}" type="presOf" srcId="{438FF498-8122-40DE-9D2E-632F98A79E71}" destId="{84BB7B9F-5135-4496-BE0B-0093CFB38979}" srcOrd="0" destOrd="0" presId="urn:microsoft.com/office/officeart/2018/2/layout/IconLabelList"/>
    <dgm:cxn modelId="{350DD5DE-720C-47C4-8741-2E41404590D9}" type="presOf" srcId="{BACA676D-C5D9-49B1-B914-B6C51D25D93A}" destId="{8F052FF3-A157-4D44-B277-BD829B71A647}" srcOrd="0" destOrd="0" presId="urn:microsoft.com/office/officeart/2018/2/layout/IconLabelList"/>
    <dgm:cxn modelId="{182595F2-E127-4681-8343-F3EB296717B7}" type="presOf" srcId="{EE405AFD-BC70-49EE-ABAD-97AB2317B15E}" destId="{69780147-D698-4143-9ECD-AC4DCE955FFE}" srcOrd="0" destOrd="0" presId="urn:microsoft.com/office/officeart/2018/2/layout/IconLabelList"/>
    <dgm:cxn modelId="{C2537693-F46B-45B4-B9AF-4565349827BB}" type="presParOf" srcId="{84BB7B9F-5135-4496-BE0B-0093CFB38979}" destId="{C563D3CA-B801-46E8-B94E-E3FA4D578D5F}" srcOrd="0" destOrd="0" presId="urn:microsoft.com/office/officeart/2018/2/layout/IconLabelList"/>
    <dgm:cxn modelId="{0E37AAC6-6FC2-4CAD-8105-A0B04628BCD8}" type="presParOf" srcId="{C563D3CA-B801-46E8-B94E-E3FA4D578D5F}" destId="{5C9AC05F-05C8-421F-9F69-9FA26C4B2D01}" srcOrd="0" destOrd="0" presId="urn:microsoft.com/office/officeart/2018/2/layout/IconLabelList"/>
    <dgm:cxn modelId="{694858DB-D629-4AA4-9F07-84A1DAFFC2DF}" type="presParOf" srcId="{C563D3CA-B801-46E8-B94E-E3FA4D578D5F}" destId="{1461AEC9-B100-4646-BEBD-7638D7FB51E2}" srcOrd="1" destOrd="0" presId="urn:microsoft.com/office/officeart/2018/2/layout/IconLabelList"/>
    <dgm:cxn modelId="{2BD873BA-BFCD-4FD2-A444-A85A2EA4CD4A}" type="presParOf" srcId="{C563D3CA-B801-46E8-B94E-E3FA4D578D5F}" destId="{2B27762D-FEB7-40B7-9C72-340EAC2CEC8A}" srcOrd="2" destOrd="0" presId="urn:microsoft.com/office/officeart/2018/2/layout/IconLabelList"/>
    <dgm:cxn modelId="{3F74CF9A-CDBB-483A-89AD-A90A5CC82137}" type="presParOf" srcId="{84BB7B9F-5135-4496-BE0B-0093CFB38979}" destId="{8CEBA89C-12D7-4FCA-95E8-138964D69692}" srcOrd="1" destOrd="0" presId="urn:microsoft.com/office/officeart/2018/2/layout/IconLabelList"/>
    <dgm:cxn modelId="{95C6621F-C6A7-45B7-9FBE-E97A28302371}" type="presParOf" srcId="{84BB7B9F-5135-4496-BE0B-0093CFB38979}" destId="{C6D2E5AF-1242-46A0-8709-B43EE0607A1F}" srcOrd="2" destOrd="0" presId="urn:microsoft.com/office/officeart/2018/2/layout/IconLabelList"/>
    <dgm:cxn modelId="{C03A659E-B186-4066-9487-56CE101FB4BE}" type="presParOf" srcId="{C6D2E5AF-1242-46A0-8709-B43EE0607A1F}" destId="{E5E1D3F8-624C-415F-B07D-6F3BDA2730B4}" srcOrd="0" destOrd="0" presId="urn:microsoft.com/office/officeart/2018/2/layout/IconLabelList"/>
    <dgm:cxn modelId="{9F6C29F8-D7ED-490F-80BE-6AD8995C289E}" type="presParOf" srcId="{C6D2E5AF-1242-46A0-8709-B43EE0607A1F}" destId="{0ACA0835-A1A0-460C-9F32-2F75BBB520D3}" srcOrd="1" destOrd="0" presId="urn:microsoft.com/office/officeart/2018/2/layout/IconLabelList"/>
    <dgm:cxn modelId="{6C24562A-CC1F-498F-8B2F-CD12E4F22D0A}" type="presParOf" srcId="{C6D2E5AF-1242-46A0-8709-B43EE0607A1F}" destId="{AFD21643-7DDC-4358-9EF4-3D1E4BA7825D}" srcOrd="2" destOrd="0" presId="urn:microsoft.com/office/officeart/2018/2/layout/IconLabelList"/>
    <dgm:cxn modelId="{694C65DF-16A8-4C91-BFCE-B66479ACE1C5}" type="presParOf" srcId="{84BB7B9F-5135-4496-BE0B-0093CFB38979}" destId="{1144F116-02C5-4356-A222-BED38A6440A1}" srcOrd="3" destOrd="0" presId="urn:microsoft.com/office/officeart/2018/2/layout/IconLabelList"/>
    <dgm:cxn modelId="{A98FC772-3B28-423C-B327-DF63C6775E10}" type="presParOf" srcId="{84BB7B9F-5135-4496-BE0B-0093CFB38979}" destId="{1B1848D2-A601-47A0-8413-0D963894BA53}" srcOrd="4" destOrd="0" presId="urn:microsoft.com/office/officeart/2018/2/layout/IconLabelList"/>
    <dgm:cxn modelId="{1EB7524E-71B0-4B71-B5B2-27DE548E2727}" type="presParOf" srcId="{1B1848D2-A601-47A0-8413-0D963894BA53}" destId="{7D190A75-0B00-4B7D-BBD1-71D8758B2A01}" srcOrd="0" destOrd="0" presId="urn:microsoft.com/office/officeart/2018/2/layout/IconLabelList"/>
    <dgm:cxn modelId="{2A7F44F7-1C06-489C-BBAD-BBC878DFBF45}" type="presParOf" srcId="{1B1848D2-A601-47A0-8413-0D963894BA53}" destId="{1C106F10-AB61-401C-AE00-A47EE0F3C77A}" srcOrd="1" destOrd="0" presId="urn:microsoft.com/office/officeart/2018/2/layout/IconLabelList"/>
    <dgm:cxn modelId="{1A03EB55-BF04-4033-8288-21CB801F9CF8}" type="presParOf" srcId="{1B1848D2-A601-47A0-8413-0D963894BA53}" destId="{8F052FF3-A157-4D44-B277-BD829B71A647}" srcOrd="2" destOrd="0" presId="urn:microsoft.com/office/officeart/2018/2/layout/IconLabelList"/>
    <dgm:cxn modelId="{73149F0A-02F7-426F-9DE1-A5DF33AE6967}" type="presParOf" srcId="{84BB7B9F-5135-4496-BE0B-0093CFB38979}" destId="{BB293201-54FB-4F5C-AC8A-0A28E7B55582}" srcOrd="5" destOrd="0" presId="urn:microsoft.com/office/officeart/2018/2/layout/IconLabelList"/>
    <dgm:cxn modelId="{B6B874B5-C432-4B98-A1C3-A944D0F6DD02}" type="presParOf" srcId="{84BB7B9F-5135-4496-BE0B-0093CFB38979}" destId="{187A66BF-B33E-4D71-8DFD-AA6957F81A09}" srcOrd="6" destOrd="0" presId="urn:microsoft.com/office/officeart/2018/2/layout/IconLabelList"/>
    <dgm:cxn modelId="{9680A09C-CF55-4ECE-9F90-E8B146A10975}" type="presParOf" srcId="{187A66BF-B33E-4D71-8DFD-AA6957F81A09}" destId="{FE0A26ED-8C92-4B43-A3AD-C4972E722E54}" srcOrd="0" destOrd="0" presId="urn:microsoft.com/office/officeart/2018/2/layout/IconLabelList"/>
    <dgm:cxn modelId="{9C12D3AB-3C3D-4A70-87C9-9801F9853A88}" type="presParOf" srcId="{187A66BF-B33E-4D71-8DFD-AA6957F81A09}" destId="{FA5AE677-1103-4DF5-A8C9-669F2D6E241A}" srcOrd="1" destOrd="0" presId="urn:microsoft.com/office/officeart/2018/2/layout/IconLabelList"/>
    <dgm:cxn modelId="{57283B91-397E-47F4-A5D1-5EC3BF7DE000}" type="presParOf" srcId="{187A66BF-B33E-4D71-8DFD-AA6957F81A09}" destId="{69780147-D698-4143-9ECD-AC4DCE955FFE}" srcOrd="2" destOrd="0" presId="urn:microsoft.com/office/officeart/2018/2/layout/IconLabelList"/>
    <dgm:cxn modelId="{BE102455-4632-43D8-97EE-5A6B64A143BB}" type="presParOf" srcId="{84BB7B9F-5135-4496-BE0B-0093CFB38979}" destId="{ADAAB3B5-A450-4294-9D38-EAF92DA10857}" srcOrd="7" destOrd="0" presId="urn:microsoft.com/office/officeart/2018/2/layout/IconLabelList"/>
    <dgm:cxn modelId="{0EB8889D-6FF8-458C-A723-5E8BE4CD9EFE}" type="presParOf" srcId="{84BB7B9F-5135-4496-BE0B-0093CFB38979}" destId="{3F1A4548-84F6-4A8A-AF1B-0D95B7B1B3CF}" srcOrd="8" destOrd="0" presId="urn:microsoft.com/office/officeart/2018/2/layout/IconLabelList"/>
    <dgm:cxn modelId="{4DED1D9B-D1B8-485C-BA61-C24CBA423928}" type="presParOf" srcId="{3F1A4548-84F6-4A8A-AF1B-0D95B7B1B3CF}" destId="{AEE680B2-9A76-42FD-A799-5182B5F2789E}" srcOrd="0" destOrd="0" presId="urn:microsoft.com/office/officeart/2018/2/layout/IconLabelList"/>
    <dgm:cxn modelId="{96D9D600-2197-4CBB-BA7E-EEDEEDF525BE}" type="presParOf" srcId="{3F1A4548-84F6-4A8A-AF1B-0D95B7B1B3CF}" destId="{833A541D-CA4C-4776-BD16-5D490017AEB4}" srcOrd="1" destOrd="0" presId="urn:microsoft.com/office/officeart/2018/2/layout/IconLabelList"/>
    <dgm:cxn modelId="{D54B22F5-CFEE-4AD0-B02B-29488A874718}" type="presParOf" srcId="{3F1A4548-84F6-4A8A-AF1B-0D95B7B1B3CF}" destId="{31284D02-A5F7-4A0F-B04A-E2128F57EB3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11A23A4-D964-4EB3-BCCC-51921A2833D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F3C6DA1-E92C-4F7D-962B-2EDDC18B5541}">
      <dgm:prSet/>
      <dgm:spPr/>
      <dgm:t>
        <a:bodyPr/>
        <a:lstStyle/>
        <a:p>
          <a:r>
            <a:rPr lang="en-US"/>
            <a:t>Cybersecurity protects systems, networks, and data from attacks</a:t>
          </a:r>
        </a:p>
      </dgm:t>
    </dgm:pt>
    <dgm:pt modelId="{DC84B313-3F3D-4D11-9E42-20FB9A38E907}" type="parTrans" cxnId="{F35A92D7-BD42-4FDD-B7A6-780D7CC96400}">
      <dgm:prSet/>
      <dgm:spPr/>
      <dgm:t>
        <a:bodyPr/>
        <a:lstStyle/>
        <a:p>
          <a:endParaRPr lang="en-US"/>
        </a:p>
      </dgm:t>
    </dgm:pt>
    <dgm:pt modelId="{D1FF3DC5-9249-4A4F-8A57-617F0C3193E8}" type="sibTrans" cxnId="{F35A92D7-BD42-4FDD-B7A6-780D7CC96400}">
      <dgm:prSet/>
      <dgm:spPr/>
      <dgm:t>
        <a:bodyPr/>
        <a:lstStyle/>
        <a:p>
          <a:endParaRPr lang="en-US"/>
        </a:p>
      </dgm:t>
    </dgm:pt>
    <dgm:pt modelId="{FACA7736-9AEF-44FA-856E-E5359CE817E4}">
      <dgm:prSet/>
      <dgm:spPr/>
      <dgm:t>
        <a:bodyPr/>
        <a:lstStyle/>
        <a:p>
          <a:r>
            <a:rPr lang="en-US"/>
            <a:t>Goal: maintain confidentiality, integrity, and availability</a:t>
          </a:r>
        </a:p>
      </dgm:t>
    </dgm:pt>
    <dgm:pt modelId="{3443960A-EF95-4711-B607-3C6C19F5F068}" type="parTrans" cxnId="{9BCB55EB-E901-495D-889C-5C5DFC4ADD57}">
      <dgm:prSet/>
      <dgm:spPr/>
      <dgm:t>
        <a:bodyPr/>
        <a:lstStyle/>
        <a:p>
          <a:endParaRPr lang="en-US"/>
        </a:p>
      </dgm:t>
    </dgm:pt>
    <dgm:pt modelId="{711736A0-020B-4800-8344-F160AE055860}" type="sibTrans" cxnId="{9BCB55EB-E901-495D-889C-5C5DFC4ADD57}">
      <dgm:prSet/>
      <dgm:spPr/>
      <dgm:t>
        <a:bodyPr/>
        <a:lstStyle/>
        <a:p>
          <a:endParaRPr lang="en-US"/>
        </a:p>
      </dgm:t>
    </dgm:pt>
    <dgm:pt modelId="{8AA94338-371C-4226-A4DC-C8E816874745}">
      <dgm:prSet/>
      <dgm:spPr/>
      <dgm:t>
        <a:bodyPr/>
        <a:lstStyle/>
        <a:p>
          <a:r>
            <a:rPr lang="en-US"/>
            <a:t>Protect people, processes, and technology</a:t>
          </a:r>
        </a:p>
      </dgm:t>
    </dgm:pt>
    <dgm:pt modelId="{BBB79E90-0B71-4531-85B2-3D1D7A175F20}" type="parTrans" cxnId="{607FF17A-763A-4887-A2AE-DAF291D9C22D}">
      <dgm:prSet/>
      <dgm:spPr/>
      <dgm:t>
        <a:bodyPr/>
        <a:lstStyle/>
        <a:p>
          <a:endParaRPr lang="en-US"/>
        </a:p>
      </dgm:t>
    </dgm:pt>
    <dgm:pt modelId="{2DC1F683-A75E-401C-BBBF-64274414ECB3}" type="sibTrans" cxnId="{607FF17A-763A-4887-A2AE-DAF291D9C22D}">
      <dgm:prSet/>
      <dgm:spPr/>
      <dgm:t>
        <a:bodyPr/>
        <a:lstStyle/>
        <a:p>
          <a:endParaRPr lang="en-US"/>
        </a:p>
      </dgm:t>
    </dgm:pt>
    <dgm:pt modelId="{D39E2366-A8F3-4BC5-8ADE-EEB01395E98E}">
      <dgm:prSet/>
      <dgm:spPr/>
      <dgm:t>
        <a:bodyPr/>
        <a:lstStyle/>
        <a:p>
          <a:r>
            <a:rPr lang="en-US"/>
            <a:t>Security is continuous risk management</a:t>
          </a:r>
        </a:p>
      </dgm:t>
    </dgm:pt>
    <dgm:pt modelId="{C0F32B21-FC1F-4B64-8B09-88FAFB293F67}" type="parTrans" cxnId="{FFEE34A5-49E4-4323-857B-5D90F4DAF750}">
      <dgm:prSet/>
      <dgm:spPr/>
      <dgm:t>
        <a:bodyPr/>
        <a:lstStyle/>
        <a:p>
          <a:endParaRPr lang="en-US"/>
        </a:p>
      </dgm:t>
    </dgm:pt>
    <dgm:pt modelId="{798E18A0-76FE-488A-849D-A3E46A240E1B}" type="sibTrans" cxnId="{FFEE34A5-49E4-4323-857B-5D90F4DAF750}">
      <dgm:prSet/>
      <dgm:spPr/>
      <dgm:t>
        <a:bodyPr/>
        <a:lstStyle/>
        <a:p>
          <a:endParaRPr lang="en-US"/>
        </a:p>
      </dgm:t>
    </dgm:pt>
    <dgm:pt modelId="{D6E6057A-7E14-4806-895C-2B1A2D36504F}" type="pres">
      <dgm:prSet presAssocID="{E11A23A4-D964-4EB3-BCCC-51921A2833D9}" presName="diagram" presStyleCnt="0">
        <dgm:presLayoutVars>
          <dgm:dir/>
          <dgm:resizeHandles val="exact"/>
        </dgm:presLayoutVars>
      </dgm:prSet>
      <dgm:spPr/>
    </dgm:pt>
    <dgm:pt modelId="{D0F20224-0D9E-4079-86B3-30727E7BBE04}" type="pres">
      <dgm:prSet presAssocID="{CF3C6DA1-E92C-4F7D-962B-2EDDC18B5541}" presName="node" presStyleLbl="node1" presStyleIdx="0" presStyleCnt="4">
        <dgm:presLayoutVars>
          <dgm:bulletEnabled val="1"/>
        </dgm:presLayoutVars>
      </dgm:prSet>
      <dgm:spPr/>
    </dgm:pt>
    <dgm:pt modelId="{683EF60D-E846-4FA9-AFB2-29EB8D16E5D6}" type="pres">
      <dgm:prSet presAssocID="{D1FF3DC5-9249-4A4F-8A57-617F0C3193E8}" presName="sibTrans" presStyleCnt="0"/>
      <dgm:spPr/>
    </dgm:pt>
    <dgm:pt modelId="{C96689CE-4978-4A8B-BCE5-DDEA6A47DBA3}" type="pres">
      <dgm:prSet presAssocID="{FACA7736-9AEF-44FA-856E-E5359CE817E4}" presName="node" presStyleLbl="node1" presStyleIdx="1" presStyleCnt="4">
        <dgm:presLayoutVars>
          <dgm:bulletEnabled val="1"/>
        </dgm:presLayoutVars>
      </dgm:prSet>
      <dgm:spPr/>
    </dgm:pt>
    <dgm:pt modelId="{CC9232A8-847A-4BC1-A2B5-4919AC12A0B6}" type="pres">
      <dgm:prSet presAssocID="{711736A0-020B-4800-8344-F160AE055860}" presName="sibTrans" presStyleCnt="0"/>
      <dgm:spPr/>
    </dgm:pt>
    <dgm:pt modelId="{C6D5A785-DCD4-4DF6-8EEB-7AA2079B70F3}" type="pres">
      <dgm:prSet presAssocID="{8AA94338-371C-4226-A4DC-C8E816874745}" presName="node" presStyleLbl="node1" presStyleIdx="2" presStyleCnt="4">
        <dgm:presLayoutVars>
          <dgm:bulletEnabled val="1"/>
        </dgm:presLayoutVars>
      </dgm:prSet>
      <dgm:spPr/>
    </dgm:pt>
    <dgm:pt modelId="{B25ED5F4-DF27-4D94-B5DC-027D41F7694F}" type="pres">
      <dgm:prSet presAssocID="{2DC1F683-A75E-401C-BBBF-64274414ECB3}" presName="sibTrans" presStyleCnt="0"/>
      <dgm:spPr/>
    </dgm:pt>
    <dgm:pt modelId="{560043C1-17C6-477F-9C90-5449195BBEF7}" type="pres">
      <dgm:prSet presAssocID="{D39E2366-A8F3-4BC5-8ADE-EEB01395E98E}" presName="node" presStyleLbl="node1" presStyleIdx="3" presStyleCnt="4">
        <dgm:presLayoutVars>
          <dgm:bulletEnabled val="1"/>
        </dgm:presLayoutVars>
      </dgm:prSet>
      <dgm:spPr/>
    </dgm:pt>
  </dgm:ptLst>
  <dgm:cxnLst>
    <dgm:cxn modelId="{E3C1000A-6CE1-405F-94B8-6DB08823F216}" type="presOf" srcId="{E11A23A4-D964-4EB3-BCCC-51921A2833D9}" destId="{D6E6057A-7E14-4806-895C-2B1A2D36504F}" srcOrd="0" destOrd="0" presId="urn:microsoft.com/office/officeart/2005/8/layout/default"/>
    <dgm:cxn modelId="{93683035-F58F-47B5-8EFF-E2112670AB05}" type="presOf" srcId="{CF3C6DA1-E92C-4F7D-962B-2EDDC18B5541}" destId="{D0F20224-0D9E-4079-86B3-30727E7BBE04}" srcOrd="0" destOrd="0" presId="urn:microsoft.com/office/officeart/2005/8/layout/default"/>
    <dgm:cxn modelId="{607FF17A-763A-4887-A2AE-DAF291D9C22D}" srcId="{E11A23A4-D964-4EB3-BCCC-51921A2833D9}" destId="{8AA94338-371C-4226-A4DC-C8E816874745}" srcOrd="2" destOrd="0" parTransId="{BBB79E90-0B71-4531-85B2-3D1D7A175F20}" sibTransId="{2DC1F683-A75E-401C-BBBF-64274414ECB3}"/>
    <dgm:cxn modelId="{A828CB90-4EF8-4984-B535-409E875E56F3}" type="presOf" srcId="{D39E2366-A8F3-4BC5-8ADE-EEB01395E98E}" destId="{560043C1-17C6-477F-9C90-5449195BBEF7}" srcOrd="0" destOrd="0" presId="urn:microsoft.com/office/officeart/2005/8/layout/default"/>
    <dgm:cxn modelId="{FFEE34A5-49E4-4323-857B-5D90F4DAF750}" srcId="{E11A23A4-D964-4EB3-BCCC-51921A2833D9}" destId="{D39E2366-A8F3-4BC5-8ADE-EEB01395E98E}" srcOrd="3" destOrd="0" parTransId="{C0F32B21-FC1F-4B64-8B09-88FAFB293F67}" sibTransId="{798E18A0-76FE-488A-849D-A3E46A240E1B}"/>
    <dgm:cxn modelId="{F35A92D7-BD42-4FDD-B7A6-780D7CC96400}" srcId="{E11A23A4-D964-4EB3-BCCC-51921A2833D9}" destId="{CF3C6DA1-E92C-4F7D-962B-2EDDC18B5541}" srcOrd="0" destOrd="0" parTransId="{DC84B313-3F3D-4D11-9E42-20FB9A38E907}" sibTransId="{D1FF3DC5-9249-4A4F-8A57-617F0C3193E8}"/>
    <dgm:cxn modelId="{92FC67DE-14E7-4F7B-B37F-05537AFDD6B1}" type="presOf" srcId="{8AA94338-371C-4226-A4DC-C8E816874745}" destId="{C6D5A785-DCD4-4DF6-8EEB-7AA2079B70F3}" srcOrd="0" destOrd="0" presId="urn:microsoft.com/office/officeart/2005/8/layout/default"/>
    <dgm:cxn modelId="{9BCB55EB-E901-495D-889C-5C5DFC4ADD57}" srcId="{E11A23A4-D964-4EB3-BCCC-51921A2833D9}" destId="{FACA7736-9AEF-44FA-856E-E5359CE817E4}" srcOrd="1" destOrd="0" parTransId="{3443960A-EF95-4711-B607-3C6C19F5F068}" sibTransId="{711736A0-020B-4800-8344-F160AE055860}"/>
    <dgm:cxn modelId="{B91B31F5-B4FD-4152-94EF-E761C3EF9D31}" type="presOf" srcId="{FACA7736-9AEF-44FA-856E-E5359CE817E4}" destId="{C96689CE-4978-4A8B-BCE5-DDEA6A47DBA3}" srcOrd="0" destOrd="0" presId="urn:microsoft.com/office/officeart/2005/8/layout/default"/>
    <dgm:cxn modelId="{76893DB8-4287-4162-98A5-B884AFA6BA81}" type="presParOf" srcId="{D6E6057A-7E14-4806-895C-2B1A2D36504F}" destId="{D0F20224-0D9E-4079-86B3-30727E7BBE04}" srcOrd="0" destOrd="0" presId="urn:microsoft.com/office/officeart/2005/8/layout/default"/>
    <dgm:cxn modelId="{2D5D200D-0327-4E55-8700-836080C42D73}" type="presParOf" srcId="{D6E6057A-7E14-4806-895C-2B1A2D36504F}" destId="{683EF60D-E846-4FA9-AFB2-29EB8D16E5D6}" srcOrd="1" destOrd="0" presId="urn:microsoft.com/office/officeart/2005/8/layout/default"/>
    <dgm:cxn modelId="{41F54C41-0591-45F9-BCA5-98298F419C06}" type="presParOf" srcId="{D6E6057A-7E14-4806-895C-2B1A2D36504F}" destId="{C96689CE-4978-4A8B-BCE5-DDEA6A47DBA3}" srcOrd="2" destOrd="0" presId="urn:microsoft.com/office/officeart/2005/8/layout/default"/>
    <dgm:cxn modelId="{434B98A2-1032-4861-91F3-F445E4326B44}" type="presParOf" srcId="{D6E6057A-7E14-4806-895C-2B1A2D36504F}" destId="{CC9232A8-847A-4BC1-A2B5-4919AC12A0B6}" srcOrd="3" destOrd="0" presId="urn:microsoft.com/office/officeart/2005/8/layout/default"/>
    <dgm:cxn modelId="{A3A218FD-D2DE-4E8A-A251-27A416417731}" type="presParOf" srcId="{D6E6057A-7E14-4806-895C-2B1A2D36504F}" destId="{C6D5A785-DCD4-4DF6-8EEB-7AA2079B70F3}" srcOrd="4" destOrd="0" presId="urn:microsoft.com/office/officeart/2005/8/layout/default"/>
    <dgm:cxn modelId="{200C6E7B-3BCE-4B58-A6DB-FE9A31ACB0F0}" type="presParOf" srcId="{D6E6057A-7E14-4806-895C-2B1A2D36504F}" destId="{B25ED5F4-DF27-4D94-B5DC-027D41F7694F}" srcOrd="5" destOrd="0" presId="urn:microsoft.com/office/officeart/2005/8/layout/default"/>
    <dgm:cxn modelId="{D87EA8E2-0ABA-43E5-AE8B-B8E981BECAEB}" type="presParOf" srcId="{D6E6057A-7E14-4806-895C-2B1A2D36504F}" destId="{560043C1-17C6-477F-9C90-5449195BBEF7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2BF06BB-8C8A-4840-911A-83B8FDD5E31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FF316CF-6725-4DF5-8D4B-196DC2904C27}">
      <dgm:prSet/>
      <dgm:spPr/>
      <dgm:t>
        <a:bodyPr/>
        <a:lstStyle/>
        <a:p>
          <a:r>
            <a:rPr lang="en-US"/>
            <a:t>Confidentiality – prevent unauthorized access</a:t>
          </a:r>
        </a:p>
      </dgm:t>
    </dgm:pt>
    <dgm:pt modelId="{0E190506-4A1B-4B12-9C45-BBB2EB8ED3BD}" type="parTrans" cxnId="{F7575178-CF0E-4A26-A7EF-88CC2A743C90}">
      <dgm:prSet/>
      <dgm:spPr/>
      <dgm:t>
        <a:bodyPr/>
        <a:lstStyle/>
        <a:p>
          <a:endParaRPr lang="en-US"/>
        </a:p>
      </dgm:t>
    </dgm:pt>
    <dgm:pt modelId="{2B209A3C-2B22-4D4B-B8BF-E3928A065DEC}" type="sibTrans" cxnId="{F7575178-CF0E-4A26-A7EF-88CC2A743C90}">
      <dgm:prSet/>
      <dgm:spPr/>
      <dgm:t>
        <a:bodyPr/>
        <a:lstStyle/>
        <a:p>
          <a:endParaRPr lang="en-US"/>
        </a:p>
      </dgm:t>
    </dgm:pt>
    <dgm:pt modelId="{F401CE48-B681-45E7-BFE8-E01CED7D8163}">
      <dgm:prSet/>
      <dgm:spPr/>
      <dgm:t>
        <a:bodyPr/>
        <a:lstStyle/>
        <a:p>
          <a:r>
            <a:rPr lang="en-US"/>
            <a:t>Integrity – protect data accuracy and trust</a:t>
          </a:r>
        </a:p>
      </dgm:t>
    </dgm:pt>
    <dgm:pt modelId="{9EC42C8B-A19A-4E86-8694-7A9FF09F60EB}" type="parTrans" cxnId="{70AA1F10-88EB-4C80-B5CC-BB82485898B0}">
      <dgm:prSet/>
      <dgm:spPr/>
      <dgm:t>
        <a:bodyPr/>
        <a:lstStyle/>
        <a:p>
          <a:endParaRPr lang="en-US"/>
        </a:p>
      </dgm:t>
    </dgm:pt>
    <dgm:pt modelId="{8EC57236-EBF1-4747-8121-325C5DC29CC8}" type="sibTrans" cxnId="{70AA1F10-88EB-4C80-B5CC-BB82485898B0}">
      <dgm:prSet/>
      <dgm:spPr/>
      <dgm:t>
        <a:bodyPr/>
        <a:lstStyle/>
        <a:p>
          <a:endParaRPr lang="en-US"/>
        </a:p>
      </dgm:t>
    </dgm:pt>
    <dgm:pt modelId="{1D9BB4D1-276F-481D-BE7D-573263CC4459}">
      <dgm:prSet/>
      <dgm:spPr/>
      <dgm:t>
        <a:bodyPr/>
        <a:lstStyle/>
        <a:p>
          <a:r>
            <a:rPr lang="en-US"/>
            <a:t>Availability – ensure systems remain operational</a:t>
          </a:r>
        </a:p>
      </dgm:t>
    </dgm:pt>
    <dgm:pt modelId="{67E4B54A-A1B0-4086-9B8D-0C38AFE43F29}" type="parTrans" cxnId="{51F1EA31-AEB7-474E-B81D-783214C322E6}">
      <dgm:prSet/>
      <dgm:spPr/>
      <dgm:t>
        <a:bodyPr/>
        <a:lstStyle/>
        <a:p>
          <a:endParaRPr lang="en-US"/>
        </a:p>
      </dgm:t>
    </dgm:pt>
    <dgm:pt modelId="{33D53863-76F0-43DC-B8F2-6C1A8B4F04A2}" type="sibTrans" cxnId="{51F1EA31-AEB7-474E-B81D-783214C322E6}">
      <dgm:prSet/>
      <dgm:spPr/>
      <dgm:t>
        <a:bodyPr/>
        <a:lstStyle/>
        <a:p>
          <a:endParaRPr lang="en-US"/>
        </a:p>
      </dgm:t>
    </dgm:pt>
    <dgm:pt modelId="{305D4876-88B2-498E-97ED-1BB36D90F2B2}">
      <dgm:prSet/>
      <dgm:spPr/>
      <dgm:t>
        <a:bodyPr/>
        <a:lstStyle/>
        <a:p>
          <a:r>
            <a:rPr lang="en-US"/>
            <a:t>All security controls support one or more of these</a:t>
          </a:r>
        </a:p>
      </dgm:t>
    </dgm:pt>
    <dgm:pt modelId="{43521A10-96F8-4E09-98EB-C1DD61EAD267}" type="parTrans" cxnId="{6B23AF15-FB3F-40AC-8CB2-F7E374FFABDB}">
      <dgm:prSet/>
      <dgm:spPr/>
      <dgm:t>
        <a:bodyPr/>
        <a:lstStyle/>
        <a:p>
          <a:endParaRPr lang="en-US"/>
        </a:p>
      </dgm:t>
    </dgm:pt>
    <dgm:pt modelId="{256EA50D-4183-4B77-8020-9E7E72C40495}" type="sibTrans" cxnId="{6B23AF15-FB3F-40AC-8CB2-F7E374FFABDB}">
      <dgm:prSet/>
      <dgm:spPr/>
      <dgm:t>
        <a:bodyPr/>
        <a:lstStyle/>
        <a:p>
          <a:endParaRPr lang="en-US"/>
        </a:p>
      </dgm:t>
    </dgm:pt>
    <dgm:pt modelId="{CC67E07E-A371-4DF4-A60F-F9C00E88228F}" type="pres">
      <dgm:prSet presAssocID="{12BF06BB-8C8A-4840-911A-83B8FDD5E31B}" presName="matrix" presStyleCnt="0">
        <dgm:presLayoutVars>
          <dgm:chMax val="1"/>
          <dgm:dir/>
          <dgm:resizeHandles val="exact"/>
        </dgm:presLayoutVars>
      </dgm:prSet>
      <dgm:spPr/>
    </dgm:pt>
    <dgm:pt modelId="{E6E0942B-FEC7-46E5-A0DA-F45586BA206C}" type="pres">
      <dgm:prSet presAssocID="{12BF06BB-8C8A-4840-911A-83B8FDD5E31B}" presName="diamond" presStyleLbl="bgShp" presStyleIdx="0" presStyleCnt="1"/>
      <dgm:spPr/>
    </dgm:pt>
    <dgm:pt modelId="{4416BDBE-5870-4C2C-82FA-FFE8F829AD23}" type="pres">
      <dgm:prSet presAssocID="{12BF06BB-8C8A-4840-911A-83B8FDD5E31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A7C3F10-9007-4DFE-B7C4-673B5E282FD6}" type="pres">
      <dgm:prSet presAssocID="{12BF06BB-8C8A-4840-911A-83B8FDD5E31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1D4F111-3027-4802-A0EE-7D6945FBDD44}" type="pres">
      <dgm:prSet presAssocID="{12BF06BB-8C8A-4840-911A-83B8FDD5E31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EF5116F-FC0C-443C-9C57-7B8E4AA44822}" type="pres">
      <dgm:prSet presAssocID="{12BF06BB-8C8A-4840-911A-83B8FDD5E31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F114D04-E24E-4BC5-9A4C-7D94A06E8C2E}" type="presOf" srcId="{F401CE48-B681-45E7-BFE8-E01CED7D8163}" destId="{FA7C3F10-9007-4DFE-B7C4-673B5E282FD6}" srcOrd="0" destOrd="0" presId="urn:microsoft.com/office/officeart/2005/8/layout/matrix3"/>
    <dgm:cxn modelId="{DD42DE06-3485-40DB-A6F1-1260DF06D40E}" type="presOf" srcId="{12BF06BB-8C8A-4840-911A-83B8FDD5E31B}" destId="{CC67E07E-A371-4DF4-A60F-F9C00E88228F}" srcOrd="0" destOrd="0" presId="urn:microsoft.com/office/officeart/2005/8/layout/matrix3"/>
    <dgm:cxn modelId="{70AA1F10-88EB-4C80-B5CC-BB82485898B0}" srcId="{12BF06BB-8C8A-4840-911A-83B8FDD5E31B}" destId="{F401CE48-B681-45E7-BFE8-E01CED7D8163}" srcOrd="1" destOrd="0" parTransId="{9EC42C8B-A19A-4E86-8694-7A9FF09F60EB}" sibTransId="{8EC57236-EBF1-4747-8121-325C5DC29CC8}"/>
    <dgm:cxn modelId="{6B23AF15-FB3F-40AC-8CB2-F7E374FFABDB}" srcId="{12BF06BB-8C8A-4840-911A-83B8FDD5E31B}" destId="{305D4876-88B2-498E-97ED-1BB36D90F2B2}" srcOrd="3" destOrd="0" parTransId="{43521A10-96F8-4E09-98EB-C1DD61EAD267}" sibTransId="{256EA50D-4183-4B77-8020-9E7E72C40495}"/>
    <dgm:cxn modelId="{51F1EA31-AEB7-474E-B81D-783214C322E6}" srcId="{12BF06BB-8C8A-4840-911A-83B8FDD5E31B}" destId="{1D9BB4D1-276F-481D-BE7D-573263CC4459}" srcOrd="2" destOrd="0" parTransId="{67E4B54A-A1B0-4086-9B8D-0C38AFE43F29}" sibTransId="{33D53863-76F0-43DC-B8F2-6C1A8B4F04A2}"/>
    <dgm:cxn modelId="{1C09E95B-7B85-42A7-9483-50054447B7D8}" type="presOf" srcId="{1D9BB4D1-276F-481D-BE7D-573263CC4459}" destId="{81D4F111-3027-4802-A0EE-7D6945FBDD44}" srcOrd="0" destOrd="0" presId="urn:microsoft.com/office/officeart/2005/8/layout/matrix3"/>
    <dgm:cxn modelId="{F7575178-CF0E-4A26-A7EF-88CC2A743C90}" srcId="{12BF06BB-8C8A-4840-911A-83B8FDD5E31B}" destId="{AFF316CF-6725-4DF5-8D4B-196DC2904C27}" srcOrd="0" destOrd="0" parTransId="{0E190506-4A1B-4B12-9C45-BBB2EB8ED3BD}" sibTransId="{2B209A3C-2B22-4D4B-B8BF-E3928A065DEC}"/>
    <dgm:cxn modelId="{136532AE-38F0-4689-8669-E01097D25A68}" type="presOf" srcId="{305D4876-88B2-498E-97ED-1BB36D90F2B2}" destId="{0EF5116F-FC0C-443C-9C57-7B8E4AA44822}" srcOrd="0" destOrd="0" presId="urn:microsoft.com/office/officeart/2005/8/layout/matrix3"/>
    <dgm:cxn modelId="{247A2BBC-61ED-4120-B1D5-DD475C172100}" type="presOf" srcId="{AFF316CF-6725-4DF5-8D4B-196DC2904C27}" destId="{4416BDBE-5870-4C2C-82FA-FFE8F829AD23}" srcOrd="0" destOrd="0" presId="urn:microsoft.com/office/officeart/2005/8/layout/matrix3"/>
    <dgm:cxn modelId="{F507FCFF-408D-4212-BE7B-DD5B3DA1EC63}" type="presParOf" srcId="{CC67E07E-A371-4DF4-A60F-F9C00E88228F}" destId="{E6E0942B-FEC7-46E5-A0DA-F45586BA206C}" srcOrd="0" destOrd="0" presId="urn:microsoft.com/office/officeart/2005/8/layout/matrix3"/>
    <dgm:cxn modelId="{C52594EB-C348-40DB-B5D6-D56753DCCE2F}" type="presParOf" srcId="{CC67E07E-A371-4DF4-A60F-F9C00E88228F}" destId="{4416BDBE-5870-4C2C-82FA-FFE8F829AD23}" srcOrd="1" destOrd="0" presId="urn:microsoft.com/office/officeart/2005/8/layout/matrix3"/>
    <dgm:cxn modelId="{511EBD36-D569-4B8F-BDE6-85BB42C3F318}" type="presParOf" srcId="{CC67E07E-A371-4DF4-A60F-F9C00E88228F}" destId="{FA7C3F10-9007-4DFE-B7C4-673B5E282FD6}" srcOrd="2" destOrd="0" presId="urn:microsoft.com/office/officeart/2005/8/layout/matrix3"/>
    <dgm:cxn modelId="{B8EE5B2E-0E99-4D52-9FE6-FCDBDEE4BB8F}" type="presParOf" srcId="{CC67E07E-A371-4DF4-A60F-F9C00E88228F}" destId="{81D4F111-3027-4802-A0EE-7D6945FBDD44}" srcOrd="3" destOrd="0" presId="urn:microsoft.com/office/officeart/2005/8/layout/matrix3"/>
    <dgm:cxn modelId="{03CA87F2-2642-43C3-8930-AA1B1FDF12C3}" type="presParOf" srcId="{CC67E07E-A371-4DF4-A60F-F9C00E88228F}" destId="{0EF5116F-FC0C-443C-9C57-7B8E4AA4482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760F037-5D69-4BED-8D43-560DF4957B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52536B-15C7-47D5-A998-C91F949196BF}">
      <dgm:prSet/>
      <dgm:spPr/>
      <dgm:t>
        <a:bodyPr/>
        <a:lstStyle/>
        <a:p>
          <a:r>
            <a:rPr lang="en-US"/>
            <a:t>Network security</a:t>
          </a:r>
        </a:p>
      </dgm:t>
    </dgm:pt>
    <dgm:pt modelId="{FC148F4B-C39A-4922-AA7E-93E1A33277FA}" type="parTrans" cxnId="{FE079FF2-894E-40CB-83C0-0D1CAD3FA9B0}">
      <dgm:prSet/>
      <dgm:spPr/>
      <dgm:t>
        <a:bodyPr/>
        <a:lstStyle/>
        <a:p>
          <a:endParaRPr lang="en-US"/>
        </a:p>
      </dgm:t>
    </dgm:pt>
    <dgm:pt modelId="{D28B0337-816E-45C7-8B5D-5A6163337156}" type="sibTrans" cxnId="{FE079FF2-894E-40CB-83C0-0D1CAD3FA9B0}">
      <dgm:prSet/>
      <dgm:spPr/>
      <dgm:t>
        <a:bodyPr/>
        <a:lstStyle/>
        <a:p>
          <a:endParaRPr lang="en-US"/>
        </a:p>
      </dgm:t>
    </dgm:pt>
    <dgm:pt modelId="{FE3CBAE9-6CFE-4F23-A254-8BCD9972D05E}">
      <dgm:prSet/>
      <dgm:spPr/>
      <dgm:t>
        <a:bodyPr/>
        <a:lstStyle/>
        <a:p>
          <a:r>
            <a:rPr lang="en-US"/>
            <a:t>Application security</a:t>
          </a:r>
        </a:p>
      </dgm:t>
    </dgm:pt>
    <dgm:pt modelId="{09257F0C-D983-4A1A-80A9-590C92910C49}" type="parTrans" cxnId="{B89661CE-0427-4C93-A660-BB3FBC51BA9A}">
      <dgm:prSet/>
      <dgm:spPr/>
      <dgm:t>
        <a:bodyPr/>
        <a:lstStyle/>
        <a:p>
          <a:endParaRPr lang="en-US"/>
        </a:p>
      </dgm:t>
    </dgm:pt>
    <dgm:pt modelId="{562FF7D6-3F7D-4657-9112-3B9A6EA81124}" type="sibTrans" cxnId="{B89661CE-0427-4C93-A660-BB3FBC51BA9A}">
      <dgm:prSet/>
      <dgm:spPr/>
      <dgm:t>
        <a:bodyPr/>
        <a:lstStyle/>
        <a:p>
          <a:endParaRPr lang="en-US"/>
        </a:p>
      </dgm:t>
    </dgm:pt>
    <dgm:pt modelId="{26B94B73-1F8C-4CA2-A72B-B37B557C98E8}">
      <dgm:prSet/>
      <dgm:spPr/>
      <dgm:t>
        <a:bodyPr/>
        <a:lstStyle/>
        <a:p>
          <a:r>
            <a:rPr lang="en-US"/>
            <a:t>Cloud security</a:t>
          </a:r>
        </a:p>
      </dgm:t>
    </dgm:pt>
    <dgm:pt modelId="{962BA299-0B9F-4108-B627-084B7B71B9F5}" type="parTrans" cxnId="{CE74F750-A903-4AA0-A83D-135E8FD176BD}">
      <dgm:prSet/>
      <dgm:spPr/>
      <dgm:t>
        <a:bodyPr/>
        <a:lstStyle/>
        <a:p>
          <a:endParaRPr lang="en-US"/>
        </a:p>
      </dgm:t>
    </dgm:pt>
    <dgm:pt modelId="{C4B6577F-D4A6-4513-8D2B-CD7DD33520C5}" type="sibTrans" cxnId="{CE74F750-A903-4AA0-A83D-135E8FD176BD}">
      <dgm:prSet/>
      <dgm:spPr/>
      <dgm:t>
        <a:bodyPr/>
        <a:lstStyle/>
        <a:p>
          <a:endParaRPr lang="en-US"/>
        </a:p>
      </dgm:t>
    </dgm:pt>
    <dgm:pt modelId="{2862F60D-851E-4A90-8E51-DEF7CC0164B4}">
      <dgm:prSet/>
      <dgm:spPr/>
      <dgm:t>
        <a:bodyPr/>
        <a:lstStyle/>
        <a:p>
          <a:r>
            <a:rPr lang="en-US"/>
            <a:t>Identity and access management</a:t>
          </a:r>
        </a:p>
      </dgm:t>
    </dgm:pt>
    <dgm:pt modelId="{D79271D4-799C-470A-8F58-4C2C2F52699D}" type="parTrans" cxnId="{73FB16BD-D1C6-4919-B646-8D8ACD431523}">
      <dgm:prSet/>
      <dgm:spPr/>
      <dgm:t>
        <a:bodyPr/>
        <a:lstStyle/>
        <a:p>
          <a:endParaRPr lang="en-US"/>
        </a:p>
      </dgm:t>
    </dgm:pt>
    <dgm:pt modelId="{375B47FB-0E59-4930-B26E-84D664E447FF}" type="sibTrans" cxnId="{73FB16BD-D1C6-4919-B646-8D8ACD431523}">
      <dgm:prSet/>
      <dgm:spPr/>
      <dgm:t>
        <a:bodyPr/>
        <a:lstStyle/>
        <a:p>
          <a:endParaRPr lang="en-US"/>
        </a:p>
      </dgm:t>
    </dgm:pt>
    <dgm:pt modelId="{612F48B5-9A58-491B-BB25-528ADC37BB28}">
      <dgm:prSet/>
      <dgm:spPr/>
      <dgm:t>
        <a:bodyPr/>
        <a:lstStyle/>
        <a:p>
          <a:r>
            <a:rPr lang="en-US"/>
            <a:t>Endpoint security</a:t>
          </a:r>
        </a:p>
      </dgm:t>
    </dgm:pt>
    <dgm:pt modelId="{A6C7442C-009F-4FFC-83FF-BD4F90322854}" type="parTrans" cxnId="{9D273A1B-FFAE-4473-A684-2CB26B9BB89E}">
      <dgm:prSet/>
      <dgm:spPr/>
      <dgm:t>
        <a:bodyPr/>
        <a:lstStyle/>
        <a:p>
          <a:endParaRPr lang="en-US"/>
        </a:p>
      </dgm:t>
    </dgm:pt>
    <dgm:pt modelId="{FB67CFAB-7958-4B22-9BB4-FF021B5913B7}" type="sibTrans" cxnId="{9D273A1B-FFAE-4473-A684-2CB26B9BB89E}">
      <dgm:prSet/>
      <dgm:spPr/>
      <dgm:t>
        <a:bodyPr/>
        <a:lstStyle/>
        <a:p>
          <a:endParaRPr lang="en-US"/>
        </a:p>
      </dgm:t>
    </dgm:pt>
    <dgm:pt modelId="{92C10EFF-524D-4061-A264-668440CFC71D}">
      <dgm:prSet/>
      <dgm:spPr/>
      <dgm:t>
        <a:bodyPr/>
        <a:lstStyle/>
        <a:p>
          <a:r>
            <a:rPr lang="en-US"/>
            <a:t>Industrial Control Systems / OT security</a:t>
          </a:r>
        </a:p>
      </dgm:t>
    </dgm:pt>
    <dgm:pt modelId="{DB14C8F7-9B69-4FE1-B913-E700DECF7154}" type="parTrans" cxnId="{A13C0491-E2F7-4EBD-A6BB-6E66F9663040}">
      <dgm:prSet/>
      <dgm:spPr/>
      <dgm:t>
        <a:bodyPr/>
        <a:lstStyle/>
        <a:p>
          <a:endParaRPr lang="en-US"/>
        </a:p>
      </dgm:t>
    </dgm:pt>
    <dgm:pt modelId="{528F495B-0566-495B-9404-356096FF8E6E}" type="sibTrans" cxnId="{A13C0491-E2F7-4EBD-A6BB-6E66F9663040}">
      <dgm:prSet/>
      <dgm:spPr/>
      <dgm:t>
        <a:bodyPr/>
        <a:lstStyle/>
        <a:p>
          <a:endParaRPr lang="en-US"/>
        </a:p>
      </dgm:t>
    </dgm:pt>
    <dgm:pt modelId="{3EEF7F5F-92E7-4759-BEB6-7FCDDD0511FA}" type="pres">
      <dgm:prSet presAssocID="{E760F037-5D69-4BED-8D43-560DF4957B6C}" presName="root" presStyleCnt="0">
        <dgm:presLayoutVars>
          <dgm:dir/>
          <dgm:resizeHandles val="exact"/>
        </dgm:presLayoutVars>
      </dgm:prSet>
      <dgm:spPr/>
    </dgm:pt>
    <dgm:pt modelId="{D7333730-DEDE-4A68-AD51-E92590D702BC}" type="pres">
      <dgm:prSet presAssocID="{D052536B-15C7-47D5-A998-C91F949196BF}" presName="compNode" presStyleCnt="0"/>
      <dgm:spPr/>
    </dgm:pt>
    <dgm:pt modelId="{F0AC4B69-EC23-4149-8830-F22B5F8A646B}" type="pres">
      <dgm:prSet presAssocID="{D052536B-15C7-47D5-A998-C91F949196BF}" presName="bgRect" presStyleLbl="bgShp" presStyleIdx="0" presStyleCnt="6"/>
      <dgm:spPr/>
    </dgm:pt>
    <dgm:pt modelId="{378A97FC-EDBF-475D-8551-AEC9AA1F1316}" type="pres">
      <dgm:prSet presAssocID="{D052536B-15C7-47D5-A998-C91F949196BF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00C322B-FFCC-4E35-B364-C8E0705E0BD0}" type="pres">
      <dgm:prSet presAssocID="{D052536B-15C7-47D5-A998-C91F949196BF}" presName="spaceRect" presStyleCnt="0"/>
      <dgm:spPr/>
    </dgm:pt>
    <dgm:pt modelId="{56E6CBE9-666A-4A2D-8AC9-54C0E06F101B}" type="pres">
      <dgm:prSet presAssocID="{D052536B-15C7-47D5-A998-C91F949196BF}" presName="parTx" presStyleLbl="revTx" presStyleIdx="0" presStyleCnt="6">
        <dgm:presLayoutVars>
          <dgm:chMax val="0"/>
          <dgm:chPref val="0"/>
        </dgm:presLayoutVars>
      </dgm:prSet>
      <dgm:spPr/>
    </dgm:pt>
    <dgm:pt modelId="{62CCAEE1-A888-4C77-A3B4-D2FA3DC268C5}" type="pres">
      <dgm:prSet presAssocID="{D28B0337-816E-45C7-8B5D-5A6163337156}" presName="sibTrans" presStyleCnt="0"/>
      <dgm:spPr/>
    </dgm:pt>
    <dgm:pt modelId="{F43F2AFC-8AF8-4EAF-8EE7-BBDD5BBA45DA}" type="pres">
      <dgm:prSet presAssocID="{FE3CBAE9-6CFE-4F23-A254-8BCD9972D05E}" presName="compNode" presStyleCnt="0"/>
      <dgm:spPr/>
    </dgm:pt>
    <dgm:pt modelId="{39F5A441-6CF1-4796-84DE-A789B3E16D36}" type="pres">
      <dgm:prSet presAssocID="{FE3CBAE9-6CFE-4F23-A254-8BCD9972D05E}" presName="bgRect" presStyleLbl="bgShp" presStyleIdx="1" presStyleCnt="6"/>
      <dgm:spPr/>
    </dgm:pt>
    <dgm:pt modelId="{3DD6EB9D-9FBD-4471-8E69-355CFDCC8DDC}" type="pres">
      <dgm:prSet presAssocID="{FE3CBAE9-6CFE-4F23-A254-8BCD9972D05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8B5F3ED4-D017-418D-BD9B-7629547CC765}" type="pres">
      <dgm:prSet presAssocID="{FE3CBAE9-6CFE-4F23-A254-8BCD9972D05E}" presName="spaceRect" presStyleCnt="0"/>
      <dgm:spPr/>
    </dgm:pt>
    <dgm:pt modelId="{0281849E-86D8-4C87-A5A7-26CA1228D5C3}" type="pres">
      <dgm:prSet presAssocID="{FE3CBAE9-6CFE-4F23-A254-8BCD9972D05E}" presName="parTx" presStyleLbl="revTx" presStyleIdx="1" presStyleCnt="6">
        <dgm:presLayoutVars>
          <dgm:chMax val="0"/>
          <dgm:chPref val="0"/>
        </dgm:presLayoutVars>
      </dgm:prSet>
      <dgm:spPr/>
    </dgm:pt>
    <dgm:pt modelId="{EA995D59-0E39-453C-B677-3AC9B5695EE5}" type="pres">
      <dgm:prSet presAssocID="{562FF7D6-3F7D-4657-9112-3B9A6EA81124}" presName="sibTrans" presStyleCnt="0"/>
      <dgm:spPr/>
    </dgm:pt>
    <dgm:pt modelId="{3AE122B9-4B85-45F3-A1F9-4DBF81B9D30D}" type="pres">
      <dgm:prSet presAssocID="{26B94B73-1F8C-4CA2-A72B-B37B557C98E8}" presName="compNode" presStyleCnt="0"/>
      <dgm:spPr/>
    </dgm:pt>
    <dgm:pt modelId="{D560108E-6F82-4643-BCCC-75AAEFCCA96B}" type="pres">
      <dgm:prSet presAssocID="{26B94B73-1F8C-4CA2-A72B-B37B557C98E8}" presName="bgRect" presStyleLbl="bgShp" presStyleIdx="2" presStyleCnt="6"/>
      <dgm:spPr/>
    </dgm:pt>
    <dgm:pt modelId="{30DA1D49-AAF5-4DD5-9099-499B422D905D}" type="pres">
      <dgm:prSet presAssocID="{26B94B73-1F8C-4CA2-A72B-B37B557C98E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E2494792-F7A3-4A2A-9521-1081ECF5BA03}" type="pres">
      <dgm:prSet presAssocID="{26B94B73-1F8C-4CA2-A72B-B37B557C98E8}" presName="spaceRect" presStyleCnt="0"/>
      <dgm:spPr/>
    </dgm:pt>
    <dgm:pt modelId="{2E7D0A67-55FD-4687-874C-F415B3770155}" type="pres">
      <dgm:prSet presAssocID="{26B94B73-1F8C-4CA2-A72B-B37B557C98E8}" presName="parTx" presStyleLbl="revTx" presStyleIdx="2" presStyleCnt="6">
        <dgm:presLayoutVars>
          <dgm:chMax val="0"/>
          <dgm:chPref val="0"/>
        </dgm:presLayoutVars>
      </dgm:prSet>
      <dgm:spPr/>
    </dgm:pt>
    <dgm:pt modelId="{0FB4CF8A-D3D7-4BC7-BE8D-CE2FDAB3C9AC}" type="pres">
      <dgm:prSet presAssocID="{C4B6577F-D4A6-4513-8D2B-CD7DD33520C5}" presName="sibTrans" presStyleCnt="0"/>
      <dgm:spPr/>
    </dgm:pt>
    <dgm:pt modelId="{43B5470A-17A9-4FBD-8FB8-61F33E39D026}" type="pres">
      <dgm:prSet presAssocID="{2862F60D-851E-4A90-8E51-DEF7CC0164B4}" presName="compNode" presStyleCnt="0"/>
      <dgm:spPr/>
    </dgm:pt>
    <dgm:pt modelId="{AD78C299-75D7-40C5-8701-E8EFA1280B10}" type="pres">
      <dgm:prSet presAssocID="{2862F60D-851E-4A90-8E51-DEF7CC0164B4}" presName="bgRect" presStyleLbl="bgShp" presStyleIdx="3" presStyleCnt="6"/>
      <dgm:spPr/>
    </dgm:pt>
    <dgm:pt modelId="{6C1345B7-036A-4427-B7BC-F94A8D31033A}" type="pres">
      <dgm:prSet presAssocID="{2862F60D-851E-4A90-8E51-DEF7CC0164B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E7C1414E-91A6-4C69-80F7-6C5936DF3285}" type="pres">
      <dgm:prSet presAssocID="{2862F60D-851E-4A90-8E51-DEF7CC0164B4}" presName="spaceRect" presStyleCnt="0"/>
      <dgm:spPr/>
    </dgm:pt>
    <dgm:pt modelId="{BB2E2D32-B1A6-4AD7-995C-8BBA2C3ED06E}" type="pres">
      <dgm:prSet presAssocID="{2862F60D-851E-4A90-8E51-DEF7CC0164B4}" presName="parTx" presStyleLbl="revTx" presStyleIdx="3" presStyleCnt="6">
        <dgm:presLayoutVars>
          <dgm:chMax val="0"/>
          <dgm:chPref val="0"/>
        </dgm:presLayoutVars>
      </dgm:prSet>
      <dgm:spPr/>
    </dgm:pt>
    <dgm:pt modelId="{AA7E5EA3-54E3-498D-9E92-B0ADDDF75CF0}" type="pres">
      <dgm:prSet presAssocID="{375B47FB-0E59-4930-B26E-84D664E447FF}" presName="sibTrans" presStyleCnt="0"/>
      <dgm:spPr/>
    </dgm:pt>
    <dgm:pt modelId="{67AE3910-8FF7-4B04-8B63-88694A07F08C}" type="pres">
      <dgm:prSet presAssocID="{612F48B5-9A58-491B-BB25-528ADC37BB28}" presName="compNode" presStyleCnt="0"/>
      <dgm:spPr/>
    </dgm:pt>
    <dgm:pt modelId="{CD322D46-EE57-48D5-A866-57245BB6065C}" type="pres">
      <dgm:prSet presAssocID="{612F48B5-9A58-491B-BB25-528ADC37BB28}" presName="bgRect" presStyleLbl="bgShp" presStyleIdx="4" presStyleCnt="6"/>
      <dgm:spPr/>
    </dgm:pt>
    <dgm:pt modelId="{33178C24-62E9-464A-A061-E95600EEB68B}" type="pres">
      <dgm:prSet presAssocID="{612F48B5-9A58-491B-BB25-528ADC37BB2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E7DFD23-F6F1-4E91-B31E-CB97F8CFBC95}" type="pres">
      <dgm:prSet presAssocID="{612F48B5-9A58-491B-BB25-528ADC37BB28}" presName="spaceRect" presStyleCnt="0"/>
      <dgm:spPr/>
    </dgm:pt>
    <dgm:pt modelId="{41107D38-6F48-4D04-9AA0-239E6AAAB990}" type="pres">
      <dgm:prSet presAssocID="{612F48B5-9A58-491B-BB25-528ADC37BB28}" presName="parTx" presStyleLbl="revTx" presStyleIdx="4" presStyleCnt="6">
        <dgm:presLayoutVars>
          <dgm:chMax val="0"/>
          <dgm:chPref val="0"/>
        </dgm:presLayoutVars>
      </dgm:prSet>
      <dgm:spPr/>
    </dgm:pt>
    <dgm:pt modelId="{F2199237-A4DA-4A36-BC36-9D200F197818}" type="pres">
      <dgm:prSet presAssocID="{FB67CFAB-7958-4B22-9BB4-FF021B5913B7}" presName="sibTrans" presStyleCnt="0"/>
      <dgm:spPr/>
    </dgm:pt>
    <dgm:pt modelId="{4051B88B-CFCA-4E51-8D30-3BCE71AC731B}" type="pres">
      <dgm:prSet presAssocID="{92C10EFF-524D-4061-A264-668440CFC71D}" presName="compNode" presStyleCnt="0"/>
      <dgm:spPr/>
    </dgm:pt>
    <dgm:pt modelId="{D98B0D08-BC1E-4897-A26F-0940EFEC6167}" type="pres">
      <dgm:prSet presAssocID="{92C10EFF-524D-4061-A264-668440CFC71D}" presName="bgRect" presStyleLbl="bgShp" presStyleIdx="5" presStyleCnt="6"/>
      <dgm:spPr/>
    </dgm:pt>
    <dgm:pt modelId="{A071E2B4-DDAE-42A8-AEDD-5506B295BB59}" type="pres">
      <dgm:prSet presAssocID="{92C10EFF-524D-4061-A264-668440CFC71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71C824CC-F7E7-46BD-BB29-152229672F8C}" type="pres">
      <dgm:prSet presAssocID="{92C10EFF-524D-4061-A264-668440CFC71D}" presName="spaceRect" presStyleCnt="0"/>
      <dgm:spPr/>
    </dgm:pt>
    <dgm:pt modelId="{374275D5-D6DE-4C4C-B14F-1F952DE5AB0F}" type="pres">
      <dgm:prSet presAssocID="{92C10EFF-524D-4061-A264-668440CFC71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9D273A1B-FFAE-4473-A684-2CB26B9BB89E}" srcId="{E760F037-5D69-4BED-8D43-560DF4957B6C}" destId="{612F48B5-9A58-491B-BB25-528ADC37BB28}" srcOrd="4" destOrd="0" parTransId="{A6C7442C-009F-4FFC-83FF-BD4F90322854}" sibTransId="{FB67CFAB-7958-4B22-9BB4-FF021B5913B7}"/>
    <dgm:cxn modelId="{DB8FB535-093C-4BED-AD34-47D1DE992AE8}" type="presOf" srcId="{E760F037-5D69-4BED-8D43-560DF4957B6C}" destId="{3EEF7F5F-92E7-4759-BEB6-7FCDDD0511FA}" srcOrd="0" destOrd="0" presId="urn:microsoft.com/office/officeart/2018/2/layout/IconVerticalSolidList"/>
    <dgm:cxn modelId="{21D0905C-9373-4CCD-81F8-8BDAC9C10BAD}" type="presOf" srcId="{FE3CBAE9-6CFE-4F23-A254-8BCD9972D05E}" destId="{0281849E-86D8-4C87-A5A7-26CA1228D5C3}" srcOrd="0" destOrd="0" presId="urn:microsoft.com/office/officeart/2018/2/layout/IconVerticalSolidList"/>
    <dgm:cxn modelId="{CE74F750-A903-4AA0-A83D-135E8FD176BD}" srcId="{E760F037-5D69-4BED-8D43-560DF4957B6C}" destId="{26B94B73-1F8C-4CA2-A72B-B37B557C98E8}" srcOrd="2" destOrd="0" parTransId="{962BA299-0B9F-4108-B627-084B7B71B9F5}" sibTransId="{C4B6577F-D4A6-4513-8D2B-CD7DD33520C5}"/>
    <dgm:cxn modelId="{695DD57D-9B8A-4EBD-9122-B48A0F80DE39}" type="presOf" srcId="{2862F60D-851E-4A90-8E51-DEF7CC0164B4}" destId="{BB2E2D32-B1A6-4AD7-995C-8BBA2C3ED06E}" srcOrd="0" destOrd="0" presId="urn:microsoft.com/office/officeart/2018/2/layout/IconVerticalSolidList"/>
    <dgm:cxn modelId="{8B9EEA85-14DF-4DC7-BF9B-5CA2CCC150B5}" type="presOf" srcId="{26B94B73-1F8C-4CA2-A72B-B37B557C98E8}" destId="{2E7D0A67-55FD-4687-874C-F415B3770155}" srcOrd="0" destOrd="0" presId="urn:microsoft.com/office/officeart/2018/2/layout/IconVerticalSolidList"/>
    <dgm:cxn modelId="{A13C0491-E2F7-4EBD-A6BB-6E66F9663040}" srcId="{E760F037-5D69-4BED-8D43-560DF4957B6C}" destId="{92C10EFF-524D-4061-A264-668440CFC71D}" srcOrd="5" destOrd="0" parTransId="{DB14C8F7-9B69-4FE1-B913-E700DECF7154}" sibTransId="{528F495B-0566-495B-9404-356096FF8E6E}"/>
    <dgm:cxn modelId="{73FB16BD-D1C6-4919-B646-8D8ACD431523}" srcId="{E760F037-5D69-4BED-8D43-560DF4957B6C}" destId="{2862F60D-851E-4A90-8E51-DEF7CC0164B4}" srcOrd="3" destOrd="0" parTransId="{D79271D4-799C-470A-8F58-4C2C2F52699D}" sibTransId="{375B47FB-0E59-4930-B26E-84D664E447FF}"/>
    <dgm:cxn modelId="{D78261CA-932A-4DFD-9943-BFD2A4392C74}" type="presOf" srcId="{92C10EFF-524D-4061-A264-668440CFC71D}" destId="{374275D5-D6DE-4C4C-B14F-1F952DE5AB0F}" srcOrd="0" destOrd="0" presId="urn:microsoft.com/office/officeart/2018/2/layout/IconVerticalSolidList"/>
    <dgm:cxn modelId="{B89661CE-0427-4C93-A660-BB3FBC51BA9A}" srcId="{E760F037-5D69-4BED-8D43-560DF4957B6C}" destId="{FE3CBAE9-6CFE-4F23-A254-8BCD9972D05E}" srcOrd="1" destOrd="0" parTransId="{09257F0C-D983-4A1A-80A9-590C92910C49}" sibTransId="{562FF7D6-3F7D-4657-9112-3B9A6EA81124}"/>
    <dgm:cxn modelId="{75FCB1D1-6959-451B-86A7-472270CB8BF3}" type="presOf" srcId="{D052536B-15C7-47D5-A998-C91F949196BF}" destId="{56E6CBE9-666A-4A2D-8AC9-54C0E06F101B}" srcOrd="0" destOrd="0" presId="urn:microsoft.com/office/officeart/2018/2/layout/IconVerticalSolidList"/>
    <dgm:cxn modelId="{C483E0F0-6E54-44E3-8A54-117A4C68FF6D}" type="presOf" srcId="{612F48B5-9A58-491B-BB25-528ADC37BB28}" destId="{41107D38-6F48-4D04-9AA0-239E6AAAB990}" srcOrd="0" destOrd="0" presId="urn:microsoft.com/office/officeart/2018/2/layout/IconVerticalSolidList"/>
    <dgm:cxn modelId="{FE079FF2-894E-40CB-83C0-0D1CAD3FA9B0}" srcId="{E760F037-5D69-4BED-8D43-560DF4957B6C}" destId="{D052536B-15C7-47D5-A998-C91F949196BF}" srcOrd="0" destOrd="0" parTransId="{FC148F4B-C39A-4922-AA7E-93E1A33277FA}" sibTransId="{D28B0337-816E-45C7-8B5D-5A6163337156}"/>
    <dgm:cxn modelId="{14210922-5087-429B-A177-C32B1DBDDB38}" type="presParOf" srcId="{3EEF7F5F-92E7-4759-BEB6-7FCDDD0511FA}" destId="{D7333730-DEDE-4A68-AD51-E92590D702BC}" srcOrd="0" destOrd="0" presId="urn:microsoft.com/office/officeart/2018/2/layout/IconVerticalSolidList"/>
    <dgm:cxn modelId="{60D61C11-5E77-4071-8593-853B0A881E71}" type="presParOf" srcId="{D7333730-DEDE-4A68-AD51-E92590D702BC}" destId="{F0AC4B69-EC23-4149-8830-F22B5F8A646B}" srcOrd="0" destOrd="0" presId="urn:microsoft.com/office/officeart/2018/2/layout/IconVerticalSolidList"/>
    <dgm:cxn modelId="{0638DBF4-90B5-4A6E-A63A-A0B315E8225F}" type="presParOf" srcId="{D7333730-DEDE-4A68-AD51-E92590D702BC}" destId="{378A97FC-EDBF-475D-8551-AEC9AA1F1316}" srcOrd="1" destOrd="0" presId="urn:microsoft.com/office/officeart/2018/2/layout/IconVerticalSolidList"/>
    <dgm:cxn modelId="{74002D9B-1F46-4ADA-9FAF-DD7F3B2D7568}" type="presParOf" srcId="{D7333730-DEDE-4A68-AD51-E92590D702BC}" destId="{A00C322B-FFCC-4E35-B364-C8E0705E0BD0}" srcOrd="2" destOrd="0" presId="urn:microsoft.com/office/officeart/2018/2/layout/IconVerticalSolidList"/>
    <dgm:cxn modelId="{6A5FD4E9-D4BC-4042-AC0B-662CD65F2FE9}" type="presParOf" srcId="{D7333730-DEDE-4A68-AD51-E92590D702BC}" destId="{56E6CBE9-666A-4A2D-8AC9-54C0E06F101B}" srcOrd="3" destOrd="0" presId="urn:microsoft.com/office/officeart/2018/2/layout/IconVerticalSolidList"/>
    <dgm:cxn modelId="{AFFCFCC7-AD30-4564-A632-2989AEF59D54}" type="presParOf" srcId="{3EEF7F5F-92E7-4759-BEB6-7FCDDD0511FA}" destId="{62CCAEE1-A888-4C77-A3B4-D2FA3DC268C5}" srcOrd="1" destOrd="0" presId="urn:microsoft.com/office/officeart/2018/2/layout/IconVerticalSolidList"/>
    <dgm:cxn modelId="{66F0C0AA-CB73-4E80-AFCD-DD644C3CF095}" type="presParOf" srcId="{3EEF7F5F-92E7-4759-BEB6-7FCDDD0511FA}" destId="{F43F2AFC-8AF8-4EAF-8EE7-BBDD5BBA45DA}" srcOrd="2" destOrd="0" presId="urn:microsoft.com/office/officeart/2018/2/layout/IconVerticalSolidList"/>
    <dgm:cxn modelId="{F235D6E3-C5BF-482D-9440-23A8544DB67B}" type="presParOf" srcId="{F43F2AFC-8AF8-4EAF-8EE7-BBDD5BBA45DA}" destId="{39F5A441-6CF1-4796-84DE-A789B3E16D36}" srcOrd="0" destOrd="0" presId="urn:microsoft.com/office/officeart/2018/2/layout/IconVerticalSolidList"/>
    <dgm:cxn modelId="{C336163F-43D6-4762-A2E9-3A5DF77EDE8B}" type="presParOf" srcId="{F43F2AFC-8AF8-4EAF-8EE7-BBDD5BBA45DA}" destId="{3DD6EB9D-9FBD-4471-8E69-355CFDCC8DDC}" srcOrd="1" destOrd="0" presId="urn:microsoft.com/office/officeart/2018/2/layout/IconVerticalSolidList"/>
    <dgm:cxn modelId="{4776ED98-881D-4006-9E06-B13FE6958528}" type="presParOf" srcId="{F43F2AFC-8AF8-4EAF-8EE7-BBDD5BBA45DA}" destId="{8B5F3ED4-D017-418D-BD9B-7629547CC765}" srcOrd="2" destOrd="0" presId="urn:microsoft.com/office/officeart/2018/2/layout/IconVerticalSolidList"/>
    <dgm:cxn modelId="{4C428BF0-BBBF-499F-A1A8-A15E347BC698}" type="presParOf" srcId="{F43F2AFC-8AF8-4EAF-8EE7-BBDD5BBA45DA}" destId="{0281849E-86D8-4C87-A5A7-26CA1228D5C3}" srcOrd="3" destOrd="0" presId="urn:microsoft.com/office/officeart/2018/2/layout/IconVerticalSolidList"/>
    <dgm:cxn modelId="{70D914DD-870E-4638-BC3B-BB5E80661302}" type="presParOf" srcId="{3EEF7F5F-92E7-4759-BEB6-7FCDDD0511FA}" destId="{EA995D59-0E39-453C-B677-3AC9B5695EE5}" srcOrd="3" destOrd="0" presId="urn:microsoft.com/office/officeart/2018/2/layout/IconVerticalSolidList"/>
    <dgm:cxn modelId="{C08D5FF2-CE52-49BE-8DDD-0E90FEF9D109}" type="presParOf" srcId="{3EEF7F5F-92E7-4759-BEB6-7FCDDD0511FA}" destId="{3AE122B9-4B85-45F3-A1F9-4DBF81B9D30D}" srcOrd="4" destOrd="0" presId="urn:microsoft.com/office/officeart/2018/2/layout/IconVerticalSolidList"/>
    <dgm:cxn modelId="{C310DE1E-7A9D-4272-A758-849DC2BFE309}" type="presParOf" srcId="{3AE122B9-4B85-45F3-A1F9-4DBF81B9D30D}" destId="{D560108E-6F82-4643-BCCC-75AAEFCCA96B}" srcOrd="0" destOrd="0" presId="urn:microsoft.com/office/officeart/2018/2/layout/IconVerticalSolidList"/>
    <dgm:cxn modelId="{C4EB5CC0-A3AA-44EE-B44A-3CE2AF090DF3}" type="presParOf" srcId="{3AE122B9-4B85-45F3-A1F9-4DBF81B9D30D}" destId="{30DA1D49-AAF5-4DD5-9099-499B422D905D}" srcOrd="1" destOrd="0" presId="urn:microsoft.com/office/officeart/2018/2/layout/IconVerticalSolidList"/>
    <dgm:cxn modelId="{6DB4F82C-F675-44A6-A23B-FD9C7F84D999}" type="presParOf" srcId="{3AE122B9-4B85-45F3-A1F9-4DBF81B9D30D}" destId="{E2494792-F7A3-4A2A-9521-1081ECF5BA03}" srcOrd="2" destOrd="0" presId="urn:microsoft.com/office/officeart/2018/2/layout/IconVerticalSolidList"/>
    <dgm:cxn modelId="{24D63713-CCFC-4798-96F6-8462E71ED07A}" type="presParOf" srcId="{3AE122B9-4B85-45F3-A1F9-4DBF81B9D30D}" destId="{2E7D0A67-55FD-4687-874C-F415B3770155}" srcOrd="3" destOrd="0" presId="urn:microsoft.com/office/officeart/2018/2/layout/IconVerticalSolidList"/>
    <dgm:cxn modelId="{F4E89ACF-9795-4299-A1B6-D5FC1CD43F93}" type="presParOf" srcId="{3EEF7F5F-92E7-4759-BEB6-7FCDDD0511FA}" destId="{0FB4CF8A-D3D7-4BC7-BE8D-CE2FDAB3C9AC}" srcOrd="5" destOrd="0" presId="urn:microsoft.com/office/officeart/2018/2/layout/IconVerticalSolidList"/>
    <dgm:cxn modelId="{BCBBDE00-43F7-4C24-B29A-6D26604964C9}" type="presParOf" srcId="{3EEF7F5F-92E7-4759-BEB6-7FCDDD0511FA}" destId="{43B5470A-17A9-4FBD-8FB8-61F33E39D026}" srcOrd="6" destOrd="0" presId="urn:microsoft.com/office/officeart/2018/2/layout/IconVerticalSolidList"/>
    <dgm:cxn modelId="{1A9C6749-8877-45E4-9D53-238451A50A89}" type="presParOf" srcId="{43B5470A-17A9-4FBD-8FB8-61F33E39D026}" destId="{AD78C299-75D7-40C5-8701-E8EFA1280B10}" srcOrd="0" destOrd="0" presId="urn:microsoft.com/office/officeart/2018/2/layout/IconVerticalSolidList"/>
    <dgm:cxn modelId="{D480DF63-302C-4708-B59A-56AD70C62688}" type="presParOf" srcId="{43B5470A-17A9-4FBD-8FB8-61F33E39D026}" destId="{6C1345B7-036A-4427-B7BC-F94A8D31033A}" srcOrd="1" destOrd="0" presId="urn:microsoft.com/office/officeart/2018/2/layout/IconVerticalSolidList"/>
    <dgm:cxn modelId="{FC715FA2-834E-4B01-83C5-913070DD56D5}" type="presParOf" srcId="{43B5470A-17A9-4FBD-8FB8-61F33E39D026}" destId="{E7C1414E-91A6-4C69-80F7-6C5936DF3285}" srcOrd="2" destOrd="0" presId="urn:microsoft.com/office/officeart/2018/2/layout/IconVerticalSolidList"/>
    <dgm:cxn modelId="{37E75FCE-EFDC-4EF8-8BD1-6BEF88280AB2}" type="presParOf" srcId="{43B5470A-17A9-4FBD-8FB8-61F33E39D026}" destId="{BB2E2D32-B1A6-4AD7-995C-8BBA2C3ED06E}" srcOrd="3" destOrd="0" presId="urn:microsoft.com/office/officeart/2018/2/layout/IconVerticalSolidList"/>
    <dgm:cxn modelId="{D949DDA4-A685-46C7-A625-A874799AA5DB}" type="presParOf" srcId="{3EEF7F5F-92E7-4759-BEB6-7FCDDD0511FA}" destId="{AA7E5EA3-54E3-498D-9E92-B0ADDDF75CF0}" srcOrd="7" destOrd="0" presId="urn:microsoft.com/office/officeart/2018/2/layout/IconVerticalSolidList"/>
    <dgm:cxn modelId="{4970630E-6953-4F49-8257-BCB52B9FA1EA}" type="presParOf" srcId="{3EEF7F5F-92E7-4759-BEB6-7FCDDD0511FA}" destId="{67AE3910-8FF7-4B04-8B63-88694A07F08C}" srcOrd="8" destOrd="0" presId="urn:microsoft.com/office/officeart/2018/2/layout/IconVerticalSolidList"/>
    <dgm:cxn modelId="{5CD06CC7-565D-4390-BE78-5B33468FCF6F}" type="presParOf" srcId="{67AE3910-8FF7-4B04-8B63-88694A07F08C}" destId="{CD322D46-EE57-48D5-A866-57245BB6065C}" srcOrd="0" destOrd="0" presId="urn:microsoft.com/office/officeart/2018/2/layout/IconVerticalSolidList"/>
    <dgm:cxn modelId="{A994F463-702D-441B-90EA-BA970C3B3FBB}" type="presParOf" srcId="{67AE3910-8FF7-4B04-8B63-88694A07F08C}" destId="{33178C24-62E9-464A-A061-E95600EEB68B}" srcOrd="1" destOrd="0" presId="urn:microsoft.com/office/officeart/2018/2/layout/IconVerticalSolidList"/>
    <dgm:cxn modelId="{B2B3B953-D0C6-4462-8EFC-50EDD86D2C11}" type="presParOf" srcId="{67AE3910-8FF7-4B04-8B63-88694A07F08C}" destId="{EE7DFD23-F6F1-4E91-B31E-CB97F8CFBC95}" srcOrd="2" destOrd="0" presId="urn:microsoft.com/office/officeart/2018/2/layout/IconVerticalSolidList"/>
    <dgm:cxn modelId="{A4473DFE-5B43-4813-B5B7-47042FF70B0B}" type="presParOf" srcId="{67AE3910-8FF7-4B04-8B63-88694A07F08C}" destId="{41107D38-6F48-4D04-9AA0-239E6AAAB990}" srcOrd="3" destOrd="0" presId="urn:microsoft.com/office/officeart/2018/2/layout/IconVerticalSolidList"/>
    <dgm:cxn modelId="{F7B7FDB5-070D-422A-B1E8-FFB3BA37DDCD}" type="presParOf" srcId="{3EEF7F5F-92E7-4759-BEB6-7FCDDD0511FA}" destId="{F2199237-A4DA-4A36-BC36-9D200F197818}" srcOrd="9" destOrd="0" presId="urn:microsoft.com/office/officeart/2018/2/layout/IconVerticalSolidList"/>
    <dgm:cxn modelId="{31D8A301-B08B-4194-969A-F568ABCE1096}" type="presParOf" srcId="{3EEF7F5F-92E7-4759-BEB6-7FCDDD0511FA}" destId="{4051B88B-CFCA-4E51-8D30-3BCE71AC731B}" srcOrd="10" destOrd="0" presId="urn:microsoft.com/office/officeart/2018/2/layout/IconVerticalSolidList"/>
    <dgm:cxn modelId="{C0FEFBA4-9BED-44C6-A66B-CC0DC320C7A5}" type="presParOf" srcId="{4051B88B-CFCA-4E51-8D30-3BCE71AC731B}" destId="{D98B0D08-BC1E-4897-A26F-0940EFEC6167}" srcOrd="0" destOrd="0" presId="urn:microsoft.com/office/officeart/2018/2/layout/IconVerticalSolidList"/>
    <dgm:cxn modelId="{45DC9F6F-7032-4493-AB88-6CE82CC832EB}" type="presParOf" srcId="{4051B88B-CFCA-4E51-8D30-3BCE71AC731B}" destId="{A071E2B4-DDAE-42A8-AEDD-5506B295BB59}" srcOrd="1" destOrd="0" presId="urn:microsoft.com/office/officeart/2018/2/layout/IconVerticalSolidList"/>
    <dgm:cxn modelId="{3CA48219-C0AF-4F1A-B3C6-29EAA5738395}" type="presParOf" srcId="{4051B88B-CFCA-4E51-8D30-3BCE71AC731B}" destId="{71C824CC-F7E7-46BD-BB29-152229672F8C}" srcOrd="2" destOrd="0" presId="urn:microsoft.com/office/officeart/2018/2/layout/IconVerticalSolidList"/>
    <dgm:cxn modelId="{0B1A273D-18E7-475A-822D-88AACCB2E424}" type="presParOf" srcId="{4051B88B-CFCA-4E51-8D30-3BCE71AC731B}" destId="{374275D5-D6DE-4C4C-B14F-1F952DE5AB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7BECF66-4652-4291-9F7A-17E441E40A1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A33FC68-3F4E-4261-BA6B-13F05C42B89A}">
      <dgm:prSet/>
      <dgm:spPr/>
      <dgm:t>
        <a:bodyPr/>
        <a:lstStyle/>
        <a:p>
          <a:r>
            <a:rPr lang="en-US"/>
            <a:t>Security Operations Center (SOC)</a:t>
          </a:r>
        </a:p>
      </dgm:t>
    </dgm:pt>
    <dgm:pt modelId="{77154096-3D5F-4B98-A7CA-1A291EEDDAE6}" type="parTrans" cxnId="{10C7873A-420B-4656-8B64-E4A2A905B4A3}">
      <dgm:prSet/>
      <dgm:spPr/>
      <dgm:t>
        <a:bodyPr/>
        <a:lstStyle/>
        <a:p>
          <a:endParaRPr lang="en-US"/>
        </a:p>
      </dgm:t>
    </dgm:pt>
    <dgm:pt modelId="{C704E801-9446-442C-B70A-939E8A51BD00}" type="sibTrans" cxnId="{10C7873A-420B-4656-8B64-E4A2A905B4A3}">
      <dgm:prSet/>
      <dgm:spPr/>
      <dgm:t>
        <a:bodyPr/>
        <a:lstStyle/>
        <a:p>
          <a:endParaRPr lang="en-US"/>
        </a:p>
      </dgm:t>
    </dgm:pt>
    <dgm:pt modelId="{C28CF01F-B4E7-4061-9C22-ABE65164685D}">
      <dgm:prSet/>
      <dgm:spPr/>
      <dgm:t>
        <a:bodyPr/>
        <a:lstStyle/>
        <a:p>
          <a:r>
            <a:rPr lang="en-US"/>
            <a:t>Governance, Risk, and Compliance (GRC)</a:t>
          </a:r>
        </a:p>
      </dgm:t>
    </dgm:pt>
    <dgm:pt modelId="{427D1C11-1EAC-411B-8C20-A4F3166BAF7D}" type="parTrans" cxnId="{DCAF0D17-3CF2-4E82-B682-01452097510A}">
      <dgm:prSet/>
      <dgm:spPr/>
      <dgm:t>
        <a:bodyPr/>
        <a:lstStyle/>
        <a:p>
          <a:endParaRPr lang="en-US"/>
        </a:p>
      </dgm:t>
    </dgm:pt>
    <dgm:pt modelId="{532F8E55-2015-4ECA-87C1-B147EC8D51EA}" type="sibTrans" cxnId="{DCAF0D17-3CF2-4E82-B682-01452097510A}">
      <dgm:prSet/>
      <dgm:spPr/>
      <dgm:t>
        <a:bodyPr/>
        <a:lstStyle/>
        <a:p>
          <a:endParaRPr lang="en-US"/>
        </a:p>
      </dgm:t>
    </dgm:pt>
    <dgm:pt modelId="{2CA54B4B-372A-4898-B838-C31C6F0493CE}">
      <dgm:prSet/>
      <dgm:spPr/>
      <dgm:t>
        <a:bodyPr/>
        <a:lstStyle/>
        <a:p>
          <a:r>
            <a:rPr lang="en-US"/>
            <a:t>Penetration Testing / Ethical Hacking</a:t>
          </a:r>
        </a:p>
      </dgm:t>
    </dgm:pt>
    <dgm:pt modelId="{C3FA2957-3527-4E07-8628-14E502748AE2}" type="parTrans" cxnId="{244E274D-8851-4D87-9CD1-1D1223B9E58A}">
      <dgm:prSet/>
      <dgm:spPr/>
      <dgm:t>
        <a:bodyPr/>
        <a:lstStyle/>
        <a:p>
          <a:endParaRPr lang="en-US"/>
        </a:p>
      </dgm:t>
    </dgm:pt>
    <dgm:pt modelId="{A1871BAB-A2DB-4DC4-A395-0EE52B80E183}" type="sibTrans" cxnId="{244E274D-8851-4D87-9CD1-1D1223B9E58A}">
      <dgm:prSet/>
      <dgm:spPr/>
      <dgm:t>
        <a:bodyPr/>
        <a:lstStyle/>
        <a:p>
          <a:endParaRPr lang="en-US"/>
        </a:p>
      </dgm:t>
    </dgm:pt>
    <dgm:pt modelId="{68F49D00-D39A-46F1-B246-20ACD8DE4682}">
      <dgm:prSet/>
      <dgm:spPr/>
      <dgm:t>
        <a:bodyPr/>
        <a:lstStyle/>
        <a:p>
          <a:r>
            <a:rPr lang="en-US"/>
            <a:t>Red Team / Adversary Simulation</a:t>
          </a:r>
        </a:p>
      </dgm:t>
    </dgm:pt>
    <dgm:pt modelId="{45EDC4BA-32DE-4071-820B-1C25E403A729}" type="parTrans" cxnId="{B798D99E-D8E7-4AE6-99BA-0D468E9FD1B4}">
      <dgm:prSet/>
      <dgm:spPr/>
      <dgm:t>
        <a:bodyPr/>
        <a:lstStyle/>
        <a:p>
          <a:endParaRPr lang="en-US"/>
        </a:p>
      </dgm:t>
    </dgm:pt>
    <dgm:pt modelId="{6FC0A53C-84EA-4F0A-98B8-6437525872E4}" type="sibTrans" cxnId="{B798D99E-D8E7-4AE6-99BA-0D468E9FD1B4}">
      <dgm:prSet/>
      <dgm:spPr/>
      <dgm:t>
        <a:bodyPr/>
        <a:lstStyle/>
        <a:p>
          <a:endParaRPr lang="en-US"/>
        </a:p>
      </dgm:t>
    </dgm:pt>
    <dgm:pt modelId="{7FDFC081-9F2F-41D6-B805-57BD00614BE2}">
      <dgm:prSet/>
      <dgm:spPr/>
      <dgm:t>
        <a:bodyPr/>
        <a:lstStyle/>
        <a:p>
          <a:r>
            <a:rPr lang="en-US"/>
            <a:t>Cloud Security Engineering</a:t>
          </a:r>
        </a:p>
      </dgm:t>
    </dgm:pt>
    <dgm:pt modelId="{1C59539E-FF6C-4DE0-88E9-121DAA4FC651}" type="parTrans" cxnId="{DED1D811-9001-43D4-BCDB-C1AD942C82BC}">
      <dgm:prSet/>
      <dgm:spPr/>
      <dgm:t>
        <a:bodyPr/>
        <a:lstStyle/>
        <a:p>
          <a:endParaRPr lang="en-US"/>
        </a:p>
      </dgm:t>
    </dgm:pt>
    <dgm:pt modelId="{7CDABF81-F787-4948-9AA8-74B2F360FD41}" type="sibTrans" cxnId="{DED1D811-9001-43D4-BCDB-C1AD942C82BC}">
      <dgm:prSet/>
      <dgm:spPr/>
      <dgm:t>
        <a:bodyPr/>
        <a:lstStyle/>
        <a:p>
          <a:endParaRPr lang="en-US"/>
        </a:p>
      </dgm:t>
    </dgm:pt>
    <dgm:pt modelId="{A90A96E6-5983-4C45-9CEC-88DCAF59EBEE}">
      <dgm:prSet/>
      <dgm:spPr/>
      <dgm:t>
        <a:bodyPr/>
        <a:lstStyle/>
        <a:p>
          <a:r>
            <a:rPr lang="en-US"/>
            <a:t>Digital Forensics &amp; Incident Response (DFIR)</a:t>
          </a:r>
        </a:p>
      </dgm:t>
    </dgm:pt>
    <dgm:pt modelId="{57395661-FDF0-4BA5-82CD-3148981DD064}" type="parTrans" cxnId="{CD7C58F9-B1CF-4877-A557-D252EC6A1F1D}">
      <dgm:prSet/>
      <dgm:spPr/>
      <dgm:t>
        <a:bodyPr/>
        <a:lstStyle/>
        <a:p>
          <a:endParaRPr lang="en-US"/>
        </a:p>
      </dgm:t>
    </dgm:pt>
    <dgm:pt modelId="{72C98535-0736-4B7C-8AFA-636B3A7265BE}" type="sibTrans" cxnId="{CD7C58F9-B1CF-4877-A557-D252EC6A1F1D}">
      <dgm:prSet/>
      <dgm:spPr/>
      <dgm:t>
        <a:bodyPr/>
        <a:lstStyle/>
        <a:p>
          <a:endParaRPr lang="en-US"/>
        </a:p>
      </dgm:t>
    </dgm:pt>
    <dgm:pt modelId="{CE7DBB59-F3BA-4131-B8D8-6A6F7B4FCA75}">
      <dgm:prSet/>
      <dgm:spPr/>
      <dgm:t>
        <a:bodyPr/>
        <a:lstStyle/>
        <a:p>
          <a:r>
            <a:rPr lang="en-US"/>
            <a:t>ICS / OT Security</a:t>
          </a:r>
        </a:p>
      </dgm:t>
    </dgm:pt>
    <dgm:pt modelId="{2455B4A9-799D-44D7-AA96-272DF84C3E79}" type="parTrans" cxnId="{39BA0C81-E2E8-4492-A81F-FADE18B853CD}">
      <dgm:prSet/>
      <dgm:spPr/>
      <dgm:t>
        <a:bodyPr/>
        <a:lstStyle/>
        <a:p>
          <a:endParaRPr lang="en-US"/>
        </a:p>
      </dgm:t>
    </dgm:pt>
    <dgm:pt modelId="{2F3DC4B8-AEB6-4672-904F-27561EE55761}" type="sibTrans" cxnId="{39BA0C81-E2E8-4492-A81F-FADE18B853CD}">
      <dgm:prSet/>
      <dgm:spPr/>
      <dgm:t>
        <a:bodyPr/>
        <a:lstStyle/>
        <a:p>
          <a:endParaRPr lang="en-US"/>
        </a:p>
      </dgm:t>
    </dgm:pt>
    <dgm:pt modelId="{0C54D025-1172-49FB-88DB-88E3FAA6EC1F}" type="pres">
      <dgm:prSet presAssocID="{B7BECF66-4652-4291-9F7A-17E441E40A16}" presName="diagram" presStyleCnt="0">
        <dgm:presLayoutVars>
          <dgm:dir/>
          <dgm:resizeHandles val="exact"/>
        </dgm:presLayoutVars>
      </dgm:prSet>
      <dgm:spPr/>
    </dgm:pt>
    <dgm:pt modelId="{7C9514EF-0222-423F-9247-9F5A57CF619D}" type="pres">
      <dgm:prSet presAssocID="{FA33FC68-3F4E-4261-BA6B-13F05C42B89A}" presName="node" presStyleLbl="node1" presStyleIdx="0" presStyleCnt="7">
        <dgm:presLayoutVars>
          <dgm:bulletEnabled val="1"/>
        </dgm:presLayoutVars>
      </dgm:prSet>
      <dgm:spPr/>
    </dgm:pt>
    <dgm:pt modelId="{7755526A-DA4E-4AFF-A56B-7063CF481C3A}" type="pres">
      <dgm:prSet presAssocID="{C704E801-9446-442C-B70A-939E8A51BD00}" presName="sibTrans" presStyleCnt="0"/>
      <dgm:spPr/>
    </dgm:pt>
    <dgm:pt modelId="{D9DD248E-C4CD-4D6A-BCA4-B96852B9D929}" type="pres">
      <dgm:prSet presAssocID="{C28CF01F-B4E7-4061-9C22-ABE65164685D}" presName="node" presStyleLbl="node1" presStyleIdx="1" presStyleCnt="7">
        <dgm:presLayoutVars>
          <dgm:bulletEnabled val="1"/>
        </dgm:presLayoutVars>
      </dgm:prSet>
      <dgm:spPr/>
    </dgm:pt>
    <dgm:pt modelId="{EAD170A6-314B-45DB-8134-C67B3DEBEEFE}" type="pres">
      <dgm:prSet presAssocID="{532F8E55-2015-4ECA-87C1-B147EC8D51EA}" presName="sibTrans" presStyleCnt="0"/>
      <dgm:spPr/>
    </dgm:pt>
    <dgm:pt modelId="{BA380BB7-6558-4CB2-BF9A-7662C939CD47}" type="pres">
      <dgm:prSet presAssocID="{2CA54B4B-372A-4898-B838-C31C6F0493CE}" presName="node" presStyleLbl="node1" presStyleIdx="2" presStyleCnt="7">
        <dgm:presLayoutVars>
          <dgm:bulletEnabled val="1"/>
        </dgm:presLayoutVars>
      </dgm:prSet>
      <dgm:spPr/>
    </dgm:pt>
    <dgm:pt modelId="{20E8D756-96CD-4111-8935-1C02FC5A654B}" type="pres">
      <dgm:prSet presAssocID="{A1871BAB-A2DB-4DC4-A395-0EE52B80E183}" presName="sibTrans" presStyleCnt="0"/>
      <dgm:spPr/>
    </dgm:pt>
    <dgm:pt modelId="{16245BB0-F0AE-43DC-8CE9-06A155915B1A}" type="pres">
      <dgm:prSet presAssocID="{68F49D00-D39A-46F1-B246-20ACD8DE4682}" presName="node" presStyleLbl="node1" presStyleIdx="3" presStyleCnt="7">
        <dgm:presLayoutVars>
          <dgm:bulletEnabled val="1"/>
        </dgm:presLayoutVars>
      </dgm:prSet>
      <dgm:spPr/>
    </dgm:pt>
    <dgm:pt modelId="{0D85D789-CF28-4B1B-8816-4D8DBFFE910C}" type="pres">
      <dgm:prSet presAssocID="{6FC0A53C-84EA-4F0A-98B8-6437525872E4}" presName="sibTrans" presStyleCnt="0"/>
      <dgm:spPr/>
    </dgm:pt>
    <dgm:pt modelId="{D3F5881B-E417-4D65-9603-62AE7C6A1B0E}" type="pres">
      <dgm:prSet presAssocID="{7FDFC081-9F2F-41D6-B805-57BD00614BE2}" presName="node" presStyleLbl="node1" presStyleIdx="4" presStyleCnt="7">
        <dgm:presLayoutVars>
          <dgm:bulletEnabled val="1"/>
        </dgm:presLayoutVars>
      </dgm:prSet>
      <dgm:spPr/>
    </dgm:pt>
    <dgm:pt modelId="{2078753D-36C8-4A5A-A1D0-309FB85CC1DD}" type="pres">
      <dgm:prSet presAssocID="{7CDABF81-F787-4948-9AA8-74B2F360FD41}" presName="sibTrans" presStyleCnt="0"/>
      <dgm:spPr/>
    </dgm:pt>
    <dgm:pt modelId="{66D9A420-73AE-438A-B28D-BD2B8BF826BB}" type="pres">
      <dgm:prSet presAssocID="{A90A96E6-5983-4C45-9CEC-88DCAF59EBEE}" presName="node" presStyleLbl="node1" presStyleIdx="5" presStyleCnt="7">
        <dgm:presLayoutVars>
          <dgm:bulletEnabled val="1"/>
        </dgm:presLayoutVars>
      </dgm:prSet>
      <dgm:spPr/>
    </dgm:pt>
    <dgm:pt modelId="{16D6C8D2-C915-46ED-8E3C-86C4FD0E80BB}" type="pres">
      <dgm:prSet presAssocID="{72C98535-0736-4B7C-8AFA-636B3A7265BE}" presName="sibTrans" presStyleCnt="0"/>
      <dgm:spPr/>
    </dgm:pt>
    <dgm:pt modelId="{0DFEA578-AE5B-49F9-A5E8-9315FA040C2F}" type="pres">
      <dgm:prSet presAssocID="{CE7DBB59-F3BA-4131-B8D8-6A6F7B4FCA75}" presName="node" presStyleLbl="node1" presStyleIdx="6" presStyleCnt="7">
        <dgm:presLayoutVars>
          <dgm:bulletEnabled val="1"/>
        </dgm:presLayoutVars>
      </dgm:prSet>
      <dgm:spPr/>
    </dgm:pt>
  </dgm:ptLst>
  <dgm:cxnLst>
    <dgm:cxn modelId="{DED1D811-9001-43D4-BCDB-C1AD942C82BC}" srcId="{B7BECF66-4652-4291-9F7A-17E441E40A16}" destId="{7FDFC081-9F2F-41D6-B805-57BD00614BE2}" srcOrd="4" destOrd="0" parTransId="{1C59539E-FF6C-4DE0-88E9-121DAA4FC651}" sibTransId="{7CDABF81-F787-4948-9AA8-74B2F360FD41}"/>
    <dgm:cxn modelId="{DCAF0D17-3CF2-4E82-B682-01452097510A}" srcId="{B7BECF66-4652-4291-9F7A-17E441E40A16}" destId="{C28CF01F-B4E7-4061-9C22-ABE65164685D}" srcOrd="1" destOrd="0" parTransId="{427D1C11-1EAC-411B-8C20-A4F3166BAF7D}" sibTransId="{532F8E55-2015-4ECA-87C1-B147EC8D51EA}"/>
    <dgm:cxn modelId="{BC90642E-434D-446C-AC84-6AA70D5EFB53}" type="presOf" srcId="{7FDFC081-9F2F-41D6-B805-57BD00614BE2}" destId="{D3F5881B-E417-4D65-9603-62AE7C6A1B0E}" srcOrd="0" destOrd="0" presId="urn:microsoft.com/office/officeart/2005/8/layout/default"/>
    <dgm:cxn modelId="{10C7873A-420B-4656-8B64-E4A2A905B4A3}" srcId="{B7BECF66-4652-4291-9F7A-17E441E40A16}" destId="{FA33FC68-3F4E-4261-BA6B-13F05C42B89A}" srcOrd="0" destOrd="0" parTransId="{77154096-3D5F-4B98-A7CA-1A291EEDDAE6}" sibTransId="{C704E801-9446-442C-B70A-939E8A51BD00}"/>
    <dgm:cxn modelId="{17B3E13A-0A86-471D-A655-3CA00F91B120}" type="presOf" srcId="{B7BECF66-4652-4291-9F7A-17E441E40A16}" destId="{0C54D025-1172-49FB-88DB-88E3FAA6EC1F}" srcOrd="0" destOrd="0" presId="urn:microsoft.com/office/officeart/2005/8/layout/default"/>
    <dgm:cxn modelId="{7C790843-B3EB-425E-B86A-5EDC084CAA2A}" type="presOf" srcId="{A90A96E6-5983-4C45-9CEC-88DCAF59EBEE}" destId="{66D9A420-73AE-438A-B28D-BD2B8BF826BB}" srcOrd="0" destOrd="0" presId="urn:microsoft.com/office/officeart/2005/8/layout/default"/>
    <dgm:cxn modelId="{244E274D-8851-4D87-9CD1-1D1223B9E58A}" srcId="{B7BECF66-4652-4291-9F7A-17E441E40A16}" destId="{2CA54B4B-372A-4898-B838-C31C6F0493CE}" srcOrd="2" destOrd="0" parTransId="{C3FA2957-3527-4E07-8628-14E502748AE2}" sibTransId="{A1871BAB-A2DB-4DC4-A395-0EE52B80E183}"/>
    <dgm:cxn modelId="{39BA0C81-E2E8-4492-A81F-FADE18B853CD}" srcId="{B7BECF66-4652-4291-9F7A-17E441E40A16}" destId="{CE7DBB59-F3BA-4131-B8D8-6A6F7B4FCA75}" srcOrd="6" destOrd="0" parTransId="{2455B4A9-799D-44D7-AA96-272DF84C3E79}" sibTransId="{2F3DC4B8-AEB6-4672-904F-27561EE55761}"/>
    <dgm:cxn modelId="{6BCAC19C-40CB-45B4-AE06-DA2A7735EA2D}" type="presOf" srcId="{2CA54B4B-372A-4898-B838-C31C6F0493CE}" destId="{BA380BB7-6558-4CB2-BF9A-7662C939CD47}" srcOrd="0" destOrd="0" presId="urn:microsoft.com/office/officeart/2005/8/layout/default"/>
    <dgm:cxn modelId="{B798D99E-D8E7-4AE6-99BA-0D468E9FD1B4}" srcId="{B7BECF66-4652-4291-9F7A-17E441E40A16}" destId="{68F49D00-D39A-46F1-B246-20ACD8DE4682}" srcOrd="3" destOrd="0" parTransId="{45EDC4BA-32DE-4071-820B-1C25E403A729}" sibTransId="{6FC0A53C-84EA-4F0A-98B8-6437525872E4}"/>
    <dgm:cxn modelId="{87A2DCA8-A5F4-4D09-AD10-448C72852704}" type="presOf" srcId="{C28CF01F-B4E7-4061-9C22-ABE65164685D}" destId="{D9DD248E-C4CD-4D6A-BCA4-B96852B9D929}" srcOrd="0" destOrd="0" presId="urn:microsoft.com/office/officeart/2005/8/layout/default"/>
    <dgm:cxn modelId="{F99C4AB1-E5E4-4CB9-9B5D-29BB8B4581D9}" type="presOf" srcId="{FA33FC68-3F4E-4261-BA6B-13F05C42B89A}" destId="{7C9514EF-0222-423F-9247-9F5A57CF619D}" srcOrd="0" destOrd="0" presId="urn:microsoft.com/office/officeart/2005/8/layout/default"/>
    <dgm:cxn modelId="{F108DFC6-116E-4B18-B7F9-CE77CDE8E7B8}" type="presOf" srcId="{CE7DBB59-F3BA-4131-B8D8-6A6F7B4FCA75}" destId="{0DFEA578-AE5B-49F9-A5E8-9315FA040C2F}" srcOrd="0" destOrd="0" presId="urn:microsoft.com/office/officeart/2005/8/layout/default"/>
    <dgm:cxn modelId="{86EE3EC9-A435-4D60-90BA-26A0511A0A4D}" type="presOf" srcId="{68F49D00-D39A-46F1-B246-20ACD8DE4682}" destId="{16245BB0-F0AE-43DC-8CE9-06A155915B1A}" srcOrd="0" destOrd="0" presId="urn:microsoft.com/office/officeart/2005/8/layout/default"/>
    <dgm:cxn modelId="{CD7C58F9-B1CF-4877-A557-D252EC6A1F1D}" srcId="{B7BECF66-4652-4291-9F7A-17E441E40A16}" destId="{A90A96E6-5983-4C45-9CEC-88DCAF59EBEE}" srcOrd="5" destOrd="0" parTransId="{57395661-FDF0-4BA5-82CD-3148981DD064}" sibTransId="{72C98535-0736-4B7C-8AFA-636B3A7265BE}"/>
    <dgm:cxn modelId="{0DBA7909-CC57-4D93-B5F9-0488E062737D}" type="presParOf" srcId="{0C54D025-1172-49FB-88DB-88E3FAA6EC1F}" destId="{7C9514EF-0222-423F-9247-9F5A57CF619D}" srcOrd="0" destOrd="0" presId="urn:microsoft.com/office/officeart/2005/8/layout/default"/>
    <dgm:cxn modelId="{E9233753-0944-470C-8662-E150958972F1}" type="presParOf" srcId="{0C54D025-1172-49FB-88DB-88E3FAA6EC1F}" destId="{7755526A-DA4E-4AFF-A56B-7063CF481C3A}" srcOrd="1" destOrd="0" presId="urn:microsoft.com/office/officeart/2005/8/layout/default"/>
    <dgm:cxn modelId="{DB3CB1D0-C97E-4A21-ACD0-B3A542E4672B}" type="presParOf" srcId="{0C54D025-1172-49FB-88DB-88E3FAA6EC1F}" destId="{D9DD248E-C4CD-4D6A-BCA4-B96852B9D929}" srcOrd="2" destOrd="0" presId="urn:microsoft.com/office/officeart/2005/8/layout/default"/>
    <dgm:cxn modelId="{64110A5D-012C-43F3-8961-5D060A7CC1A2}" type="presParOf" srcId="{0C54D025-1172-49FB-88DB-88E3FAA6EC1F}" destId="{EAD170A6-314B-45DB-8134-C67B3DEBEEFE}" srcOrd="3" destOrd="0" presId="urn:microsoft.com/office/officeart/2005/8/layout/default"/>
    <dgm:cxn modelId="{85DEE1EA-A8C9-461D-9D12-FD6E6D388934}" type="presParOf" srcId="{0C54D025-1172-49FB-88DB-88E3FAA6EC1F}" destId="{BA380BB7-6558-4CB2-BF9A-7662C939CD47}" srcOrd="4" destOrd="0" presId="urn:microsoft.com/office/officeart/2005/8/layout/default"/>
    <dgm:cxn modelId="{49F109A1-2AD6-4256-8C25-6A8CD0273D4C}" type="presParOf" srcId="{0C54D025-1172-49FB-88DB-88E3FAA6EC1F}" destId="{20E8D756-96CD-4111-8935-1C02FC5A654B}" srcOrd="5" destOrd="0" presId="urn:microsoft.com/office/officeart/2005/8/layout/default"/>
    <dgm:cxn modelId="{82AF6A19-96AA-40AC-9895-668149780A93}" type="presParOf" srcId="{0C54D025-1172-49FB-88DB-88E3FAA6EC1F}" destId="{16245BB0-F0AE-43DC-8CE9-06A155915B1A}" srcOrd="6" destOrd="0" presId="urn:microsoft.com/office/officeart/2005/8/layout/default"/>
    <dgm:cxn modelId="{7616EF85-41B7-404A-BBFD-D94339AB21A8}" type="presParOf" srcId="{0C54D025-1172-49FB-88DB-88E3FAA6EC1F}" destId="{0D85D789-CF28-4B1B-8816-4D8DBFFE910C}" srcOrd="7" destOrd="0" presId="urn:microsoft.com/office/officeart/2005/8/layout/default"/>
    <dgm:cxn modelId="{0F0EFB41-50C4-49CD-9A11-7C4C2FEA5F17}" type="presParOf" srcId="{0C54D025-1172-49FB-88DB-88E3FAA6EC1F}" destId="{D3F5881B-E417-4D65-9603-62AE7C6A1B0E}" srcOrd="8" destOrd="0" presId="urn:microsoft.com/office/officeart/2005/8/layout/default"/>
    <dgm:cxn modelId="{3C23A068-8B25-4B0A-98C8-09530EDB5D0F}" type="presParOf" srcId="{0C54D025-1172-49FB-88DB-88E3FAA6EC1F}" destId="{2078753D-36C8-4A5A-A1D0-309FB85CC1DD}" srcOrd="9" destOrd="0" presId="urn:microsoft.com/office/officeart/2005/8/layout/default"/>
    <dgm:cxn modelId="{67C72D13-5419-45D6-99F2-92C711066851}" type="presParOf" srcId="{0C54D025-1172-49FB-88DB-88E3FAA6EC1F}" destId="{66D9A420-73AE-438A-B28D-BD2B8BF826BB}" srcOrd="10" destOrd="0" presId="urn:microsoft.com/office/officeart/2005/8/layout/default"/>
    <dgm:cxn modelId="{290B006A-6973-4CEB-8605-BB2376DB6790}" type="presParOf" srcId="{0C54D025-1172-49FB-88DB-88E3FAA6EC1F}" destId="{16D6C8D2-C915-46ED-8E3C-86C4FD0E80BB}" srcOrd="11" destOrd="0" presId="urn:microsoft.com/office/officeart/2005/8/layout/default"/>
    <dgm:cxn modelId="{D2A1E9F6-9C56-47AF-856B-B5FEBA88E86B}" type="presParOf" srcId="{0C54D025-1172-49FB-88DB-88E3FAA6EC1F}" destId="{0DFEA578-AE5B-49F9-A5E8-9315FA040C2F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4D3C41AA-0567-446B-BA20-8AC05A91FF0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613388-DDF2-430C-9C74-1101CB040759}">
      <dgm:prSet/>
      <dgm:spPr/>
      <dgm:t>
        <a:bodyPr/>
        <a:lstStyle/>
        <a:p>
          <a:r>
            <a:rPr lang="en-US"/>
            <a:t>Build strong technical fundamentals</a:t>
          </a:r>
        </a:p>
      </dgm:t>
    </dgm:pt>
    <dgm:pt modelId="{9CEC11C9-1F71-4D09-A873-A903B94BEB3E}" type="parTrans" cxnId="{F6F3044D-908C-46A2-B853-B586779E32E9}">
      <dgm:prSet/>
      <dgm:spPr/>
      <dgm:t>
        <a:bodyPr/>
        <a:lstStyle/>
        <a:p>
          <a:endParaRPr lang="en-US"/>
        </a:p>
      </dgm:t>
    </dgm:pt>
    <dgm:pt modelId="{1728848D-4C2D-44A7-AE4D-D267F7EE5F11}" type="sibTrans" cxnId="{F6F3044D-908C-46A2-B853-B586779E32E9}">
      <dgm:prSet/>
      <dgm:spPr/>
      <dgm:t>
        <a:bodyPr/>
        <a:lstStyle/>
        <a:p>
          <a:endParaRPr lang="en-US"/>
        </a:p>
      </dgm:t>
    </dgm:pt>
    <dgm:pt modelId="{879A2694-5DD9-4176-8F81-1D8283BB149A}">
      <dgm:prSet/>
      <dgm:spPr/>
      <dgm:t>
        <a:bodyPr/>
        <a:lstStyle/>
        <a:p>
          <a:r>
            <a:rPr lang="en-US"/>
            <a:t>Practice in labs and cyber ranges</a:t>
          </a:r>
        </a:p>
      </dgm:t>
    </dgm:pt>
    <dgm:pt modelId="{CD5E3FD7-6F01-4CF5-96C2-F4A4ED72E421}" type="parTrans" cxnId="{D5BB784E-BD7F-4566-A5F0-234DCCA7E8DC}">
      <dgm:prSet/>
      <dgm:spPr/>
      <dgm:t>
        <a:bodyPr/>
        <a:lstStyle/>
        <a:p>
          <a:endParaRPr lang="en-US"/>
        </a:p>
      </dgm:t>
    </dgm:pt>
    <dgm:pt modelId="{E555AB21-EDFD-4A9A-B8D7-C014DDFF07DE}" type="sibTrans" cxnId="{D5BB784E-BD7F-4566-A5F0-234DCCA7E8DC}">
      <dgm:prSet/>
      <dgm:spPr/>
      <dgm:t>
        <a:bodyPr/>
        <a:lstStyle/>
        <a:p>
          <a:endParaRPr lang="en-US"/>
        </a:p>
      </dgm:t>
    </dgm:pt>
    <dgm:pt modelId="{C5DC48ED-720D-4A3E-B2B1-2C4BB0FB06B6}">
      <dgm:prSet/>
      <dgm:spPr/>
      <dgm:t>
        <a:bodyPr/>
        <a:lstStyle/>
        <a:p>
          <a:r>
            <a:rPr lang="en-US"/>
            <a:t>Participate in Capture The Flag competitions</a:t>
          </a:r>
        </a:p>
      </dgm:t>
    </dgm:pt>
    <dgm:pt modelId="{7B1CF158-8884-4B5F-A299-4917BE641188}" type="parTrans" cxnId="{86EC2951-1644-4D70-BF14-98131B9E9032}">
      <dgm:prSet/>
      <dgm:spPr/>
      <dgm:t>
        <a:bodyPr/>
        <a:lstStyle/>
        <a:p>
          <a:endParaRPr lang="en-US"/>
        </a:p>
      </dgm:t>
    </dgm:pt>
    <dgm:pt modelId="{880BA194-BE1D-4157-9A06-1B1127825194}" type="sibTrans" cxnId="{86EC2951-1644-4D70-BF14-98131B9E9032}">
      <dgm:prSet/>
      <dgm:spPr/>
      <dgm:t>
        <a:bodyPr/>
        <a:lstStyle/>
        <a:p>
          <a:endParaRPr lang="en-US"/>
        </a:p>
      </dgm:t>
    </dgm:pt>
    <dgm:pt modelId="{1114B1BA-0B8C-4907-B589-40CB6CF432FE}">
      <dgm:prSet/>
      <dgm:spPr/>
      <dgm:t>
        <a:bodyPr/>
        <a:lstStyle/>
        <a:p>
          <a:r>
            <a:rPr lang="en-US"/>
            <a:t>Learn frameworks and security standards</a:t>
          </a:r>
        </a:p>
      </dgm:t>
    </dgm:pt>
    <dgm:pt modelId="{525A4A17-146B-489D-8786-51FC1BFF0650}" type="parTrans" cxnId="{B1042C18-4545-42E3-8B0B-6B4084A83393}">
      <dgm:prSet/>
      <dgm:spPr/>
      <dgm:t>
        <a:bodyPr/>
        <a:lstStyle/>
        <a:p>
          <a:endParaRPr lang="en-US"/>
        </a:p>
      </dgm:t>
    </dgm:pt>
    <dgm:pt modelId="{6B32A3CA-1576-4AF5-A740-F8B25BAC15D6}" type="sibTrans" cxnId="{B1042C18-4545-42E3-8B0B-6B4084A83393}">
      <dgm:prSet/>
      <dgm:spPr/>
      <dgm:t>
        <a:bodyPr/>
        <a:lstStyle/>
        <a:p>
          <a:endParaRPr lang="en-US"/>
        </a:p>
      </dgm:t>
    </dgm:pt>
    <dgm:pt modelId="{4226495D-E5FB-44FD-AE41-05BAC6C220A7}">
      <dgm:prSet/>
      <dgm:spPr/>
      <dgm:t>
        <a:bodyPr/>
        <a:lstStyle/>
        <a:p>
          <a:r>
            <a:rPr lang="en-US"/>
            <a:t>Develop communication and reporting skills</a:t>
          </a:r>
        </a:p>
      </dgm:t>
    </dgm:pt>
    <dgm:pt modelId="{74ACC755-8E46-43B3-9E37-DD3EE8A10A87}" type="parTrans" cxnId="{A023A7A3-1589-4248-B10C-906BFCE3E77E}">
      <dgm:prSet/>
      <dgm:spPr/>
      <dgm:t>
        <a:bodyPr/>
        <a:lstStyle/>
        <a:p>
          <a:endParaRPr lang="en-US"/>
        </a:p>
      </dgm:t>
    </dgm:pt>
    <dgm:pt modelId="{AC3371D1-FB4E-48BF-AD47-C87F31BFAB64}" type="sibTrans" cxnId="{A023A7A3-1589-4248-B10C-906BFCE3E77E}">
      <dgm:prSet/>
      <dgm:spPr/>
      <dgm:t>
        <a:bodyPr/>
        <a:lstStyle/>
        <a:p>
          <a:endParaRPr lang="en-US"/>
        </a:p>
      </dgm:t>
    </dgm:pt>
    <dgm:pt modelId="{8DD7A673-49E3-4D43-AB35-ACCA1711C17D}" type="pres">
      <dgm:prSet presAssocID="{4D3C41AA-0567-446B-BA20-8AC05A91FF0F}" presName="root" presStyleCnt="0">
        <dgm:presLayoutVars>
          <dgm:dir/>
          <dgm:resizeHandles val="exact"/>
        </dgm:presLayoutVars>
      </dgm:prSet>
      <dgm:spPr/>
    </dgm:pt>
    <dgm:pt modelId="{195AB96B-015D-43DF-85E7-DADAF7647C65}" type="pres">
      <dgm:prSet presAssocID="{99613388-DDF2-430C-9C74-1101CB040759}" presName="compNode" presStyleCnt="0"/>
      <dgm:spPr/>
    </dgm:pt>
    <dgm:pt modelId="{0B0FB6E2-82D2-4B20-BAD4-14292A31E0A8}" type="pres">
      <dgm:prSet presAssocID="{99613388-DDF2-430C-9C74-1101CB040759}" presName="bgRect" presStyleLbl="bgShp" presStyleIdx="0" presStyleCnt="5"/>
      <dgm:spPr/>
    </dgm:pt>
    <dgm:pt modelId="{875A0BEE-93E0-4A41-BE07-E1011F07DFD4}" type="pres">
      <dgm:prSet presAssocID="{99613388-DDF2-430C-9C74-1101CB04075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B98DFC44-5D9C-4449-94FB-9F0E0E164F55}" type="pres">
      <dgm:prSet presAssocID="{99613388-DDF2-430C-9C74-1101CB040759}" presName="spaceRect" presStyleCnt="0"/>
      <dgm:spPr/>
    </dgm:pt>
    <dgm:pt modelId="{F602A5EE-1100-4E79-A933-17328C356D58}" type="pres">
      <dgm:prSet presAssocID="{99613388-DDF2-430C-9C74-1101CB040759}" presName="parTx" presStyleLbl="revTx" presStyleIdx="0" presStyleCnt="5">
        <dgm:presLayoutVars>
          <dgm:chMax val="0"/>
          <dgm:chPref val="0"/>
        </dgm:presLayoutVars>
      </dgm:prSet>
      <dgm:spPr/>
    </dgm:pt>
    <dgm:pt modelId="{B73B89F1-D451-4E00-B408-77F480246841}" type="pres">
      <dgm:prSet presAssocID="{1728848D-4C2D-44A7-AE4D-D267F7EE5F11}" presName="sibTrans" presStyleCnt="0"/>
      <dgm:spPr/>
    </dgm:pt>
    <dgm:pt modelId="{682710C0-6DE2-4669-AD7F-7546FAE35ABC}" type="pres">
      <dgm:prSet presAssocID="{879A2694-5DD9-4176-8F81-1D8283BB149A}" presName="compNode" presStyleCnt="0"/>
      <dgm:spPr/>
    </dgm:pt>
    <dgm:pt modelId="{00BF5ED5-7BF9-4EF1-BF44-64D76116ED9E}" type="pres">
      <dgm:prSet presAssocID="{879A2694-5DD9-4176-8F81-1D8283BB149A}" presName="bgRect" presStyleLbl="bgShp" presStyleIdx="1" presStyleCnt="5"/>
      <dgm:spPr/>
    </dgm:pt>
    <dgm:pt modelId="{11449F3A-8C2F-45AC-81FD-E314679F1FE0}" type="pres">
      <dgm:prSet presAssocID="{879A2694-5DD9-4176-8F81-1D8283BB149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B7CF0801-A376-45BD-B4DB-87CD9C8206C3}" type="pres">
      <dgm:prSet presAssocID="{879A2694-5DD9-4176-8F81-1D8283BB149A}" presName="spaceRect" presStyleCnt="0"/>
      <dgm:spPr/>
    </dgm:pt>
    <dgm:pt modelId="{E5A6B00A-7692-4438-9DE5-A2BA0C234564}" type="pres">
      <dgm:prSet presAssocID="{879A2694-5DD9-4176-8F81-1D8283BB149A}" presName="parTx" presStyleLbl="revTx" presStyleIdx="1" presStyleCnt="5">
        <dgm:presLayoutVars>
          <dgm:chMax val="0"/>
          <dgm:chPref val="0"/>
        </dgm:presLayoutVars>
      </dgm:prSet>
      <dgm:spPr/>
    </dgm:pt>
    <dgm:pt modelId="{E6D44AA5-D1BC-44C3-AE97-D85430CA37F1}" type="pres">
      <dgm:prSet presAssocID="{E555AB21-EDFD-4A9A-B8D7-C014DDFF07DE}" presName="sibTrans" presStyleCnt="0"/>
      <dgm:spPr/>
    </dgm:pt>
    <dgm:pt modelId="{E7CF5141-2534-4388-A47D-9B7E2BB2C529}" type="pres">
      <dgm:prSet presAssocID="{C5DC48ED-720D-4A3E-B2B1-2C4BB0FB06B6}" presName="compNode" presStyleCnt="0"/>
      <dgm:spPr/>
    </dgm:pt>
    <dgm:pt modelId="{6A92898C-B202-4B4C-B5E6-F2A516546196}" type="pres">
      <dgm:prSet presAssocID="{C5DC48ED-720D-4A3E-B2B1-2C4BB0FB06B6}" presName="bgRect" presStyleLbl="bgShp" presStyleIdx="2" presStyleCnt="5"/>
      <dgm:spPr/>
    </dgm:pt>
    <dgm:pt modelId="{686EEE70-E4F9-44FF-9D7A-58BED226703C}" type="pres">
      <dgm:prSet presAssocID="{C5DC48ED-720D-4A3E-B2B1-2C4BB0FB06B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0D0553BF-99AD-4DDC-A6C3-37168A979733}" type="pres">
      <dgm:prSet presAssocID="{C5DC48ED-720D-4A3E-B2B1-2C4BB0FB06B6}" presName="spaceRect" presStyleCnt="0"/>
      <dgm:spPr/>
    </dgm:pt>
    <dgm:pt modelId="{4B3F41BC-CFE4-4647-981F-3970AA9D370B}" type="pres">
      <dgm:prSet presAssocID="{C5DC48ED-720D-4A3E-B2B1-2C4BB0FB06B6}" presName="parTx" presStyleLbl="revTx" presStyleIdx="2" presStyleCnt="5">
        <dgm:presLayoutVars>
          <dgm:chMax val="0"/>
          <dgm:chPref val="0"/>
        </dgm:presLayoutVars>
      </dgm:prSet>
      <dgm:spPr/>
    </dgm:pt>
    <dgm:pt modelId="{ACE2C30A-DA56-41B3-89F0-D0639A896AB1}" type="pres">
      <dgm:prSet presAssocID="{880BA194-BE1D-4157-9A06-1B1127825194}" presName="sibTrans" presStyleCnt="0"/>
      <dgm:spPr/>
    </dgm:pt>
    <dgm:pt modelId="{FD111325-5B76-443A-8B49-24CD3A176501}" type="pres">
      <dgm:prSet presAssocID="{1114B1BA-0B8C-4907-B589-40CB6CF432FE}" presName="compNode" presStyleCnt="0"/>
      <dgm:spPr/>
    </dgm:pt>
    <dgm:pt modelId="{2C3572BA-6802-4F46-86AE-C6DB3C735F2B}" type="pres">
      <dgm:prSet presAssocID="{1114B1BA-0B8C-4907-B589-40CB6CF432FE}" presName="bgRect" presStyleLbl="bgShp" presStyleIdx="3" presStyleCnt="5"/>
      <dgm:spPr/>
    </dgm:pt>
    <dgm:pt modelId="{2ED2AE21-0226-4860-94C9-8BB770AFC3B0}" type="pres">
      <dgm:prSet presAssocID="{1114B1BA-0B8C-4907-B589-40CB6CF432F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AF8820E-B3CD-422C-AE6D-03E226C06739}" type="pres">
      <dgm:prSet presAssocID="{1114B1BA-0B8C-4907-B589-40CB6CF432FE}" presName="spaceRect" presStyleCnt="0"/>
      <dgm:spPr/>
    </dgm:pt>
    <dgm:pt modelId="{B3BDA3A9-83E2-4553-A68A-BA4242445934}" type="pres">
      <dgm:prSet presAssocID="{1114B1BA-0B8C-4907-B589-40CB6CF432FE}" presName="parTx" presStyleLbl="revTx" presStyleIdx="3" presStyleCnt="5">
        <dgm:presLayoutVars>
          <dgm:chMax val="0"/>
          <dgm:chPref val="0"/>
        </dgm:presLayoutVars>
      </dgm:prSet>
      <dgm:spPr/>
    </dgm:pt>
    <dgm:pt modelId="{5943CA9A-4BAB-4474-969D-225B146A3ECD}" type="pres">
      <dgm:prSet presAssocID="{6B32A3CA-1576-4AF5-A740-F8B25BAC15D6}" presName="sibTrans" presStyleCnt="0"/>
      <dgm:spPr/>
    </dgm:pt>
    <dgm:pt modelId="{4B1AE417-9319-44B6-AFDD-5C7A6E411199}" type="pres">
      <dgm:prSet presAssocID="{4226495D-E5FB-44FD-AE41-05BAC6C220A7}" presName="compNode" presStyleCnt="0"/>
      <dgm:spPr/>
    </dgm:pt>
    <dgm:pt modelId="{DBEF8811-38DB-4D65-83CC-EBAE85C78FB0}" type="pres">
      <dgm:prSet presAssocID="{4226495D-E5FB-44FD-AE41-05BAC6C220A7}" presName="bgRect" presStyleLbl="bgShp" presStyleIdx="4" presStyleCnt="5"/>
      <dgm:spPr/>
    </dgm:pt>
    <dgm:pt modelId="{DD70F94B-7321-4158-BD6F-22316F3372DC}" type="pres">
      <dgm:prSet presAssocID="{4226495D-E5FB-44FD-AE41-05BAC6C220A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45D5578-3A11-4230-B47E-B81A670232EE}" type="pres">
      <dgm:prSet presAssocID="{4226495D-E5FB-44FD-AE41-05BAC6C220A7}" presName="spaceRect" presStyleCnt="0"/>
      <dgm:spPr/>
    </dgm:pt>
    <dgm:pt modelId="{0230949B-0B1D-4449-B8F8-809CDBECEBA1}" type="pres">
      <dgm:prSet presAssocID="{4226495D-E5FB-44FD-AE41-05BAC6C220A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1042C18-4545-42E3-8B0B-6B4084A83393}" srcId="{4D3C41AA-0567-446B-BA20-8AC05A91FF0F}" destId="{1114B1BA-0B8C-4907-B589-40CB6CF432FE}" srcOrd="3" destOrd="0" parTransId="{525A4A17-146B-489D-8786-51FC1BFF0650}" sibTransId="{6B32A3CA-1576-4AF5-A740-F8B25BAC15D6}"/>
    <dgm:cxn modelId="{CFCCE024-1076-4108-A6DD-B60F2FC84292}" type="presOf" srcId="{4D3C41AA-0567-446B-BA20-8AC05A91FF0F}" destId="{8DD7A673-49E3-4D43-AB35-ACCA1711C17D}" srcOrd="0" destOrd="0" presId="urn:microsoft.com/office/officeart/2018/2/layout/IconVerticalSolidList"/>
    <dgm:cxn modelId="{B20B6034-DF1D-47CE-83EB-3B21F68F67E5}" type="presOf" srcId="{99613388-DDF2-430C-9C74-1101CB040759}" destId="{F602A5EE-1100-4E79-A933-17328C356D58}" srcOrd="0" destOrd="0" presId="urn:microsoft.com/office/officeart/2018/2/layout/IconVerticalSolidList"/>
    <dgm:cxn modelId="{F6F3044D-908C-46A2-B853-B586779E32E9}" srcId="{4D3C41AA-0567-446B-BA20-8AC05A91FF0F}" destId="{99613388-DDF2-430C-9C74-1101CB040759}" srcOrd="0" destOrd="0" parTransId="{9CEC11C9-1F71-4D09-A873-A903B94BEB3E}" sibTransId="{1728848D-4C2D-44A7-AE4D-D267F7EE5F11}"/>
    <dgm:cxn modelId="{D5BB784E-BD7F-4566-A5F0-234DCCA7E8DC}" srcId="{4D3C41AA-0567-446B-BA20-8AC05A91FF0F}" destId="{879A2694-5DD9-4176-8F81-1D8283BB149A}" srcOrd="1" destOrd="0" parTransId="{CD5E3FD7-6F01-4CF5-96C2-F4A4ED72E421}" sibTransId="{E555AB21-EDFD-4A9A-B8D7-C014DDFF07DE}"/>
    <dgm:cxn modelId="{3E76846F-47BD-43E0-9CED-8B01938535EC}" type="presOf" srcId="{4226495D-E5FB-44FD-AE41-05BAC6C220A7}" destId="{0230949B-0B1D-4449-B8F8-809CDBECEBA1}" srcOrd="0" destOrd="0" presId="urn:microsoft.com/office/officeart/2018/2/layout/IconVerticalSolidList"/>
    <dgm:cxn modelId="{86EC2951-1644-4D70-BF14-98131B9E9032}" srcId="{4D3C41AA-0567-446B-BA20-8AC05A91FF0F}" destId="{C5DC48ED-720D-4A3E-B2B1-2C4BB0FB06B6}" srcOrd="2" destOrd="0" parTransId="{7B1CF158-8884-4B5F-A299-4917BE641188}" sibTransId="{880BA194-BE1D-4157-9A06-1B1127825194}"/>
    <dgm:cxn modelId="{216D1FA1-2456-4BB9-8B0F-777AF884166C}" type="presOf" srcId="{1114B1BA-0B8C-4907-B589-40CB6CF432FE}" destId="{B3BDA3A9-83E2-4553-A68A-BA4242445934}" srcOrd="0" destOrd="0" presId="urn:microsoft.com/office/officeart/2018/2/layout/IconVerticalSolidList"/>
    <dgm:cxn modelId="{51FECFA1-D9A7-4EC2-A85E-206F3889E130}" type="presOf" srcId="{C5DC48ED-720D-4A3E-B2B1-2C4BB0FB06B6}" destId="{4B3F41BC-CFE4-4647-981F-3970AA9D370B}" srcOrd="0" destOrd="0" presId="urn:microsoft.com/office/officeart/2018/2/layout/IconVerticalSolidList"/>
    <dgm:cxn modelId="{A023A7A3-1589-4248-B10C-906BFCE3E77E}" srcId="{4D3C41AA-0567-446B-BA20-8AC05A91FF0F}" destId="{4226495D-E5FB-44FD-AE41-05BAC6C220A7}" srcOrd="4" destOrd="0" parTransId="{74ACC755-8E46-43B3-9E37-DD3EE8A10A87}" sibTransId="{AC3371D1-FB4E-48BF-AD47-C87F31BFAB64}"/>
    <dgm:cxn modelId="{190961BC-52E8-4D84-9E06-6C00A05F8C31}" type="presOf" srcId="{879A2694-5DD9-4176-8F81-1D8283BB149A}" destId="{E5A6B00A-7692-4438-9DE5-A2BA0C234564}" srcOrd="0" destOrd="0" presId="urn:microsoft.com/office/officeart/2018/2/layout/IconVerticalSolidList"/>
    <dgm:cxn modelId="{DD3B4B1B-BA37-4A08-BFBF-36BDFD323EA2}" type="presParOf" srcId="{8DD7A673-49E3-4D43-AB35-ACCA1711C17D}" destId="{195AB96B-015D-43DF-85E7-DADAF7647C65}" srcOrd="0" destOrd="0" presId="urn:microsoft.com/office/officeart/2018/2/layout/IconVerticalSolidList"/>
    <dgm:cxn modelId="{79364A2C-1E34-488D-8B37-2D32CEBFE8DA}" type="presParOf" srcId="{195AB96B-015D-43DF-85E7-DADAF7647C65}" destId="{0B0FB6E2-82D2-4B20-BAD4-14292A31E0A8}" srcOrd="0" destOrd="0" presId="urn:microsoft.com/office/officeart/2018/2/layout/IconVerticalSolidList"/>
    <dgm:cxn modelId="{BE70D06D-BACB-455A-8F3C-4198E01D2245}" type="presParOf" srcId="{195AB96B-015D-43DF-85E7-DADAF7647C65}" destId="{875A0BEE-93E0-4A41-BE07-E1011F07DFD4}" srcOrd="1" destOrd="0" presId="urn:microsoft.com/office/officeart/2018/2/layout/IconVerticalSolidList"/>
    <dgm:cxn modelId="{E8A05635-CF0B-4112-9AC1-6B4B8A4BA49C}" type="presParOf" srcId="{195AB96B-015D-43DF-85E7-DADAF7647C65}" destId="{B98DFC44-5D9C-4449-94FB-9F0E0E164F55}" srcOrd="2" destOrd="0" presId="urn:microsoft.com/office/officeart/2018/2/layout/IconVerticalSolidList"/>
    <dgm:cxn modelId="{2B6DFC7B-181B-4349-B2D1-3F9A421FDC34}" type="presParOf" srcId="{195AB96B-015D-43DF-85E7-DADAF7647C65}" destId="{F602A5EE-1100-4E79-A933-17328C356D58}" srcOrd="3" destOrd="0" presId="urn:microsoft.com/office/officeart/2018/2/layout/IconVerticalSolidList"/>
    <dgm:cxn modelId="{FCF8EF25-8C42-47F9-B292-8D3796B796B4}" type="presParOf" srcId="{8DD7A673-49E3-4D43-AB35-ACCA1711C17D}" destId="{B73B89F1-D451-4E00-B408-77F480246841}" srcOrd="1" destOrd="0" presId="urn:microsoft.com/office/officeart/2018/2/layout/IconVerticalSolidList"/>
    <dgm:cxn modelId="{1B618637-D3F8-4E2E-AF8F-4D9D172ACF04}" type="presParOf" srcId="{8DD7A673-49E3-4D43-AB35-ACCA1711C17D}" destId="{682710C0-6DE2-4669-AD7F-7546FAE35ABC}" srcOrd="2" destOrd="0" presId="urn:microsoft.com/office/officeart/2018/2/layout/IconVerticalSolidList"/>
    <dgm:cxn modelId="{A13F9E46-7FD9-4B4A-844A-AD8A4C0474EE}" type="presParOf" srcId="{682710C0-6DE2-4669-AD7F-7546FAE35ABC}" destId="{00BF5ED5-7BF9-4EF1-BF44-64D76116ED9E}" srcOrd="0" destOrd="0" presId="urn:microsoft.com/office/officeart/2018/2/layout/IconVerticalSolidList"/>
    <dgm:cxn modelId="{D112A926-3029-49A2-9AEA-D11D3C3EC550}" type="presParOf" srcId="{682710C0-6DE2-4669-AD7F-7546FAE35ABC}" destId="{11449F3A-8C2F-45AC-81FD-E314679F1FE0}" srcOrd="1" destOrd="0" presId="urn:microsoft.com/office/officeart/2018/2/layout/IconVerticalSolidList"/>
    <dgm:cxn modelId="{B69AF21D-76EE-46EA-8AF7-138AA0A03C11}" type="presParOf" srcId="{682710C0-6DE2-4669-AD7F-7546FAE35ABC}" destId="{B7CF0801-A376-45BD-B4DB-87CD9C8206C3}" srcOrd="2" destOrd="0" presId="urn:microsoft.com/office/officeart/2018/2/layout/IconVerticalSolidList"/>
    <dgm:cxn modelId="{6BE830F6-1FDF-47F1-A570-59179D40D510}" type="presParOf" srcId="{682710C0-6DE2-4669-AD7F-7546FAE35ABC}" destId="{E5A6B00A-7692-4438-9DE5-A2BA0C234564}" srcOrd="3" destOrd="0" presId="urn:microsoft.com/office/officeart/2018/2/layout/IconVerticalSolidList"/>
    <dgm:cxn modelId="{52D2C573-6EE4-46FE-9285-A92D472B694D}" type="presParOf" srcId="{8DD7A673-49E3-4D43-AB35-ACCA1711C17D}" destId="{E6D44AA5-D1BC-44C3-AE97-D85430CA37F1}" srcOrd="3" destOrd="0" presId="urn:microsoft.com/office/officeart/2018/2/layout/IconVerticalSolidList"/>
    <dgm:cxn modelId="{3F6390E7-FF35-478D-ACBE-7BFFBBF22DD5}" type="presParOf" srcId="{8DD7A673-49E3-4D43-AB35-ACCA1711C17D}" destId="{E7CF5141-2534-4388-A47D-9B7E2BB2C529}" srcOrd="4" destOrd="0" presId="urn:microsoft.com/office/officeart/2018/2/layout/IconVerticalSolidList"/>
    <dgm:cxn modelId="{F278EE9D-CA9D-49B7-8AEE-26F444F8BE5E}" type="presParOf" srcId="{E7CF5141-2534-4388-A47D-9B7E2BB2C529}" destId="{6A92898C-B202-4B4C-B5E6-F2A516546196}" srcOrd="0" destOrd="0" presId="urn:microsoft.com/office/officeart/2018/2/layout/IconVerticalSolidList"/>
    <dgm:cxn modelId="{ADF74A87-6D28-48DC-B342-4E2F7C16DD1C}" type="presParOf" srcId="{E7CF5141-2534-4388-A47D-9B7E2BB2C529}" destId="{686EEE70-E4F9-44FF-9D7A-58BED226703C}" srcOrd="1" destOrd="0" presId="urn:microsoft.com/office/officeart/2018/2/layout/IconVerticalSolidList"/>
    <dgm:cxn modelId="{00B2852F-6468-4E9F-9414-D0C3827E4734}" type="presParOf" srcId="{E7CF5141-2534-4388-A47D-9B7E2BB2C529}" destId="{0D0553BF-99AD-4DDC-A6C3-37168A979733}" srcOrd="2" destOrd="0" presId="urn:microsoft.com/office/officeart/2018/2/layout/IconVerticalSolidList"/>
    <dgm:cxn modelId="{4842461C-0B1E-4AEE-A74E-22DC818BBE90}" type="presParOf" srcId="{E7CF5141-2534-4388-A47D-9B7E2BB2C529}" destId="{4B3F41BC-CFE4-4647-981F-3970AA9D370B}" srcOrd="3" destOrd="0" presId="urn:microsoft.com/office/officeart/2018/2/layout/IconVerticalSolidList"/>
    <dgm:cxn modelId="{C5D61EB9-353F-47B3-8F3E-11BE8E973296}" type="presParOf" srcId="{8DD7A673-49E3-4D43-AB35-ACCA1711C17D}" destId="{ACE2C30A-DA56-41B3-89F0-D0639A896AB1}" srcOrd="5" destOrd="0" presId="urn:microsoft.com/office/officeart/2018/2/layout/IconVerticalSolidList"/>
    <dgm:cxn modelId="{3AE4196F-80E0-44E7-8A02-EA37771BD457}" type="presParOf" srcId="{8DD7A673-49E3-4D43-AB35-ACCA1711C17D}" destId="{FD111325-5B76-443A-8B49-24CD3A176501}" srcOrd="6" destOrd="0" presId="urn:microsoft.com/office/officeart/2018/2/layout/IconVerticalSolidList"/>
    <dgm:cxn modelId="{57B51FB1-2824-4D01-9765-7B473CE55535}" type="presParOf" srcId="{FD111325-5B76-443A-8B49-24CD3A176501}" destId="{2C3572BA-6802-4F46-86AE-C6DB3C735F2B}" srcOrd="0" destOrd="0" presId="urn:microsoft.com/office/officeart/2018/2/layout/IconVerticalSolidList"/>
    <dgm:cxn modelId="{06F8F169-153C-4095-9CBE-327D008C0D69}" type="presParOf" srcId="{FD111325-5B76-443A-8B49-24CD3A176501}" destId="{2ED2AE21-0226-4860-94C9-8BB770AFC3B0}" srcOrd="1" destOrd="0" presId="urn:microsoft.com/office/officeart/2018/2/layout/IconVerticalSolidList"/>
    <dgm:cxn modelId="{FFA6A093-D4FC-4423-85BE-BD763E4240EF}" type="presParOf" srcId="{FD111325-5B76-443A-8B49-24CD3A176501}" destId="{DAF8820E-B3CD-422C-AE6D-03E226C06739}" srcOrd="2" destOrd="0" presId="urn:microsoft.com/office/officeart/2018/2/layout/IconVerticalSolidList"/>
    <dgm:cxn modelId="{7BDBED7A-F715-441B-A055-28CB3BB8B2B1}" type="presParOf" srcId="{FD111325-5B76-443A-8B49-24CD3A176501}" destId="{B3BDA3A9-83E2-4553-A68A-BA4242445934}" srcOrd="3" destOrd="0" presId="urn:microsoft.com/office/officeart/2018/2/layout/IconVerticalSolidList"/>
    <dgm:cxn modelId="{35EF10A5-ECBE-489F-AC5F-53DCD052456A}" type="presParOf" srcId="{8DD7A673-49E3-4D43-AB35-ACCA1711C17D}" destId="{5943CA9A-4BAB-4474-969D-225B146A3ECD}" srcOrd="7" destOrd="0" presId="urn:microsoft.com/office/officeart/2018/2/layout/IconVerticalSolidList"/>
    <dgm:cxn modelId="{B2F9BCD5-0ECD-4D72-A50D-277F62E8E2C9}" type="presParOf" srcId="{8DD7A673-49E3-4D43-AB35-ACCA1711C17D}" destId="{4B1AE417-9319-44B6-AFDD-5C7A6E411199}" srcOrd="8" destOrd="0" presId="urn:microsoft.com/office/officeart/2018/2/layout/IconVerticalSolidList"/>
    <dgm:cxn modelId="{149F21A0-D47D-4FA4-A83F-E2F0A97EC987}" type="presParOf" srcId="{4B1AE417-9319-44B6-AFDD-5C7A6E411199}" destId="{DBEF8811-38DB-4D65-83CC-EBAE85C78FB0}" srcOrd="0" destOrd="0" presId="urn:microsoft.com/office/officeart/2018/2/layout/IconVerticalSolidList"/>
    <dgm:cxn modelId="{6AE7B0FE-BB8D-45CE-B5F4-48A47C22813B}" type="presParOf" srcId="{4B1AE417-9319-44B6-AFDD-5C7A6E411199}" destId="{DD70F94B-7321-4158-BD6F-22316F3372DC}" srcOrd="1" destOrd="0" presId="urn:microsoft.com/office/officeart/2018/2/layout/IconVerticalSolidList"/>
    <dgm:cxn modelId="{71B618CE-926A-457D-80E5-D91B4D313A66}" type="presParOf" srcId="{4B1AE417-9319-44B6-AFDD-5C7A6E411199}" destId="{845D5578-3A11-4230-B47E-B81A670232EE}" srcOrd="2" destOrd="0" presId="urn:microsoft.com/office/officeart/2018/2/layout/IconVerticalSolidList"/>
    <dgm:cxn modelId="{6CCAA89D-198F-4604-A673-13BE1BDCFCE5}" type="presParOf" srcId="{4B1AE417-9319-44B6-AFDD-5C7A6E411199}" destId="{0230949B-0B1D-4449-B8F8-809CDBECEB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3FAC77F-5F1B-44E5-9794-D54718E8736F}" type="doc">
      <dgm:prSet loTypeId="urn:microsoft.com/office/officeart/2005/8/layout/vProcess5" loCatId="process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AC6B8D-D948-4155-9302-44325AA1D1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Analytical &amp; process oriented → GRC and Risk Management</a:t>
          </a:r>
        </a:p>
      </dgm:t>
    </dgm:pt>
    <dgm:pt modelId="{C561DE6E-B9F7-4188-84B3-07262777F5FA}" type="parTrans" cxnId="{4F5E15CE-068A-4E6C-8B69-86287266C8F5}">
      <dgm:prSet/>
      <dgm:spPr/>
      <dgm:t>
        <a:bodyPr/>
        <a:lstStyle/>
        <a:p>
          <a:endParaRPr lang="en-US"/>
        </a:p>
      </dgm:t>
    </dgm:pt>
    <dgm:pt modelId="{0CFD8542-EE1D-4466-AEF1-368EB1E9B293}" type="sibTrans" cxnId="{4F5E15CE-068A-4E6C-8B69-86287266C8F5}">
      <dgm:prSet/>
      <dgm:spPr/>
      <dgm:t>
        <a:bodyPr/>
        <a:lstStyle/>
        <a:p>
          <a:endParaRPr lang="en-US"/>
        </a:p>
      </dgm:t>
    </dgm:pt>
    <dgm:pt modelId="{1EDEEF60-A5D7-449C-90BC-C35E2FBAC6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Curious and technical problem solver → SOC or DFIR</a:t>
          </a:r>
        </a:p>
      </dgm:t>
    </dgm:pt>
    <dgm:pt modelId="{0648D490-E427-4938-95B9-A6F809D1C3DE}" type="parTrans" cxnId="{0E91B4ED-2ABF-45AB-976A-1D4D4ACFF71E}">
      <dgm:prSet/>
      <dgm:spPr/>
      <dgm:t>
        <a:bodyPr/>
        <a:lstStyle/>
        <a:p>
          <a:endParaRPr lang="en-US"/>
        </a:p>
      </dgm:t>
    </dgm:pt>
    <dgm:pt modelId="{66BCD745-FAB2-4FB9-ABB4-AABDD17C5A7C}" type="sibTrans" cxnId="{0E91B4ED-2ABF-45AB-976A-1D4D4ACFF71E}">
      <dgm:prSet/>
      <dgm:spPr/>
      <dgm:t>
        <a:bodyPr/>
        <a:lstStyle/>
        <a:p>
          <a:endParaRPr lang="en-US"/>
        </a:p>
      </dgm:t>
    </dgm:pt>
    <dgm:pt modelId="{723D43E4-B6AE-4488-AEA0-2C2874D00B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Creative attacker mindset → Pentesting or Red Team</a:t>
          </a:r>
        </a:p>
      </dgm:t>
    </dgm:pt>
    <dgm:pt modelId="{4E011642-FE41-4981-A398-8781CB1C9C3F}" type="parTrans" cxnId="{BECEC94D-3ACE-4F76-9AB3-A4B4C925418C}">
      <dgm:prSet/>
      <dgm:spPr/>
      <dgm:t>
        <a:bodyPr/>
        <a:lstStyle/>
        <a:p>
          <a:endParaRPr lang="en-US"/>
        </a:p>
      </dgm:t>
    </dgm:pt>
    <dgm:pt modelId="{090338D5-05F4-4062-98BF-A6586DB355E8}" type="sibTrans" cxnId="{BECEC94D-3ACE-4F76-9AB3-A4B4C925418C}">
      <dgm:prSet/>
      <dgm:spPr/>
      <dgm:t>
        <a:bodyPr/>
        <a:lstStyle/>
        <a:p>
          <a:endParaRPr lang="en-US"/>
        </a:p>
      </dgm:t>
    </dgm:pt>
    <dgm:pt modelId="{8BFA79FF-9076-4A08-8F27-E42F196A34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Architecture &amp; systems thinking → Cloud or Security Engineering</a:t>
          </a:r>
        </a:p>
      </dgm:t>
    </dgm:pt>
    <dgm:pt modelId="{A04059FC-4116-4F26-9008-425B94F1DF97}" type="parTrans" cxnId="{B3C3F807-890A-4CBA-910A-C405CF0FAA7E}">
      <dgm:prSet/>
      <dgm:spPr/>
      <dgm:t>
        <a:bodyPr/>
        <a:lstStyle/>
        <a:p>
          <a:endParaRPr lang="en-US"/>
        </a:p>
      </dgm:t>
    </dgm:pt>
    <dgm:pt modelId="{977674ED-56B1-41B3-9AA1-93623FBA06E2}" type="sibTrans" cxnId="{B3C3F807-890A-4CBA-910A-C405CF0FAA7E}">
      <dgm:prSet/>
      <dgm:spPr/>
      <dgm:t>
        <a:bodyPr/>
        <a:lstStyle/>
        <a:p>
          <a:endParaRPr lang="en-US"/>
        </a:p>
      </dgm:t>
    </dgm:pt>
    <dgm:pt modelId="{FDF8587B-E272-40D4-9453-E3FC74E40F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Interest in critical infrastructure → ICS / OT Security</a:t>
          </a:r>
        </a:p>
      </dgm:t>
    </dgm:pt>
    <dgm:pt modelId="{08342D50-84DE-4A1F-8205-13C9DA6652A7}" type="parTrans" cxnId="{06DC420A-1BA6-435D-82A1-DCDF6C4F7143}">
      <dgm:prSet/>
      <dgm:spPr/>
      <dgm:t>
        <a:bodyPr/>
        <a:lstStyle/>
        <a:p>
          <a:endParaRPr lang="en-US"/>
        </a:p>
      </dgm:t>
    </dgm:pt>
    <dgm:pt modelId="{EC80BE13-43D6-4E22-8AA9-6CD80E318A65}" type="sibTrans" cxnId="{06DC420A-1BA6-435D-82A1-DCDF6C4F7143}">
      <dgm:prSet/>
      <dgm:spPr/>
      <dgm:t>
        <a:bodyPr/>
        <a:lstStyle/>
        <a:p>
          <a:endParaRPr lang="en-US"/>
        </a:p>
      </dgm:t>
    </dgm:pt>
    <dgm:pt modelId="{0D80C052-6B36-4BFF-9770-FB7097477533}" type="pres">
      <dgm:prSet presAssocID="{B3FAC77F-5F1B-44E5-9794-D54718E8736F}" presName="outerComposite" presStyleCnt="0">
        <dgm:presLayoutVars>
          <dgm:chMax val="5"/>
          <dgm:dir/>
          <dgm:resizeHandles val="exact"/>
        </dgm:presLayoutVars>
      </dgm:prSet>
      <dgm:spPr/>
    </dgm:pt>
    <dgm:pt modelId="{634A87B0-37D8-4B1E-BD32-4AF48337CBA9}" type="pres">
      <dgm:prSet presAssocID="{B3FAC77F-5F1B-44E5-9794-D54718E8736F}" presName="dummyMaxCanvas" presStyleCnt="0">
        <dgm:presLayoutVars/>
      </dgm:prSet>
      <dgm:spPr/>
    </dgm:pt>
    <dgm:pt modelId="{C12C5091-5942-49DF-8DEA-601310638164}" type="pres">
      <dgm:prSet presAssocID="{B3FAC77F-5F1B-44E5-9794-D54718E8736F}" presName="FiveNodes_1" presStyleLbl="node1" presStyleIdx="0" presStyleCnt="5">
        <dgm:presLayoutVars>
          <dgm:bulletEnabled val="1"/>
        </dgm:presLayoutVars>
      </dgm:prSet>
      <dgm:spPr/>
    </dgm:pt>
    <dgm:pt modelId="{093C0DE6-CB3A-4156-873C-99241B746A6C}" type="pres">
      <dgm:prSet presAssocID="{B3FAC77F-5F1B-44E5-9794-D54718E8736F}" presName="FiveNodes_2" presStyleLbl="node1" presStyleIdx="1" presStyleCnt="5">
        <dgm:presLayoutVars>
          <dgm:bulletEnabled val="1"/>
        </dgm:presLayoutVars>
      </dgm:prSet>
      <dgm:spPr/>
    </dgm:pt>
    <dgm:pt modelId="{600ECAD6-B859-4866-9481-A27BFF760485}" type="pres">
      <dgm:prSet presAssocID="{B3FAC77F-5F1B-44E5-9794-D54718E8736F}" presName="FiveNodes_3" presStyleLbl="node1" presStyleIdx="2" presStyleCnt="5">
        <dgm:presLayoutVars>
          <dgm:bulletEnabled val="1"/>
        </dgm:presLayoutVars>
      </dgm:prSet>
      <dgm:spPr/>
    </dgm:pt>
    <dgm:pt modelId="{E0C194F1-76EF-4177-9426-D2F226882EAA}" type="pres">
      <dgm:prSet presAssocID="{B3FAC77F-5F1B-44E5-9794-D54718E8736F}" presName="FiveNodes_4" presStyleLbl="node1" presStyleIdx="3" presStyleCnt="5">
        <dgm:presLayoutVars>
          <dgm:bulletEnabled val="1"/>
        </dgm:presLayoutVars>
      </dgm:prSet>
      <dgm:spPr/>
    </dgm:pt>
    <dgm:pt modelId="{3EF386C6-65D1-465F-BCAB-5FBFAFC4C289}" type="pres">
      <dgm:prSet presAssocID="{B3FAC77F-5F1B-44E5-9794-D54718E8736F}" presName="FiveNodes_5" presStyleLbl="node1" presStyleIdx="4" presStyleCnt="5">
        <dgm:presLayoutVars>
          <dgm:bulletEnabled val="1"/>
        </dgm:presLayoutVars>
      </dgm:prSet>
      <dgm:spPr/>
    </dgm:pt>
    <dgm:pt modelId="{BDC811F1-E8D7-4C4C-9CFC-717C999EB524}" type="pres">
      <dgm:prSet presAssocID="{B3FAC77F-5F1B-44E5-9794-D54718E8736F}" presName="FiveConn_1-2" presStyleLbl="fgAccFollowNode1" presStyleIdx="0" presStyleCnt="4">
        <dgm:presLayoutVars>
          <dgm:bulletEnabled val="1"/>
        </dgm:presLayoutVars>
      </dgm:prSet>
      <dgm:spPr/>
    </dgm:pt>
    <dgm:pt modelId="{9BC18D9E-900D-4D61-96FF-A4D77A72E804}" type="pres">
      <dgm:prSet presAssocID="{B3FAC77F-5F1B-44E5-9794-D54718E8736F}" presName="FiveConn_2-3" presStyleLbl="fgAccFollowNode1" presStyleIdx="1" presStyleCnt="4">
        <dgm:presLayoutVars>
          <dgm:bulletEnabled val="1"/>
        </dgm:presLayoutVars>
      </dgm:prSet>
      <dgm:spPr/>
    </dgm:pt>
    <dgm:pt modelId="{21132EA1-AA58-4538-AC72-9D90E72B1A83}" type="pres">
      <dgm:prSet presAssocID="{B3FAC77F-5F1B-44E5-9794-D54718E8736F}" presName="FiveConn_3-4" presStyleLbl="fgAccFollowNode1" presStyleIdx="2" presStyleCnt="4">
        <dgm:presLayoutVars>
          <dgm:bulletEnabled val="1"/>
        </dgm:presLayoutVars>
      </dgm:prSet>
      <dgm:spPr/>
    </dgm:pt>
    <dgm:pt modelId="{FC3E8E20-E42A-4BAE-91B4-94DFFC5E265D}" type="pres">
      <dgm:prSet presAssocID="{B3FAC77F-5F1B-44E5-9794-D54718E8736F}" presName="FiveConn_4-5" presStyleLbl="fgAccFollowNode1" presStyleIdx="3" presStyleCnt="4">
        <dgm:presLayoutVars>
          <dgm:bulletEnabled val="1"/>
        </dgm:presLayoutVars>
      </dgm:prSet>
      <dgm:spPr/>
    </dgm:pt>
    <dgm:pt modelId="{1A7CB2A1-9D47-4178-8FC3-E59FD506B3F6}" type="pres">
      <dgm:prSet presAssocID="{B3FAC77F-5F1B-44E5-9794-D54718E8736F}" presName="FiveNodes_1_text" presStyleLbl="node1" presStyleIdx="4" presStyleCnt="5">
        <dgm:presLayoutVars>
          <dgm:bulletEnabled val="1"/>
        </dgm:presLayoutVars>
      </dgm:prSet>
      <dgm:spPr/>
    </dgm:pt>
    <dgm:pt modelId="{6CBC8001-441B-433A-9148-2CE7BC7E4CE9}" type="pres">
      <dgm:prSet presAssocID="{B3FAC77F-5F1B-44E5-9794-D54718E8736F}" presName="FiveNodes_2_text" presStyleLbl="node1" presStyleIdx="4" presStyleCnt="5">
        <dgm:presLayoutVars>
          <dgm:bulletEnabled val="1"/>
        </dgm:presLayoutVars>
      </dgm:prSet>
      <dgm:spPr/>
    </dgm:pt>
    <dgm:pt modelId="{77E4AD5B-4636-4206-837B-46FEBDA6D547}" type="pres">
      <dgm:prSet presAssocID="{B3FAC77F-5F1B-44E5-9794-D54718E8736F}" presName="FiveNodes_3_text" presStyleLbl="node1" presStyleIdx="4" presStyleCnt="5">
        <dgm:presLayoutVars>
          <dgm:bulletEnabled val="1"/>
        </dgm:presLayoutVars>
      </dgm:prSet>
      <dgm:spPr/>
    </dgm:pt>
    <dgm:pt modelId="{22F14A4D-3F1E-4980-9F98-F71CD971FAFF}" type="pres">
      <dgm:prSet presAssocID="{B3FAC77F-5F1B-44E5-9794-D54718E8736F}" presName="FiveNodes_4_text" presStyleLbl="node1" presStyleIdx="4" presStyleCnt="5">
        <dgm:presLayoutVars>
          <dgm:bulletEnabled val="1"/>
        </dgm:presLayoutVars>
      </dgm:prSet>
      <dgm:spPr/>
    </dgm:pt>
    <dgm:pt modelId="{02F46A0F-9972-4EF4-B448-F65C736A4CBA}" type="pres">
      <dgm:prSet presAssocID="{B3FAC77F-5F1B-44E5-9794-D54718E8736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F828605-8E46-4C1C-8825-E38B022ABA5C}" type="presOf" srcId="{1EDEEF60-A5D7-449C-90BC-C35E2FBAC602}" destId="{6CBC8001-441B-433A-9148-2CE7BC7E4CE9}" srcOrd="1" destOrd="0" presId="urn:microsoft.com/office/officeart/2005/8/layout/vProcess5"/>
    <dgm:cxn modelId="{B3C3F807-890A-4CBA-910A-C405CF0FAA7E}" srcId="{B3FAC77F-5F1B-44E5-9794-D54718E8736F}" destId="{8BFA79FF-9076-4A08-8F27-E42F196A3474}" srcOrd="3" destOrd="0" parTransId="{A04059FC-4116-4F26-9008-425B94F1DF97}" sibTransId="{977674ED-56B1-41B3-9AA1-93623FBA06E2}"/>
    <dgm:cxn modelId="{06DC420A-1BA6-435D-82A1-DCDF6C4F7143}" srcId="{B3FAC77F-5F1B-44E5-9794-D54718E8736F}" destId="{FDF8587B-E272-40D4-9453-E3FC74E40FD3}" srcOrd="4" destOrd="0" parTransId="{08342D50-84DE-4A1F-8205-13C9DA6652A7}" sibTransId="{EC80BE13-43D6-4E22-8AA9-6CD80E318A65}"/>
    <dgm:cxn modelId="{971B510A-BBF8-4931-943F-EA55856F734E}" type="presOf" srcId="{1EDEEF60-A5D7-449C-90BC-C35E2FBAC602}" destId="{093C0DE6-CB3A-4156-873C-99241B746A6C}" srcOrd="0" destOrd="0" presId="urn:microsoft.com/office/officeart/2005/8/layout/vProcess5"/>
    <dgm:cxn modelId="{0092142B-85B1-449A-BCB7-805D2183FB7F}" type="presOf" srcId="{723D43E4-B6AE-4488-AEA0-2C2874D00B46}" destId="{77E4AD5B-4636-4206-837B-46FEBDA6D547}" srcOrd="1" destOrd="0" presId="urn:microsoft.com/office/officeart/2005/8/layout/vProcess5"/>
    <dgm:cxn modelId="{DE99EE64-B64F-41CA-A10B-196FEAF84644}" type="presOf" srcId="{977674ED-56B1-41B3-9AA1-93623FBA06E2}" destId="{FC3E8E20-E42A-4BAE-91B4-94DFFC5E265D}" srcOrd="0" destOrd="0" presId="urn:microsoft.com/office/officeart/2005/8/layout/vProcess5"/>
    <dgm:cxn modelId="{D0FF7E4B-976A-42EF-ABEA-7EF33553D5C3}" type="presOf" srcId="{090338D5-05F4-4062-98BF-A6586DB355E8}" destId="{21132EA1-AA58-4538-AC72-9D90E72B1A83}" srcOrd="0" destOrd="0" presId="urn:microsoft.com/office/officeart/2005/8/layout/vProcess5"/>
    <dgm:cxn modelId="{7189416C-8372-4580-B7ED-E20C3ADA4CBE}" type="presOf" srcId="{0CFD8542-EE1D-4466-AEF1-368EB1E9B293}" destId="{BDC811F1-E8D7-4C4C-9CFC-717C999EB524}" srcOrd="0" destOrd="0" presId="urn:microsoft.com/office/officeart/2005/8/layout/vProcess5"/>
    <dgm:cxn modelId="{7C872A6D-C650-4447-BF27-3166BAC3DCB5}" type="presOf" srcId="{FDF8587B-E272-40D4-9453-E3FC74E40FD3}" destId="{3EF386C6-65D1-465F-BCAB-5FBFAFC4C289}" srcOrd="0" destOrd="0" presId="urn:microsoft.com/office/officeart/2005/8/layout/vProcess5"/>
    <dgm:cxn modelId="{BECEC94D-3ACE-4F76-9AB3-A4B4C925418C}" srcId="{B3FAC77F-5F1B-44E5-9794-D54718E8736F}" destId="{723D43E4-B6AE-4488-AEA0-2C2874D00B46}" srcOrd="2" destOrd="0" parTransId="{4E011642-FE41-4981-A398-8781CB1C9C3F}" sibTransId="{090338D5-05F4-4062-98BF-A6586DB355E8}"/>
    <dgm:cxn modelId="{C451C553-6293-4254-998D-864A0AE0B0E4}" type="presOf" srcId="{66BCD745-FAB2-4FB9-ABB4-AABDD17C5A7C}" destId="{9BC18D9E-900D-4D61-96FF-A4D77A72E804}" srcOrd="0" destOrd="0" presId="urn:microsoft.com/office/officeart/2005/8/layout/vProcess5"/>
    <dgm:cxn modelId="{A3A6F756-6DBF-4F73-A922-4B9BD02DE77C}" type="presOf" srcId="{723D43E4-B6AE-4488-AEA0-2C2874D00B46}" destId="{600ECAD6-B859-4866-9481-A27BFF760485}" srcOrd="0" destOrd="0" presId="urn:microsoft.com/office/officeart/2005/8/layout/vProcess5"/>
    <dgm:cxn modelId="{F9A73F83-9C59-441D-9033-D019D8E025D9}" type="presOf" srcId="{8BFA79FF-9076-4A08-8F27-E42F196A3474}" destId="{22F14A4D-3F1E-4980-9F98-F71CD971FAFF}" srcOrd="1" destOrd="0" presId="urn:microsoft.com/office/officeart/2005/8/layout/vProcess5"/>
    <dgm:cxn modelId="{C36DC39D-B5F1-4234-AAA8-40CE1039ED3C}" type="presOf" srcId="{8BFA79FF-9076-4A08-8F27-E42F196A3474}" destId="{E0C194F1-76EF-4177-9426-D2F226882EAA}" srcOrd="0" destOrd="0" presId="urn:microsoft.com/office/officeart/2005/8/layout/vProcess5"/>
    <dgm:cxn modelId="{B5C8A4B9-C4A4-4C71-903A-F2AE65D3158C}" type="presOf" srcId="{85AC6B8D-D948-4155-9302-44325AA1D111}" destId="{C12C5091-5942-49DF-8DEA-601310638164}" srcOrd="0" destOrd="0" presId="urn:microsoft.com/office/officeart/2005/8/layout/vProcess5"/>
    <dgm:cxn modelId="{776E3EC5-BCB0-4D82-8F62-E82CDE5313A3}" type="presOf" srcId="{85AC6B8D-D948-4155-9302-44325AA1D111}" destId="{1A7CB2A1-9D47-4178-8FC3-E59FD506B3F6}" srcOrd="1" destOrd="0" presId="urn:microsoft.com/office/officeart/2005/8/layout/vProcess5"/>
    <dgm:cxn modelId="{A54AFFC5-B538-4127-81F7-313EBB966810}" type="presOf" srcId="{FDF8587B-E272-40D4-9453-E3FC74E40FD3}" destId="{02F46A0F-9972-4EF4-B448-F65C736A4CBA}" srcOrd="1" destOrd="0" presId="urn:microsoft.com/office/officeart/2005/8/layout/vProcess5"/>
    <dgm:cxn modelId="{4F5E15CE-068A-4E6C-8B69-86287266C8F5}" srcId="{B3FAC77F-5F1B-44E5-9794-D54718E8736F}" destId="{85AC6B8D-D948-4155-9302-44325AA1D111}" srcOrd="0" destOrd="0" parTransId="{C561DE6E-B9F7-4188-84B3-07262777F5FA}" sibTransId="{0CFD8542-EE1D-4466-AEF1-368EB1E9B293}"/>
    <dgm:cxn modelId="{0E91B4ED-2ABF-45AB-976A-1D4D4ACFF71E}" srcId="{B3FAC77F-5F1B-44E5-9794-D54718E8736F}" destId="{1EDEEF60-A5D7-449C-90BC-C35E2FBAC602}" srcOrd="1" destOrd="0" parTransId="{0648D490-E427-4938-95B9-A6F809D1C3DE}" sibTransId="{66BCD745-FAB2-4FB9-ABB4-AABDD17C5A7C}"/>
    <dgm:cxn modelId="{A61867F5-27C1-4E12-A7CE-BE95901E4244}" type="presOf" srcId="{B3FAC77F-5F1B-44E5-9794-D54718E8736F}" destId="{0D80C052-6B36-4BFF-9770-FB7097477533}" srcOrd="0" destOrd="0" presId="urn:microsoft.com/office/officeart/2005/8/layout/vProcess5"/>
    <dgm:cxn modelId="{AB12805F-FE1A-4C78-91D7-1060399543FE}" type="presParOf" srcId="{0D80C052-6B36-4BFF-9770-FB7097477533}" destId="{634A87B0-37D8-4B1E-BD32-4AF48337CBA9}" srcOrd="0" destOrd="0" presId="urn:microsoft.com/office/officeart/2005/8/layout/vProcess5"/>
    <dgm:cxn modelId="{5735EE55-5024-45C5-A2C5-C0C8402A0391}" type="presParOf" srcId="{0D80C052-6B36-4BFF-9770-FB7097477533}" destId="{C12C5091-5942-49DF-8DEA-601310638164}" srcOrd="1" destOrd="0" presId="urn:microsoft.com/office/officeart/2005/8/layout/vProcess5"/>
    <dgm:cxn modelId="{F1DAABAF-0BA1-49DB-A885-2490E28F0D5D}" type="presParOf" srcId="{0D80C052-6B36-4BFF-9770-FB7097477533}" destId="{093C0DE6-CB3A-4156-873C-99241B746A6C}" srcOrd="2" destOrd="0" presId="urn:microsoft.com/office/officeart/2005/8/layout/vProcess5"/>
    <dgm:cxn modelId="{6EFA3195-BF58-496B-920B-85398C5B622B}" type="presParOf" srcId="{0D80C052-6B36-4BFF-9770-FB7097477533}" destId="{600ECAD6-B859-4866-9481-A27BFF760485}" srcOrd="3" destOrd="0" presId="urn:microsoft.com/office/officeart/2005/8/layout/vProcess5"/>
    <dgm:cxn modelId="{55387100-6714-4B77-A8D9-7A4D481D6535}" type="presParOf" srcId="{0D80C052-6B36-4BFF-9770-FB7097477533}" destId="{E0C194F1-76EF-4177-9426-D2F226882EAA}" srcOrd="4" destOrd="0" presId="urn:microsoft.com/office/officeart/2005/8/layout/vProcess5"/>
    <dgm:cxn modelId="{D9467D36-265A-4EC5-A1A6-5E44B1866AEC}" type="presParOf" srcId="{0D80C052-6B36-4BFF-9770-FB7097477533}" destId="{3EF386C6-65D1-465F-BCAB-5FBFAFC4C289}" srcOrd="5" destOrd="0" presId="urn:microsoft.com/office/officeart/2005/8/layout/vProcess5"/>
    <dgm:cxn modelId="{B0DE33F0-64B4-4188-B726-379DDB030CC7}" type="presParOf" srcId="{0D80C052-6B36-4BFF-9770-FB7097477533}" destId="{BDC811F1-E8D7-4C4C-9CFC-717C999EB524}" srcOrd="6" destOrd="0" presId="urn:microsoft.com/office/officeart/2005/8/layout/vProcess5"/>
    <dgm:cxn modelId="{ABC5DAC5-001D-43DA-A7F1-9EBCEA8EECDB}" type="presParOf" srcId="{0D80C052-6B36-4BFF-9770-FB7097477533}" destId="{9BC18D9E-900D-4D61-96FF-A4D77A72E804}" srcOrd="7" destOrd="0" presId="urn:microsoft.com/office/officeart/2005/8/layout/vProcess5"/>
    <dgm:cxn modelId="{33D5EB3A-B4AA-4BDD-AD44-2469E33E0F97}" type="presParOf" srcId="{0D80C052-6B36-4BFF-9770-FB7097477533}" destId="{21132EA1-AA58-4538-AC72-9D90E72B1A83}" srcOrd="8" destOrd="0" presId="urn:microsoft.com/office/officeart/2005/8/layout/vProcess5"/>
    <dgm:cxn modelId="{00E998E8-CA35-4D8B-A620-3C37302A5ED5}" type="presParOf" srcId="{0D80C052-6B36-4BFF-9770-FB7097477533}" destId="{FC3E8E20-E42A-4BAE-91B4-94DFFC5E265D}" srcOrd="9" destOrd="0" presId="urn:microsoft.com/office/officeart/2005/8/layout/vProcess5"/>
    <dgm:cxn modelId="{6D35F7C9-FF6A-4B53-9412-135B0411DA44}" type="presParOf" srcId="{0D80C052-6B36-4BFF-9770-FB7097477533}" destId="{1A7CB2A1-9D47-4178-8FC3-E59FD506B3F6}" srcOrd="10" destOrd="0" presId="urn:microsoft.com/office/officeart/2005/8/layout/vProcess5"/>
    <dgm:cxn modelId="{01D11FD2-EAE0-42E6-8808-1E38C008A7F3}" type="presParOf" srcId="{0D80C052-6B36-4BFF-9770-FB7097477533}" destId="{6CBC8001-441B-433A-9148-2CE7BC7E4CE9}" srcOrd="11" destOrd="0" presId="urn:microsoft.com/office/officeart/2005/8/layout/vProcess5"/>
    <dgm:cxn modelId="{6BA613D2-E043-483E-9EF1-755B74FB38F5}" type="presParOf" srcId="{0D80C052-6B36-4BFF-9770-FB7097477533}" destId="{77E4AD5B-4636-4206-837B-46FEBDA6D547}" srcOrd="12" destOrd="0" presId="urn:microsoft.com/office/officeart/2005/8/layout/vProcess5"/>
    <dgm:cxn modelId="{151BBE7B-D659-425D-8E3C-F6DEC404809D}" type="presParOf" srcId="{0D80C052-6B36-4BFF-9770-FB7097477533}" destId="{22F14A4D-3F1E-4980-9F98-F71CD971FAFF}" srcOrd="13" destOrd="0" presId="urn:microsoft.com/office/officeart/2005/8/layout/vProcess5"/>
    <dgm:cxn modelId="{836E2F5F-C32A-477C-9CF8-E3CEA858A8E0}" type="presParOf" srcId="{0D80C052-6B36-4BFF-9770-FB7097477533}" destId="{02F46A0F-9972-4EF4-B448-F65C736A4CB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C9CDBA2-8FCE-4675-8CE2-E88A5ADC9DE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2C11776-F4E3-4A73-80B3-BBFC94876D7A}">
      <dgm:prSet/>
      <dgm:spPr/>
      <dgm:t>
        <a:bodyPr/>
        <a:lstStyle/>
        <a:p>
          <a:r>
            <a:rPr lang="en-US"/>
            <a:t>Identify</a:t>
          </a:r>
        </a:p>
      </dgm:t>
    </dgm:pt>
    <dgm:pt modelId="{107C2A9D-CF79-47E0-BFE4-749912DB2921}" type="parTrans" cxnId="{02F30DC9-4935-4FFC-91D5-3366110D62ED}">
      <dgm:prSet/>
      <dgm:spPr/>
      <dgm:t>
        <a:bodyPr/>
        <a:lstStyle/>
        <a:p>
          <a:endParaRPr lang="en-US"/>
        </a:p>
      </dgm:t>
    </dgm:pt>
    <dgm:pt modelId="{691531D3-4409-482D-92F2-D775CA7915C1}" type="sibTrans" cxnId="{02F30DC9-4935-4FFC-91D5-3366110D62ED}">
      <dgm:prSet/>
      <dgm:spPr/>
      <dgm:t>
        <a:bodyPr/>
        <a:lstStyle/>
        <a:p>
          <a:endParaRPr lang="en-US"/>
        </a:p>
      </dgm:t>
    </dgm:pt>
    <dgm:pt modelId="{63457C0F-AD2E-4932-BD03-5963987E2725}">
      <dgm:prSet/>
      <dgm:spPr/>
      <dgm:t>
        <a:bodyPr/>
        <a:lstStyle/>
        <a:p>
          <a:r>
            <a:rPr lang="en-US"/>
            <a:t>Identify assets and threats</a:t>
          </a:r>
        </a:p>
      </dgm:t>
    </dgm:pt>
    <dgm:pt modelId="{7E1DB01F-4BEB-4911-947E-784C35197EAA}" type="parTrans" cxnId="{F2C87F39-8B01-4B86-A916-76FD6EC7601E}">
      <dgm:prSet/>
      <dgm:spPr/>
      <dgm:t>
        <a:bodyPr/>
        <a:lstStyle/>
        <a:p>
          <a:endParaRPr lang="en-US"/>
        </a:p>
      </dgm:t>
    </dgm:pt>
    <dgm:pt modelId="{EEBAAB36-3C7E-4013-82FE-EE298628937F}" type="sibTrans" cxnId="{F2C87F39-8B01-4B86-A916-76FD6EC7601E}">
      <dgm:prSet/>
      <dgm:spPr/>
      <dgm:t>
        <a:bodyPr/>
        <a:lstStyle/>
        <a:p>
          <a:endParaRPr lang="en-US"/>
        </a:p>
      </dgm:t>
    </dgm:pt>
    <dgm:pt modelId="{7D751EA9-C6DA-43F2-AFD3-3C7CFEECB6E3}">
      <dgm:prSet/>
      <dgm:spPr/>
      <dgm:t>
        <a:bodyPr/>
        <a:lstStyle/>
        <a:p>
          <a:r>
            <a:rPr lang="en-US"/>
            <a:t>Identify</a:t>
          </a:r>
        </a:p>
      </dgm:t>
    </dgm:pt>
    <dgm:pt modelId="{245F6C56-F3C3-4CEF-9BFA-BAA196BC14B2}" type="parTrans" cxnId="{10F3BA7F-5252-488A-A6A6-DD750FA57048}">
      <dgm:prSet/>
      <dgm:spPr/>
      <dgm:t>
        <a:bodyPr/>
        <a:lstStyle/>
        <a:p>
          <a:endParaRPr lang="en-US"/>
        </a:p>
      </dgm:t>
    </dgm:pt>
    <dgm:pt modelId="{7E2BD1A5-944D-45CD-86E8-DB72B0335D60}" type="sibTrans" cxnId="{10F3BA7F-5252-488A-A6A6-DD750FA57048}">
      <dgm:prSet/>
      <dgm:spPr/>
      <dgm:t>
        <a:bodyPr/>
        <a:lstStyle/>
        <a:p>
          <a:endParaRPr lang="en-US"/>
        </a:p>
      </dgm:t>
    </dgm:pt>
    <dgm:pt modelId="{482398CB-29B1-4DCE-A8D0-445FB521C237}">
      <dgm:prSet/>
      <dgm:spPr/>
      <dgm:t>
        <a:bodyPr/>
        <a:lstStyle/>
        <a:p>
          <a:r>
            <a:rPr lang="en-US"/>
            <a:t>Identify vulnerabilities</a:t>
          </a:r>
        </a:p>
      </dgm:t>
    </dgm:pt>
    <dgm:pt modelId="{A3CFAF24-E513-40A6-BEF7-CC06FD742A51}" type="parTrans" cxnId="{1CEA2A25-CDEC-4070-A817-D497C92F36DC}">
      <dgm:prSet/>
      <dgm:spPr/>
      <dgm:t>
        <a:bodyPr/>
        <a:lstStyle/>
        <a:p>
          <a:endParaRPr lang="en-US"/>
        </a:p>
      </dgm:t>
    </dgm:pt>
    <dgm:pt modelId="{D6350CCD-3445-4882-B777-E9E3FB2A6F81}" type="sibTrans" cxnId="{1CEA2A25-CDEC-4070-A817-D497C92F36DC}">
      <dgm:prSet/>
      <dgm:spPr/>
      <dgm:t>
        <a:bodyPr/>
        <a:lstStyle/>
        <a:p>
          <a:endParaRPr lang="en-US"/>
        </a:p>
      </dgm:t>
    </dgm:pt>
    <dgm:pt modelId="{BBFB0D49-2D4A-4CA3-BB4E-563DB53A4CCC}">
      <dgm:prSet/>
      <dgm:spPr/>
      <dgm:t>
        <a:bodyPr/>
        <a:lstStyle/>
        <a:p>
          <a:r>
            <a:rPr lang="en-US"/>
            <a:t>Assess</a:t>
          </a:r>
        </a:p>
      </dgm:t>
    </dgm:pt>
    <dgm:pt modelId="{64E61F34-FF42-4110-B541-41B934D4A7FE}" type="parTrans" cxnId="{70FA10FE-3E02-4D6A-8FD1-7FB2F82F8CCD}">
      <dgm:prSet/>
      <dgm:spPr/>
      <dgm:t>
        <a:bodyPr/>
        <a:lstStyle/>
        <a:p>
          <a:endParaRPr lang="en-US"/>
        </a:p>
      </dgm:t>
    </dgm:pt>
    <dgm:pt modelId="{6BE20CE1-8AE9-403E-B72B-FAD3CF637B75}" type="sibTrans" cxnId="{70FA10FE-3E02-4D6A-8FD1-7FB2F82F8CCD}">
      <dgm:prSet/>
      <dgm:spPr/>
      <dgm:t>
        <a:bodyPr/>
        <a:lstStyle/>
        <a:p>
          <a:endParaRPr lang="en-US"/>
        </a:p>
      </dgm:t>
    </dgm:pt>
    <dgm:pt modelId="{D9C11D7D-36CA-4EDC-BAA7-FE705002DC85}">
      <dgm:prSet/>
      <dgm:spPr/>
      <dgm:t>
        <a:bodyPr/>
        <a:lstStyle/>
        <a:p>
          <a:r>
            <a:rPr lang="en-US"/>
            <a:t>Assess likelihood and impact</a:t>
          </a:r>
        </a:p>
      </dgm:t>
    </dgm:pt>
    <dgm:pt modelId="{4339E89C-445A-4346-9C0A-AE9A77B98885}" type="parTrans" cxnId="{400B1F49-2ADA-4E43-839D-C813FAD3BEB0}">
      <dgm:prSet/>
      <dgm:spPr/>
      <dgm:t>
        <a:bodyPr/>
        <a:lstStyle/>
        <a:p>
          <a:endParaRPr lang="en-US"/>
        </a:p>
      </dgm:t>
    </dgm:pt>
    <dgm:pt modelId="{B16937FA-18DF-4EBD-9C07-86151E7D6F5A}" type="sibTrans" cxnId="{400B1F49-2ADA-4E43-839D-C813FAD3BEB0}">
      <dgm:prSet/>
      <dgm:spPr/>
      <dgm:t>
        <a:bodyPr/>
        <a:lstStyle/>
        <a:p>
          <a:endParaRPr lang="en-US"/>
        </a:p>
      </dgm:t>
    </dgm:pt>
    <dgm:pt modelId="{6E69C58F-EABE-495E-9887-D38197D417F0}">
      <dgm:prSet/>
      <dgm:spPr/>
      <dgm:t>
        <a:bodyPr/>
        <a:lstStyle/>
        <a:p>
          <a:r>
            <a:rPr lang="en-US"/>
            <a:t>Determine</a:t>
          </a:r>
        </a:p>
      </dgm:t>
    </dgm:pt>
    <dgm:pt modelId="{68F53C26-B769-4DBA-8FF8-1C52BF7C6413}" type="parTrans" cxnId="{7F7BF220-600A-4A70-A852-8BCB7C76E217}">
      <dgm:prSet/>
      <dgm:spPr/>
      <dgm:t>
        <a:bodyPr/>
        <a:lstStyle/>
        <a:p>
          <a:endParaRPr lang="en-US"/>
        </a:p>
      </dgm:t>
    </dgm:pt>
    <dgm:pt modelId="{CA560936-04B9-4AE6-A761-B1497DAFD7F9}" type="sibTrans" cxnId="{7F7BF220-600A-4A70-A852-8BCB7C76E217}">
      <dgm:prSet/>
      <dgm:spPr/>
      <dgm:t>
        <a:bodyPr/>
        <a:lstStyle/>
        <a:p>
          <a:endParaRPr lang="en-US"/>
        </a:p>
      </dgm:t>
    </dgm:pt>
    <dgm:pt modelId="{605FF405-6417-4F5B-BA65-CC214783F128}">
      <dgm:prSet/>
      <dgm:spPr/>
      <dgm:t>
        <a:bodyPr/>
        <a:lstStyle/>
        <a:p>
          <a:r>
            <a:rPr lang="en-US"/>
            <a:t>Determine risk level</a:t>
          </a:r>
        </a:p>
      </dgm:t>
    </dgm:pt>
    <dgm:pt modelId="{A5EF35A8-3588-45D6-B297-CA35B53C7699}" type="parTrans" cxnId="{49B4502D-3E61-4C34-B169-1917B597FE31}">
      <dgm:prSet/>
      <dgm:spPr/>
      <dgm:t>
        <a:bodyPr/>
        <a:lstStyle/>
        <a:p>
          <a:endParaRPr lang="en-US"/>
        </a:p>
      </dgm:t>
    </dgm:pt>
    <dgm:pt modelId="{8EC93355-2655-48C4-952E-22218BDABF88}" type="sibTrans" cxnId="{49B4502D-3E61-4C34-B169-1917B597FE31}">
      <dgm:prSet/>
      <dgm:spPr/>
      <dgm:t>
        <a:bodyPr/>
        <a:lstStyle/>
        <a:p>
          <a:endParaRPr lang="en-US"/>
        </a:p>
      </dgm:t>
    </dgm:pt>
    <dgm:pt modelId="{371DC66F-FAE0-40B0-82B8-2FCEB289FD65}">
      <dgm:prSet/>
      <dgm:spPr/>
      <dgm:t>
        <a:bodyPr/>
        <a:lstStyle/>
        <a:p>
          <a:r>
            <a:rPr lang="en-US"/>
            <a:t>Apply</a:t>
          </a:r>
        </a:p>
      </dgm:t>
    </dgm:pt>
    <dgm:pt modelId="{414D0134-66A2-4D8E-81FA-BA7DB111FA09}" type="parTrans" cxnId="{3BC4099A-79B6-4612-BE09-9E04B6725B8B}">
      <dgm:prSet/>
      <dgm:spPr/>
      <dgm:t>
        <a:bodyPr/>
        <a:lstStyle/>
        <a:p>
          <a:endParaRPr lang="en-US"/>
        </a:p>
      </dgm:t>
    </dgm:pt>
    <dgm:pt modelId="{973DCA78-C57B-4307-90EE-7CEB11C08AE1}" type="sibTrans" cxnId="{3BC4099A-79B6-4612-BE09-9E04B6725B8B}">
      <dgm:prSet/>
      <dgm:spPr/>
      <dgm:t>
        <a:bodyPr/>
        <a:lstStyle/>
        <a:p>
          <a:endParaRPr lang="en-US"/>
        </a:p>
      </dgm:t>
    </dgm:pt>
    <dgm:pt modelId="{97526696-70BA-488D-BAA5-996598F5056B}">
      <dgm:prSet/>
      <dgm:spPr/>
      <dgm:t>
        <a:bodyPr/>
        <a:lstStyle/>
        <a:p>
          <a:r>
            <a:rPr lang="en-US"/>
            <a:t>Apply mitigation or controls</a:t>
          </a:r>
        </a:p>
      </dgm:t>
    </dgm:pt>
    <dgm:pt modelId="{92783CF6-B781-42F5-A31D-0CF4A51FFA72}" type="parTrans" cxnId="{35720EE2-5B93-4DC9-B703-D2C02F9F83E1}">
      <dgm:prSet/>
      <dgm:spPr/>
      <dgm:t>
        <a:bodyPr/>
        <a:lstStyle/>
        <a:p>
          <a:endParaRPr lang="en-US"/>
        </a:p>
      </dgm:t>
    </dgm:pt>
    <dgm:pt modelId="{F1D617D7-D747-4C89-8CCB-67D8F74A9AC0}" type="sibTrans" cxnId="{35720EE2-5B93-4DC9-B703-D2C02F9F83E1}">
      <dgm:prSet/>
      <dgm:spPr/>
      <dgm:t>
        <a:bodyPr/>
        <a:lstStyle/>
        <a:p>
          <a:endParaRPr lang="en-US"/>
        </a:p>
      </dgm:t>
    </dgm:pt>
    <dgm:pt modelId="{EE9BCAB2-4C53-4EB2-8620-5FAA75B38CA6}">
      <dgm:prSet/>
      <dgm:spPr/>
      <dgm:t>
        <a:bodyPr/>
        <a:lstStyle/>
        <a:p>
          <a:r>
            <a:rPr lang="en-US"/>
            <a:t>Monitor</a:t>
          </a:r>
        </a:p>
      </dgm:t>
    </dgm:pt>
    <dgm:pt modelId="{85493930-2289-4C42-9EEE-DB72F22BF580}" type="parTrans" cxnId="{E650C4F2-0215-4B58-9A79-8FE7945CDCD7}">
      <dgm:prSet/>
      <dgm:spPr/>
      <dgm:t>
        <a:bodyPr/>
        <a:lstStyle/>
        <a:p>
          <a:endParaRPr lang="en-US"/>
        </a:p>
      </dgm:t>
    </dgm:pt>
    <dgm:pt modelId="{FE970BC0-F407-4791-92C0-2CB63FA2FB30}" type="sibTrans" cxnId="{E650C4F2-0215-4B58-9A79-8FE7945CDCD7}">
      <dgm:prSet/>
      <dgm:spPr/>
      <dgm:t>
        <a:bodyPr/>
        <a:lstStyle/>
        <a:p>
          <a:endParaRPr lang="en-US"/>
        </a:p>
      </dgm:t>
    </dgm:pt>
    <dgm:pt modelId="{AC0CDAB1-91B4-4FCB-B2D7-7E2F58EC3E59}">
      <dgm:prSet/>
      <dgm:spPr/>
      <dgm:t>
        <a:bodyPr/>
        <a:lstStyle/>
        <a:p>
          <a:r>
            <a:rPr lang="en-US"/>
            <a:t>Monitor continuously</a:t>
          </a:r>
        </a:p>
      </dgm:t>
    </dgm:pt>
    <dgm:pt modelId="{B0DC44D5-1FA9-4785-A1DC-AFE7FD29736E}" type="parTrans" cxnId="{7B92A033-E5A8-45AA-A56E-557D4E711028}">
      <dgm:prSet/>
      <dgm:spPr/>
      <dgm:t>
        <a:bodyPr/>
        <a:lstStyle/>
        <a:p>
          <a:endParaRPr lang="en-US"/>
        </a:p>
      </dgm:t>
    </dgm:pt>
    <dgm:pt modelId="{AA0B6D30-6E46-42C1-B442-29156A0D51FB}" type="sibTrans" cxnId="{7B92A033-E5A8-45AA-A56E-557D4E711028}">
      <dgm:prSet/>
      <dgm:spPr/>
      <dgm:t>
        <a:bodyPr/>
        <a:lstStyle/>
        <a:p>
          <a:endParaRPr lang="en-US"/>
        </a:p>
      </dgm:t>
    </dgm:pt>
    <dgm:pt modelId="{9D932E99-27BF-424D-8E69-C12DB5767B6D}" type="pres">
      <dgm:prSet presAssocID="{8C9CDBA2-8FCE-4675-8CE2-E88A5ADC9DE7}" presName="Name0" presStyleCnt="0">
        <dgm:presLayoutVars>
          <dgm:dir/>
          <dgm:animLvl val="lvl"/>
          <dgm:resizeHandles val="exact"/>
        </dgm:presLayoutVars>
      </dgm:prSet>
      <dgm:spPr/>
    </dgm:pt>
    <dgm:pt modelId="{01E96A39-634F-4940-B714-07CCD5DF5AD1}" type="pres">
      <dgm:prSet presAssocID="{EE9BCAB2-4C53-4EB2-8620-5FAA75B38CA6}" presName="boxAndChildren" presStyleCnt="0"/>
      <dgm:spPr/>
    </dgm:pt>
    <dgm:pt modelId="{FED4C368-2566-47BE-9C59-3A60501C04B6}" type="pres">
      <dgm:prSet presAssocID="{EE9BCAB2-4C53-4EB2-8620-5FAA75B38CA6}" presName="parentTextBox" presStyleLbl="alignNode1" presStyleIdx="0" presStyleCnt="6"/>
      <dgm:spPr/>
    </dgm:pt>
    <dgm:pt modelId="{FDE1C612-64B2-4579-8B4F-8E2979CE3E58}" type="pres">
      <dgm:prSet presAssocID="{EE9BCAB2-4C53-4EB2-8620-5FAA75B38CA6}" presName="descendantBox" presStyleLbl="bgAccFollowNode1" presStyleIdx="0" presStyleCnt="6"/>
      <dgm:spPr/>
    </dgm:pt>
    <dgm:pt modelId="{F111B087-FA61-48F6-BE5C-129ABFEF121A}" type="pres">
      <dgm:prSet presAssocID="{973DCA78-C57B-4307-90EE-7CEB11C08AE1}" presName="sp" presStyleCnt="0"/>
      <dgm:spPr/>
    </dgm:pt>
    <dgm:pt modelId="{17065A1B-305B-407A-98E0-BC79319E4799}" type="pres">
      <dgm:prSet presAssocID="{371DC66F-FAE0-40B0-82B8-2FCEB289FD65}" presName="arrowAndChildren" presStyleCnt="0"/>
      <dgm:spPr/>
    </dgm:pt>
    <dgm:pt modelId="{6385FD2E-8885-4558-97CC-3337298826D5}" type="pres">
      <dgm:prSet presAssocID="{371DC66F-FAE0-40B0-82B8-2FCEB289FD65}" presName="parentTextArrow" presStyleLbl="node1" presStyleIdx="0" presStyleCnt="0"/>
      <dgm:spPr/>
    </dgm:pt>
    <dgm:pt modelId="{EA01FE4D-8DD7-4B63-89D3-5876C210945C}" type="pres">
      <dgm:prSet presAssocID="{371DC66F-FAE0-40B0-82B8-2FCEB289FD65}" presName="arrow" presStyleLbl="alignNode1" presStyleIdx="1" presStyleCnt="6"/>
      <dgm:spPr/>
    </dgm:pt>
    <dgm:pt modelId="{2C9356DF-F090-4B9C-8055-907D32D32D89}" type="pres">
      <dgm:prSet presAssocID="{371DC66F-FAE0-40B0-82B8-2FCEB289FD65}" presName="descendantArrow" presStyleLbl="bgAccFollowNode1" presStyleIdx="1" presStyleCnt="6"/>
      <dgm:spPr/>
    </dgm:pt>
    <dgm:pt modelId="{044BFEE8-D813-44BD-BF57-12ED57369419}" type="pres">
      <dgm:prSet presAssocID="{CA560936-04B9-4AE6-A761-B1497DAFD7F9}" presName="sp" presStyleCnt="0"/>
      <dgm:spPr/>
    </dgm:pt>
    <dgm:pt modelId="{682A423A-9850-4184-AEBE-19479D0AB0FD}" type="pres">
      <dgm:prSet presAssocID="{6E69C58F-EABE-495E-9887-D38197D417F0}" presName="arrowAndChildren" presStyleCnt="0"/>
      <dgm:spPr/>
    </dgm:pt>
    <dgm:pt modelId="{3BA0610C-BEEE-44BF-91B5-E3315DD02690}" type="pres">
      <dgm:prSet presAssocID="{6E69C58F-EABE-495E-9887-D38197D417F0}" presName="parentTextArrow" presStyleLbl="node1" presStyleIdx="0" presStyleCnt="0"/>
      <dgm:spPr/>
    </dgm:pt>
    <dgm:pt modelId="{0D6BA418-E9DC-4B4F-ABD2-F0EBDDAD7D02}" type="pres">
      <dgm:prSet presAssocID="{6E69C58F-EABE-495E-9887-D38197D417F0}" presName="arrow" presStyleLbl="alignNode1" presStyleIdx="2" presStyleCnt="6"/>
      <dgm:spPr/>
    </dgm:pt>
    <dgm:pt modelId="{DDCAC757-2E3E-465C-BAA0-953F6D6640F6}" type="pres">
      <dgm:prSet presAssocID="{6E69C58F-EABE-495E-9887-D38197D417F0}" presName="descendantArrow" presStyleLbl="bgAccFollowNode1" presStyleIdx="2" presStyleCnt="6"/>
      <dgm:spPr/>
    </dgm:pt>
    <dgm:pt modelId="{7A90E708-B4DA-45E0-B4CE-F38025A1CF52}" type="pres">
      <dgm:prSet presAssocID="{6BE20CE1-8AE9-403E-B72B-FAD3CF637B75}" presName="sp" presStyleCnt="0"/>
      <dgm:spPr/>
    </dgm:pt>
    <dgm:pt modelId="{D77004D8-BA0D-4CF5-9E74-B33E586D3639}" type="pres">
      <dgm:prSet presAssocID="{BBFB0D49-2D4A-4CA3-BB4E-563DB53A4CCC}" presName="arrowAndChildren" presStyleCnt="0"/>
      <dgm:spPr/>
    </dgm:pt>
    <dgm:pt modelId="{EEC51778-3450-498B-9B38-371F69DE2C2D}" type="pres">
      <dgm:prSet presAssocID="{BBFB0D49-2D4A-4CA3-BB4E-563DB53A4CCC}" presName="parentTextArrow" presStyleLbl="node1" presStyleIdx="0" presStyleCnt="0"/>
      <dgm:spPr/>
    </dgm:pt>
    <dgm:pt modelId="{23D0D5D9-0C8C-4D51-B6B9-969D44589995}" type="pres">
      <dgm:prSet presAssocID="{BBFB0D49-2D4A-4CA3-BB4E-563DB53A4CCC}" presName="arrow" presStyleLbl="alignNode1" presStyleIdx="3" presStyleCnt="6"/>
      <dgm:spPr/>
    </dgm:pt>
    <dgm:pt modelId="{BB205328-3EF6-41FD-8E41-6B00AA76C533}" type="pres">
      <dgm:prSet presAssocID="{BBFB0D49-2D4A-4CA3-BB4E-563DB53A4CCC}" presName="descendantArrow" presStyleLbl="bgAccFollowNode1" presStyleIdx="3" presStyleCnt="6"/>
      <dgm:spPr/>
    </dgm:pt>
    <dgm:pt modelId="{610B8536-3BFD-4A76-A71C-5180C0A26C75}" type="pres">
      <dgm:prSet presAssocID="{7E2BD1A5-944D-45CD-86E8-DB72B0335D60}" presName="sp" presStyleCnt="0"/>
      <dgm:spPr/>
    </dgm:pt>
    <dgm:pt modelId="{1B01871B-3E58-4449-B73B-8886B32609E1}" type="pres">
      <dgm:prSet presAssocID="{7D751EA9-C6DA-43F2-AFD3-3C7CFEECB6E3}" presName="arrowAndChildren" presStyleCnt="0"/>
      <dgm:spPr/>
    </dgm:pt>
    <dgm:pt modelId="{79BFFA64-F07E-4057-81C9-FA9ABA2442B8}" type="pres">
      <dgm:prSet presAssocID="{7D751EA9-C6DA-43F2-AFD3-3C7CFEECB6E3}" presName="parentTextArrow" presStyleLbl="node1" presStyleIdx="0" presStyleCnt="0"/>
      <dgm:spPr/>
    </dgm:pt>
    <dgm:pt modelId="{962A2B65-F506-42D9-8B9D-6D07C289EF6C}" type="pres">
      <dgm:prSet presAssocID="{7D751EA9-C6DA-43F2-AFD3-3C7CFEECB6E3}" presName="arrow" presStyleLbl="alignNode1" presStyleIdx="4" presStyleCnt="6"/>
      <dgm:spPr/>
    </dgm:pt>
    <dgm:pt modelId="{47912392-0992-40BC-B33C-816738E003C2}" type="pres">
      <dgm:prSet presAssocID="{7D751EA9-C6DA-43F2-AFD3-3C7CFEECB6E3}" presName="descendantArrow" presStyleLbl="bgAccFollowNode1" presStyleIdx="4" presStyleCnt="6"/>
      <dgm:spPr/>
    </dgm:pt>
    <dgm:pt modelId="{CA379E97-3A54-44D9-BDB1-BB299C8D63DD}" type="pres">
      <dgm:prSet presAssocID="{691531D3-4409-482D-92F2-D775CA7915C1}" presName="sp" presStyleCnt="0"/>
      <dgm:spPr/>
    </dgm:pt>
    <dgm:pt modelId="{D2ACBBC8-3462-44C2-AEB6-A6B8C425C95E}" type="pres">
      <dgm:prSet presAssocID="{22C11776-F4E3-4A73-80B3-BBFC94876D7A}" presName="arrowAndChildren" presStyleCnt="0"/>
      <dgm:spPr/>
    </dgm:pt>
    <dgm:pt modelId="{225C1D8D-B39A-4C92-B1FD-5ADF31992E54}" type="pres">
      <dgm:prSet presAssocID="{22C11776-F4E3-4A73-80B3-BBFC94876D7A}" presName="parentTextArrow" presStyleLbl="node1" presStyleIdx="0" presStyleCnt="0"/>
      <dgm:spPr/>
    </dgm:pt>
    <dgm:pt modelId="{72E31033-5C81-4532-A348-1FDC7A3B09A6}" type="pres">
      <dgm:prSet presAssocID="{22C11776-F4E3-4A73-80B3-BBFC94876D7A}" presName="arrow" presStyleLbl="alignNode1" presStyleIdx="5" presStyleCnt="6"/>
      <dgm:spPr/>
    </dgm:pt>
    <dgm:pt modelId="{A8F219CF-7B67-49E6-9A61-C2A1A897A3F7}" type="pres">
      <dgm:prSet presAssocID="{22C11776-F4E3-4A73-80B3-BBFC94876D7A}" presName="descendantArrow" presStyleLbl="bgAccFollowNode1" presStyleIdx="5" presStyleCnt="6"/>
      <dgm:spPr/>
    </dgm:pt>
  </dgm:ptLst>
  <dgm:cxnLst>
    <dgm:cxn modelId="{74E33E18-5305-4E29-A0D3-E30109E9E0AC}" type="presOf" srcId="{7D751EA9-C6DA-43F2-AFD3-3C7CFEECB6E3}" destId="{79BFFA64-F07E-4057-81C9-FA9ABA2442B8}" srcOrd="0" destOrd="0" presId="urn:microsoft.com/office/officeart/2016/7/layout/VerticalDownArrowProcess"/>
    <dgm:cxn modelId="{7F7BF220-600A-4A70-A852-8BCB7C76E217}" srcId="{8C9CDBA2-8FCE-4675-8CE2-E88A5ADC9DE7}" destId="{6E69C58F-EABE-495E-9887-D38197D417F0}" srcOrd="3" destOrd="0" parTransId="{68F53C26-B769-4DBA-8FF8-1C52BF7C6413}" sibTransId="{CA560936-04B9-4AE6-A761-B1497DAFD7F9}"/>
    <dgm:cxn modelId="{1CEA2A25-CDEC-4070-A817-D497C92F36DC}" srcId="{7D751EA9-C6DA-43F2-AFD3-3C7CFEECB6E3}" destId="{482398CB-29B1-4DCE-A8D0-445FB521C237}" srcOrd="0" destOrd="0" parTransId="{A3CFAF24-E513-40A6-BEF7-CC06FD742A51}" sibTransId="{D6350CCD-3445-4882-B777-E9E3FB2A6F81}"/>
    <dgm:cxn modelId="{49B4502D-3E61-4C34-B169-1917B597FE31}" srcId="{6E69C58F-EABE-495E-9887-D38197D417F0}" destId="{605FF405-6417-4F5B-BA65-CC214783F128}" srcOrd="0" destOrd="0" parTransId="{A5EF35A8-3588-45D6-B297-CA35B53C7699}" sibTransId="{8EC93355-2655-48C4-952E-22218BDABF88}"/>
    <dgm:cxn modelId="{7B92A033-E5A8-45AA-A56E-557D4E711028}" srcId="{EE9BCAB2-4C53-4EB2-8620-5FAA75B38CA6}" destId="{AC0CDAB1-91B4-4FCB-B2D7-7E2F58EC3E59}" srcOrd="0" destOrd="0" parTransId="{B0DC44D5-1FA9-4785-A1DC-AFE7FD29736E}" sibTransId="{AA0B6D30-6E46-42C1-B442-29156A0D51FB}"/>
    <dgm:cxn modelId="{F08E5737-31EB-4BBD-9AC4-AEC2D27298D7}" type="presOf" srcId="{D9C11D7D-36CA-4EDC-BAA7-FE705002DC85}" destId="{BB205328-3EF6-41FD-8E41-6B00AA76C533}" srcOrd="0" destOrd="0" presId="urn:microsoft.com/office/officeart/2016/7/layout/VerticalDownArrowProcess"/>
    <dgm:cxn modelId="{F2C87F39-8B01-4B86-A916-76FD6EC7601E}" srcId="{22C11776-F4E3-4A73-80B3-BBFC94876D7A}" destId="{63457C0F-AD2E-4932-BD03-5963987E2725}" srcOrd="0" destOrd="0" parTransId="{7E1DB01F-4BEB-4911-947E-784C35197EAA}" sibTransId="{EEBAAB36-3C7E-4013-82FE-EE298628937F}"/>
    <dgm:cxn modelId="{E1862F3A-8BA7-4C9F-86FF-5AE34162E3CA}" type="presOf" srcId="{22C11776-F4E3-4A73-80B3-BBFC94876D7A}" destId="{72E31033-5C81-4532-A348-1FDC7A3B09A6}" srcOrd="1" destOrd="0" presId="urn:microsoft.com/office/officeart/2016/7/layout/VerticalDownArrowProcess"/>
    <dgm:cxn modelId="{8F133960-3BB8-4439-AA5F-C8339AD806B8}" type="presOf" srcId="{6E69C58F-EABE-495E-9887-D38197D417F0}" destId="{3BA0610C-BEEE-44BF-91B5-E3315DD02690}" srcOrd="0" destOrd="0" presId="urn:microsoft.com/office/officeart/2016/7/layout/VerticalDownArrowProcess"/>
    <dgm:cxn modelId="{DE6EEA44-B3B5-4051-A969-593D07317807}" type="presOf" srcId="{371DC66F-FAE0-40B0-82B8-2FCEB289FD65}" destId="{6385FD2E-8885-4558-97CC-3337298826D5}" srcOrd="0" destOrd="0" presId="urn:microsoft.com/office/officeart/2016/7/layout/VerticalDownArrowProcess"/>
    <dgm:cxn modelId="{FF2E0345-C808-43A5-AA17-2BF77EF4E374}" type="presOf" srcId="{AC0CDAB1-91B4-4FCB-B2D7-7E2F58EC3E59}" destId="{FDE1C612-64B2-4579-8B4F-8E2979CE3E58}" srcOrd="0" destOrd="0" presId="urn:microsoft.com/office/officeart/2016/7/layout/VerticalDownArrowProcess"/>
    <dgm:cxn modelId="{400B1F49-2ADA-4E43-839D-C813FAD3BEB0}" srcId="{BBFB0D49-2D4A-4CA3-BB4E-563DB53A4CCC}" destId="{D9C11D7D-36CA-4EDC-BAA7-FE705002DC85}" srcOrd="0" destOrd="0" parTransId="{4339E89C-445A-4346-9C0A-AE9A77B98885}" sibTransId="{B16937FA-18DF-4EBD-9C07-86151E7D6F5A}"/>
    <dgm:cxn modelId="{0CF5F76B-AD93-4C3E-8C65-7280B41923E3}" type="presOf" srcId="{371DC66F-FAE0-40B0-82B8-2FCEB289FD65}" destId="{EA01FE4D-8DD7-4B63-89D3-5876C210945C}" srcOrd="1" destOrd="0" presId="urn:microsoft.com/office/officeart/2016/7/layout/VerticalDownArrowProcess"/>
    <dgm:cxn modelId="{8E82D870-8BCA-454E-918E-56F0B1153E4F}" type="presOf" srcId="{BBFB0D49-2D4A-4CA3-BB4E-563DB53A4CCC}" destId="{23D0D5D9-0C8C-4D51-B6B9-969D44589995}" srcOrd="1" destOrd="0" presId="urn:microsoft.com/office/officeart/2016/7/layout/VerticalDownArrowProcess"/>
    <dgm:cxn modelId="{AE4DA476-A9C5-4ED2-9563-5302E0AA24C9}" type="presOf" srcId="{22C11776-F4E3-4A73-80B3-BBFC94876D7A}" destId="{225C1D8D-B39A-4C92-B1FD-5ADF31992E54}" srcOrd="0" destOrd="0" presId="urn:microsoft.com/office/officeart/2016/7/layout/VerticalDownArrowProcess"/>
    <dgm:cxn modelId="{10F3BA7F-5252-488A-A6A6-DD750FA57048}" srcId="{8C9CDBA2-8FCE-4675-8CE2-E88A5ADC9DE7}" destId="{7D751EA9-C6DA-43F2-AFD3-3C7CFEECB6E3}" srcOrd="1" destOrd="0" parTransId="{245F6C56-F3C3-4CEF-9BFA-BAA196BC14B2}" sibTransId="{7E2BD1A5-944D-45CD-86E8-DB72B0335D60}"/>
    <dgm:cxn modelId="{4390F28C-9CF4-4E38-8FEB-019A0B255B54}" type="presOf" srcId="{97526696-70BA-488D-BAA5-996598F5056B}" destId="{2C9356DF-F090-4B9C-8055-907D32D32D89}" srcOrd="0" destOrd="0" presId="urn:microsoft.com/office/officeart/2016/7/layout/VerticalDownArrowProcess"/>
    <dgm:cxn modelId="{7AAE0193-BE6E-457F-B3D4-DA712C370814}" type="presOf" srcId="{482398CB-29B1-4DCE-A8D0-445FB521C237}" destId="{47912392-0992-40BC-B33C-816738E003C2}" srcOrd="0" destOrd="0" presId="urn:microsoft.com/office/officeart/2016/7/layout/VerticalDownArrowProcess"/>
    <dgm:cxn modelId="{3BC4099A-79B6-4612-BE09-9E04B6725B8B}" srcId="{8C9CDBA2-8FCE-4675-8CE2-E88A5ADC9DE7}" destId="{371DC66F-FAE0-40B0-82B8-2FCEB289FD65}" srcOrd="4" destOrd="0" parTransId="{414D0134-66A2-4D8E-81FA-BA7DB111FA09}" sibTransId="{973DCA78-C57B-4307-90EE-7CEB11C08AE1}"/>
    <dgm:cxn modelId="{C76D34B3-CCE2-4C8C-8476-6054967F8FFF}" type="presOf" srcId="{7D751EA9-C6DA-43F2-AFD3-3C7CFEECB6E3}" destId="{962A2B65-F506-42D9-8B9D-6D07C289EF6C}" srcOrd="1" destOrd="0" presId="urn:microsoft.com/office/officeart/2016/7/layout/VerticalDownArrowProcess"/>
    <dgm:cxn modelId="{8FB50AB4-A7B9-49B9-8A5A-F52A35284970}" type="presOf" srcId="{EE9BCAB2-4C53-4EB2-8620-5FAA75B38CA6}" destId="{FED4C368-2566-47BE-9C59-3A60501C04B6}" srcOrd="0" destOrd="0" presId="urn:microsoft.com/office/officeart/2016/7/layout/VerticalDownArrowProcess"/>
    <dgm:cxn modelId="{02F30DC9-4935-4FFC-91D5-3366110D62ED}" srcId="{8C9CDBA2-8FCE-4675-8CE2-E88A5ADC9DE7}" destId="{22C11776-F4E3-4A73-80B3-BBFC94876D7A}" srcOrd="0" destOrd="0" parTransId="{107C2A9D-CF79-47E0-BFE4-749912DB2921}" sibTransId="{691531D3-4409-482D-92F2-D775CA7915C1}"/>
    <dgm:cxn modelId="{951B51CC-83AB-4431-BFB7-9AB324998DF5}" type="presOf" srcId="{8C9CDBA2-8FCE-4675-8CE2-E88A5ADC9DE7}" destId="{9D932E99-27BF-424D-8E69-C12DB5767B6D}" srcOrd="0" destOrd="0" presId="urn:microsoft.com/office/officeart/2016/7/layout/VerticalDownArrowProcess"/>
    <dgm:cxn modelId="{DCF3EDD0-C469-41E4-B5A7-A8E97A7CC464}" type="presOf" srcId="{63457C0F-AD2E-4932-BD03-5963987E2725}" destId="{A8F219CF-7B67-49E6-9A61-C2A1A897A3F7}" srcOrd="0" destOrd="0" presId="urn:microsoft.com/office/officeart/2016/7/layout/VerticalDownArrowProcess"/>
    <dgm:cxn modelId="{35720EE2-5B93-4DC9-B703-D2C02F9F83E1}" srcId="{371DC66F-FAE0-40B0-82B8-2FCEB289FD65}" destId="{97526696-70BA-488D-BAA5-996598F5056B}" srcOrd="0" destOrd="0" parTransId="{92783CF6-B781-42F5-A31D-0CF4A51FFA72}" sibTransId="{F1D617D7-D747-4C89-8CCB-67D8F74A9AC0}"/>
    <dgm:cxn modelId="{903D4BE4-E447-4D7B-B9A1-AD3BC2F8CD9C}" type="presOf" srcId="{605FF405-6417-4F5B-BA65-CC214783F128}" destId="{DDCAC757-2E3E-465C-BAA0-953F6D6640F6}" srcOrd="0" destOrd="0" presId="urn:microsoft.com/office/officeart/2016/7/layout/VerticalDownArrowProcess"/>
    <dgm:cxn modelId="{DDEC98EF-433B-46A3-8046-141A701FC39C}" type="presOf" srcId="{6E69C58F-EABE-495E-9887-D38197D417F0}" destId="{0D6BA418-E9DC-4B4F-ABD2-F0EBDDAD7D02}" srcOrd="1" destOrd="0" presId="urn:microsoft.com/office/officeart/2016/7/layout/VerticalDownArrowProcess"/>
    <dgm:cxn modelId="{E650C4F2-0215-4B58-9A79-8FE7945CDCD7}" srcId="{8C9CDBA2-8FCE-4675-8CE2-E88A5ADC9DE7}" destId="{EE9BCAB2-4C53-4EB2-8620-5FAA75B38CA6}" srcOrd="5" destOrd="0" parTransId="{85493930-2289-4C42-9EEE-DB72F22BF580}" sibTransId="{FE970BC0-F407-4791-92C0-2CB63FA2FB30}"/>
    <dgm:cxn modelId="{A8C1D8F6-7691-4D33-9E5B-649021381DE4}" type="presOf" srcId="{BBFB0D49-2D4A-4CA3-BB4E-563DB53A4CCC}" destId="{EEC51778-3450-498B-9B38-371F69DE2C2D}" srcOrd="0" destOrd="0" presId="urn:microsoft.com/office/officeart/2016/7/layout/VerticalDownArrowProcess"/>
    <dgm:cxn modelId="{70FA10FE-3E02-4D6A-8FD1-7FB2F82F8CCD}" srcId="{8C9CDBA2-8FCE-4675-8CE2-E88A5ADC9DE7}" destId="{BBFB0D49-2D4A-4CA3-BB4E-563DB53A4CCC}" srcOrd="2" destOrd="0" parTransId="{64E61F34-FF42-4110-B541-41B934D4A7FE}" sibTransId="{6BE20CE1-8AE9-403E-B72B-FAD3CF637B75}"/>
    <dgm:cxn modelId="{BA0A0484-2F4D-457C-8AA0-156AEA2ACA24}" type="presParOf" srcId="{9D932E99-27BF-424D-8E69-C12DB5767B6D}" destId="{01E96A39-634F-4940-B714-07CCD5DF5AD1}" srcOrd="0" destOrd="0" presId="urn:microsoft.com/office/officeart/2016/7/layout/VerticalDownArrowProcess"/>
    <dgm:cxn modelId="{EC13C8A8-94B4-467D-B72D-29FE95AAAF52}" type="presParOf" srcId="{01E96A39-634F-4940-B714-07CCD5DF5AD1}" destId="{FED4C368-2566-47BE-9C59-3A60501C04B6}" srcOrd="0" destOrd="0" presId="urn:microsoft.com/office/officeart/2016/7/layout/VerticalDownArrowProcess"/>
    <dgm:cxn modelId="{B60C8211-77C6-4B56-B0A1-9F63B02507E4}" type="presParOf" srcId="{01E96A39-634F-4940-B714-07CCD5DF5AD1}" destId="{FDE1C612-64B2-4579-8B4F-8E2979CE3E58}" srcOrd="1" destOrd="0" presId="urn:microsoft.com/office/officeart/2016/7/layout/VerticalDownArrowProcess"/>
    <dgm:cxn modelId="{143DEAC4-5E54-4CD0-A470-CEC601DA3D05}" type="presParOf" srcId="{9D932E99-27BF-424D-8E69-C12DB5767B6D}" destId="{F111B087-FA61-48F6-BE5C-129ABFEF121A}" srcOrd="1" destOrd="0" presId="urn:microsoft.com/office/officeart/2016/7/layout/VerticalDownArrowProcess"/>
    <dgm:cxn modelId="{E7601F5D-A064-4101-BB34-492F0E4ADFA8}" type="presParOf" srcId="{9D932E99-27BF-424D-8E69-C12DB5767B6D}" destId="{17065A1B-305B-407A-98E0-BC79319E4799}" srcOrd="2" destOrd="0" presId="urn:microsoft.com/office/officeart/2016/7/layout/VerticalDownArrowProcess"/>
    <dgm:cxn modelId="{51970EAB-023B-40B0-AEB5-4C5C5E96A622}" type="presParOf" srcId="{17065A1B-305B-407A-98E0-BC79319E4799}" destId="{6385FD2E-8885-4558-97CC-3337298826D5}" srcOrd="0" destOrd="0" presId="urn:microsoft.com/office/officeart/2016/7/layout/VerticalDownArrowProcess"/>
    <dgm:cxn modelId="{57190876-1486-433B-B1B2-C0B6F48D26BD}" type="presParOf" srcId="{17065A1B-305B-407A-98E0-BC79319E4799}" destId="{EA01FE4D-8DD7-4B63-89D3-5876C210945C}" srcOrd="1" destOrd="0" presId="urn:microsoft.com/office/officeart/2016/7/layout/VerticalDownArrowProcess"/>
    <dgm:cxn modelId="{BF35F51E-AF34-4C80-B70A-60D3ECFFF9FA}" type="presParOf" srcId="{17065A1B-305B-407A-98E0-BC79319E4799}" destId="{2C9356DF-F090-4B9C-8055-907D32D32D89}" srcOrd="2" destOrd="0" presId="urn:microsoft.com/office/officeart/2016/7/layout/VerticalDownArrowProcess"/>
    <dgm:cxn modelId="{25643920-6708-435D-B54C-15E9CDF486F2}" type="presParOf" srcId="{9D932E99-27BF-424D-8E69-C12DB5767B6D}" destId="{044BFEE8-D813-44BD-BF57-12ED57369419}" srcOrd="3" destOrd="0" presId="urn:microsoft.com/office/officeart/2016/7/layout/VerticalDownArrowProcess"/>
    <dgm:cxn modelId="{86691425-2228-4055-93C4-1B198FDA4A29}" type="presParOf" srcId="{9D932E99-27BF-424D-8E69-C12DB5767B6D}" destId="{682A423A-9850-4184-AEBE-19479D0AB0FD}" srcOrd="4" destOrd="0" presId="urn:microsoft.com/office/officeart/2016/7/layout/VerticalDownArrowProcess"/>
    <dgm:cxn modelId="{EF7CC18F-80CA-40DE-842F-CFF132396931}" type="presParOf" srcId="{682A423A-9850-4184-AEBE-19479D0AB0FD}" destId="{3BA0610C-BEEE-44BF-91B5-E3315DD02690}" srcOrd="0" destOrd="0" presId="urn:microsoft.com/office/officeart/2016/7/layout/VerticalDownArrowProcess"/>
    <dgm:cxn modelId="{191B1683-74FC-4756-9283-6BABE75A9696}" type="presParOf" srcId="{682A423A-9850-4184-AEBE-19479D0AB0FD}" destId="{0D6BA418-E9DC-4B4F-ABD2-F0EBDDAD7D02}" srcOrd="1" destOrd="0" presId="urn:microsoft.com/office/officeart/2016/7/layout/VerticalDownArrowProcess"/>
    <dgm:cxn modelId="{AD13404D-549C-455E-9316-DA7068990197}" type="presParOf" srcId="{682A423A-9850-4184-AEBE-19479D0AB0FD}" destId="{DDCAC757-2E3E-465C-BAA0-953F6D6640F6}" srcOrd="2" destOrd="0" presId="urn:microsoft.com/office/officeart/2016/7/layout/VerticalDownArrowProcess"/>
    <dgm:cxn modelId="{E4211E24-D787-4ECE-AEA5-B10B2775ED37}" type="presParOf" srcId="{9D932E99-27BF-424D-8E69-C12DB5767B6D}" destId="{7A90E708-B4DA-45E0-B4CE-F38025A1CF52}" srcOrd="5" destOrd="0" presId="urn:microsoft.com/office/officeart/2016/7/layout/VerticalDownArrowProcess"/>
    <dgm:cxn modelId="{8B5B8858-139C-4DCE-AD8A-F11D779A1D98}" type="presParOf" srcId="{9D932E99-27BF-424D-8E69-C12DB5767B6D}" destId="{D77004D8-BA0D-4CF5-9E74-B33E586D3639}" srcOrd="6" destOrd="0" presId="urn:microsoft.com/office/officeart/2016/7/layout/VerticalDownArrowProcess"/>
    <dgm:cxn modelId="{44A699CC-5D5F-45C3-BE80-81914D2342D4}" type="presParOf" srcId="{D77004D8-BA0D-4CF5-9E74-B33E586D3639}" destId="{EEC51778-3450-498B-9B38-371F69DE2C2D}" srcOrd="0" destOrd="0" presId="urn:microsoft.com/office/officeart/2016/7/layout/VerticalDownArrowProcess"/>
    <dgm:cxn modelId="{10F10DAD-613B-4764-A869-2B5E2D9CD3AF}" type="presParOf" srcId="{D77004D8-BA0D-4CF5-9E74-B33E586D3639}" destId="{23D0D5D9-0C8C-4D51-B6B9-969D44589995}" srcOrd="1" destOrd="0" presId="urn:microsoft.com/office/officeart/2016/7/layout/VerticalDownArrowProcess"/>
    <dgm:cxn modelId="{619874BE-A590-4DA7-84CD-2FC785BB2BC3}" type="presParOf" srcId="{D77004D8-BA0D-4CF5-9E74-B33E586D3639}" destId="{BB205328-3EF6-41FD-8E41-6B00AA76C533}" srcOrd="2" destOrd="0" presId="urn:microsoft.com/office/officeart/2016/7/layout/VerticalDownArrowProcess"/>
    <dgm:cxn modelId="{D74512EC-E4F1-4CB9-B728-390C47E1EE6A}" type="presParOf" srcId="{9D932E99-27BF-424D-8E69-C12DB5767B6D}" destId="{610B8536-3BFD-4A76-A71C-5180C0A26C75}" srcOrd="7" destOrd="0" presId="urn:microsoft.com/office/officeart/2016/7/layout/VerticalDownArrowProcess"/>
    <dgm:cxn modelId="{33C0FA96-F889-413C-B323-4C85B692ABA4}" type="presParOf" srcId="{9D932E99-27BF-424D-8E69-C12DB5767B6D}" destId="{1B01871B-3E58-4449-B73B-8886B32609E1}" srcOrd="8" destOrd="0" presId="urn:microsoft.com/office/officeart/2016/7/layout/VerticalDownArrowProcess"/>
    <dgm:cxn modelId="{449BDB74-90AA-46B4-A181-7F2E07C8046A}" type="presParOf" srcId="{1B01871B-3E58-4449-B73B-8886B32609E1}" destId="{79BFFA64-F07E-4057-81C9-FA9ABA2442B8}" srcOrd="0" destOrd="0" presId="urn:microsoft.com/office/officeart/2016/7/layout/VerticalDownArrowProcess"/>
    <dgm:cxn modelId="{41720B49-03DC-45B9-A5E3-185FF20007A6}" type="presParOf" srcId="{1B01871B-3E58-4449-B73B-8886B32609E1}" destId="{962A2B65-F506-42D9-8B9D-6D07C289EF6C}" srcOrd="1" destOrd="0" presId="urn:microsoft.com/office/officeart/2016/7/layout/VerticalDownArrowProcess"/>
    <dgm:cxn modelId="{8193FC7B-C2E2-4629-AB5A-DF73708A8520}" type="presParOf" srcId="{1B01871B-3E58-4449-B73B-8886B32609E1}" destId="{47912392-0992-40BC-B33C-816738E003C2}" srcOrd="2" destOrd="0" presId="urn:microsoft.com/office/officeart/2016/7/layout/VerticalDownArrowProcess"/>
    <dgm:cxn modelId="{CE3A68FF-2271-417A-81E9-9A2BAE811C2A}" type="presParOf" srcId="{9D932E99-27BF-424D-8E69-C12DB5767B6D}" destId="{CA379E97-3A54-44D9-BDB1-BB299C8D63DD}" srcOrd="9" destOrd="0" presId="urn:microsoft.com/office/officeart/2016/7/layout/VerticalDownArrowProcess"/>
    <dgm:cxn modelId="{24D2AAF7-F7AE-4901-B7C4-DC70B094403B}" type="presParOf" srcId="{9D932E99-27BF-424D-8E69-C12DB5767B6D}" destId="{D2ACBBC8-3462-44C2-AEB6-A6B8C425C95E}" srcOrd="10" destOrd="0" presId="urn:microsoft.com/office/officeart/2016/7/layout/VerticalDownArrowProcess"/>
    <dgm:cxn modelId="{F4797668-C270-4485-9E04-D9EAF5B181C5}" type="presParOf" srcId="{D2ACBBC8-3462-44C2-AEB6-A6B8C425C95E}" destId="{225C1D8D-B39A-4C92-B1FD-5ADF31992E54}" srcOrd="0" destOrd="0" presId="urn:microsoft.com/office/officeart/2016/7/layout/VerticalDownArrowProcess"/>
    <dgm:cxn modelId="{7C2070DB-4399-4926-858A-3A5D8456D738}" type="presParOf" srcId="{D2ACBBC8-3462-44C2-AEB6-A6B8C425C95E}" destId="{72E31033-5C81-4532-A348-1FDC7A3B09A6}" srcOrd="1" destOrd="0" presId="urn:microsoft.com/office/officeart/2016/7/layout/VerticalDownArrowProcess"/>
    <dgm:cxn modelId="{B74665E3-B6CA-4AF8-B417-5F8F366DDF92}" type="presParOf" srcId="{D2ACBBC8-3462-44C2-AEB6-A6B8C425C95E}" destId="{A8F219CF-7B67-49E6-9A61-C2A1A897A3F7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C18980F-6AA8-4B75-B315-398DACAA39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B212D59-D75F-4A4F-AE2A-7CF445FC6C0C}">
      <dgm:prSet/>
      <dgm:spPr/>
      <dgm:t>
        <a:bodyPr/>
        <a:lstStyle/>
        <a:p>
          <a:r>
            <a:rPr lang="en-US"/>
            <a:t>Legal requirement for many industries</a:t>
          </a:r>
        </a:p>
      </dgm:t>
    </dgm:pt>
    <dgm:pt modelId="{DA232A2F-9EFC-47C1-B15F-8150F8471B78}" type="parTrans" cxnId="{EDCCDAA1-D30D-442A-AD7C-BD23B12C1D04}">
      <dgm:prSet/>
      <dgm:spPr/>
      <dgm:t>
        <a:bodyPr/>
        <a:lstStyle/>
        <a:p>
          <a:endParaRPr lang="en-US"/>
        </a:p>
      </dgm:t>
    </dgm:pt>
    <dgm:pt modelId="{6A3CF386-AC78-49C3-B804-BF1567D2D556}" type="sibTrans" cxnId="{EDCCDAA1-D30D-442A-AD7C-BD23B12C1D04}">
      <dgm:prSet/>
      <dgm:spPr/>
      <dgm:t>
        <a:bodyPr/>
        <a:lstStyle/>
        <a:p>
          <a:endParaRPr lang="en-US"/>
        </a:p>
      </dgm:t>
    </dgm:pt>
    <dgm:pt modelId="{488484C1-A45D-4826-BBE1-6C0AF39269B4}">
      <dgm:prSet/>
      <dgm:spPr/>
      <dgm:t>
        <a:bodyPr/>
        <a:lstStyle/>
        <a:p>
          <a:r>
            <a:rPr lang="en-US"/>
            <a:t>Protects customers and critical services</a:t>
          </a:r>
        </a:p>
      </dgm:t>
    </dgm:pt>
    <dgm:pt modelId="{0A12853F-D319-4E73-834D-7C88D47960CD}" type="parTrans" cxnId="{EF4131CD-7C26-4EFD-9AC8-24946D3D7EA5}">
      <dgm:prSet/>
      <dgm:spPr/>
      <dgm:t>
        <a:bodyPr/>
        <a:lstStyle/>
        <a:p>
          <a:endParaRPr lang="en-US"/>
        </a:p>
      </dgm:t>
    </dgm:pt>
    <dgm:pt modelId="{C688D80E-EF90-4A3C-86D5-CFDB27793D3E}" type="sibTrans" cxnId="{EF4131CD-7C26-4EFD-9AC8-24946D3D7EA5}">
      <dgm:prSet/>
      <dgm:spPr/>
      <dgm:t>
        <a:bodyPr/>
        <a:lstStyle/>
        <a:p>
          <a:endParaRPr lang="en-US"/>
        </a:p>
      </dgm:t>
    </dgm:pt>
    <dgm:pt modelId="{13FB5939-8404-4C87-B20F-0080FD0F3833}">
      <dgm:prSet/>
      <dgm:spPr/>
      <dgm:t>
        <a:bodyPr/>
        <a:lstStyle/>
        <a:p>
          <a:r>
            <a:rPr lang="en-US"/>
            <a:t>Reduces financial and reputational damage</a:t>
          </a:r>
        </a:p>
      </dgm:t>
    </dgm:pt>
    <dgm:pt modelId="{7819891C-3CE6-4E94-90C4-001D56E68873}" type="parTrans" cxnId="{1F762876-D4BA-49A0-9F0B-32AD095B3954}">
      <dgm:prSet/>
      <dgm:spPr/>
      <dgm:t>
        <a:bodyPr/>
        <a:lstStyle/>
        <a:p>
          <a:endParaRPr lang="en-US"/>
        </a:p>
      </dgm:t>
    </dgm:pt>
    <dgm:pt modelId="{73F87E64-2046-4CA4-8C58-7892BA715B47}" type="sibTrans" cxnId="{1F762876-D4BA-49A0-9F0B-32AD095B3954}">
      <dgm:prSet/>
      <dgm:spPr/>
      <dgm:t>
        <a:bodyPr/>
        <a:lstStyle/>
        <a:p>
          <a:endParaRPr lang="en-US"/>
        </a:p>
      </dgm:t>
    </dgm:pt>
    <dgm:pt modelId="{F87FDB72-EA45-40A0-84EF-9122EE09F60C}">
      <dgm:prSet/>
      <dgm:spPr/>
      <dgm:t>
        <a:bodyPr/>
        <a:lstStyle/>
        <a:p>
          <a:r>
            <a:rPr lang="en-US"/>
            <a:t>Builds trust with stakeholders</a:t>
          </a:r>
        </a:p>
      </dgm:t>
    </dgm:pt>
    <dgm:pt modelId="{6B000E9D-ACDD-41B5-9C66-F8E3EEC99214}" type="parTrans" cxnId="{89CB022A-767F-43F4-900E-D74AA0B0D34B}">
      <dgm:prSet/>
      <dgm:spPr/>
      <dgm:t>
        <a:bodyPr/>
        <a:lstStyle/>
        <a:p>
          <a:endParaRPr lang="en-US"/>
        </a:p>
      </dgm:t>
    </dgm:pt>
    <dgm:pt modelId="{974E333F-6AB5-4500-8B6A-36365DF35C35}" type="sibTrans" cxnId="{89CB022A-767F-43F4-900E-D74AA0B0D34B}">
      <dgm:prSet/>
      <dgm:spPr/>
      <dgm:t>
        <a:bodyPr/>
        <a:lstStyle/>
        <a:p>
          <a:endParaRPr lang="en-US"/>
        </a:p>
      </dgm:t>
    </dgm:pt>
    <dgm:pt modelId="{29FFBF76-A9DD-4C3F-9F6B-E19B41F56C06}">
      <dgm:prSet/>
      <dgm:spPr/>
      <dgm:t>
        <a:bodyPr/>
        <a:lstStyle/>
        <a:p>
          <a:r>
            <a:rPr lang="en-US"/>
            <a:t>Supports security maturity</a:t>
          </a:r>
        </a:p>
      </dgm:t>
    </dgm:pt>
    <dgm:pt modelId="{5724FB52-EDC9-4965-A882-1CFBBB1782A1}" type="parTrans" cxnId="{323CB062-F35E-4F49-B817-F984CA5D060E}">
      <dgm:prSet/>
      <dgm:spPr/>
      <dgm:t>
        <a:bodyPr/>
        <a:lstStyle/>
        <a:p>
          <a:endParaRPr lang="en-US"/>
        </a:p>
      </dgm:t>
    </dgm:pt>
    <dgm:pt modelId="{B544DC7B-19DF-4DBF-BE26-B02A32D4CA46}" type="sibTrans" cxnId="{323CB062-F35E-4F49-B817-F984CA5D060E}">
      <dgm:prSet/>
      <dgm:spPr/>
      <dgm:t>
        <a:bodyPr/>
        <a:lstStyle/>
        <a:p>
          <a:endParaRPr lang="en-US"/>
        </a:p>
      </dgm:t>
    </dgm:pt>
    <dgm:pt modelId="{A59314F4-E700-4E40-B841-E2678C5C3360}" type="pres">
      <dgm:prSet presAssocID="{AC18980F-6AA8-4B75-B315-398DACAA3902}" presName="root" presStyleCnt="0">
        <dgm:presLayoutVars>
          <dgm:dir/>
          <dgm:resizeHandles val="exact"/>
        </dgm:presLayoutVars>
      </dgm:prSet>
      <dgm:spPr/>
    </dgm:pt>
    <dgm:pt modelId="{40468383-0E58-47D7-A631-235D7AC42134}" type="pres">
      <dgm:prSet presAssocID="{FB212D59-D75F-4A4F-AE2A-7CF445FC6C0C}" presName="compNode" presStyleCnt="0"/>
      <dgm:spPr/>
    </dgm:pt>
    <dgm:pt modelId="{2FC152EE-456A-4BBC-8F9C-C6E47474A2BA}" type="pres">
      <dgm:prSet presAssocID="{FB212D59-D75F-4A4F-AE2A-7CF445FC6C0C}" presName="bgRect" presStyleLbl="bgShp" presStyleIdx="0" presStyleCnt="5"/>
      <dgm:spPr/>
    </dgm:pt>
    <dgm:pt modelId="{848B5CC0-66BB-45D4-8910-207D31E6D096}" type="pres">
      <dgm:prSet presAssocID="{FB212D59-D75F-4A4F-AE2A-7CF445FC6C0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99E1C9D7-8C5B-49D8-B475-BAE71C67D614}" type="pres">
      <dgm:prSet presAssocID="{FB212D59-D75F-4A4F-AE2A-7CF445FC6C0C}" presName="spaceRect" presStyleCnt="0"/>
      <dgm:spPr/>
    </dgm:pt>
    <dgm:pt modelId="{9B2A0713-2E18-4075-A57D-1BBB55EBD3ED}" type="pres">
      <dgm:prSet presAssocID="{FB212D59-D75F-4A4F-AE2A-7CF445FC6C0C}" presName="parTx" presStyleLbl="revTx" presStyleIdx="0" presStyleCnt="5">
        <dgm:presLayoutVars>
          <dgm:chMax val="0"/>
          <dgm:chPref val="0"/>
        </dgm:presLayoutVars>
      </dgm:prSet>
      <dgm:spPr/>
    </dgm:pt>
    <dgm:pt modelId="{1122B1D0-F64E-402D-86AC-7EA368C50626}" type="pres">
      <dgm:prSet presAssocID="{6A3CF386-AC78-49C3-B804-BF1567D2D556}" presName="sibTrans" presStyleCnt="0"/>
      <dgm:spPr/>
    </dgm:pt>
    <dgm:pt modelId="{0DA815D5-8C73-452F-831B-2064B093B269}" type="pres">
      <dgm:prSet presAssocID="{488484C1-A45D-4826-BBE1-6C0AF39269B4}" presName="compNode" presStyleCnt="0"/>
      <dgm:spPr/>
    </dgm:pt>
    <dgm:pt modelId="{F0AD962C-6086-4E0E-88FA-7F335D38A5CA}" type="pres">
      <dgm:prSet presAssocID="{488484C1-A45D-4826-BBE1-6C0AF39269B4}" presName="bgRect" presStyleLbl="bgShp" presStyleIdx="1" presStyleCnt="5"/>
      <dgm:spPr/>
    </dgm:pt>
    <dgm:pt modelId="{C9947A89-5B74-4142-A5BB-2D2577716BF3}" type="pres">
      <dgm:prSet presAssocID="{488484C1-A45D-4826-BBE1-6C0AF39269B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7A58C8A-F3A8-49C3-949C-0A44B2CC62C5}" type="pres">
      <dgm:prSet presAssocID="{488484C1-A45D-4826-BBE1-6C0AF39269B4}" presName="spaceRect" presStyleCnt="0"/>
      <dgm:spPr/>
    </dgm:pt>
    <dgm:pt modelId="{91A3BE9F-BDA1-471F-877E-20F551C8C32E}" type="pres">
      <dgm:prSet presAssocID="{488484C1-A45D-4826-BBE1-6C0AF39269B4}" presName="parTx" presStyleLbl="revTx" presStyleIdx="1" presStyleCnt="5">
        <dgm:presLayoutVars>
          <dgm:chMax val="0"/>
          <dgm:chPref val="0"/>
        </dgm:presLayoutVars>
      </dgm:prSet>
      <dgm:spPr/>
    </dgm:pt>
    <dgm:pt modelId="{5B6AB4B5-E9A9-47FD-B23E-BC0814FD76A2}" type="pres">
      <dgm:prSet presAssocID="{C688D80E-EF90-4A3C-86D5-CFDB27793D3E}" presName="sibTrans" presStyleCnt="0"/>
      <dgm:spPr/>
    </dgm:pt>
    <dgm:pt modelId="{BD7DF8F7-21E2-4EA0-9D79-A9DF81B8BFF7}" type="pres">
      <dgm:prSet presAssocID="{13FB5939-8404-4C87-B20F-0080FD0F3833}" presName="compNode" presStyleCnt="0"/>
      <dgm:spPr/>
    </dgm:pt>
    <dgm:pt modelId="{CAF9CC4F-1FF7-4CED-A289-F24774A2A96F}" type="pres">
      <dgm:prSet presAssocID="{13FB5939-8404-4C87-B20F-0080FD0F3833}" presName="bgRect" presStyleLbl="bgShp" presStyleIdx="2" presStyleCnt="5"/>
      <dgm:spPr/>
    </dgm:pt>
    <dgm:pt modelId="{E7257E02-3A73-4406-9DAE-FE2B1C8C1FBB}" type="pres">
      <dgm:prSet presAssocID="{13FB5939-8404-4C87-B20F-0080FD0F38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6916B13-2E37-4505-BDED-0EEC69B8F2B3}" type="pres">
      <dgm:prSet presAssocID="{13FB5939-8404-4C87-B20F-0080FD0F3833}" presName="spaceRect" presStyleCnt="0"/>
      <dgm:spPr/>
    </dgm:pt>
    <dgm:pt modelId="{750D9648-7A4E-41AA-B494-F20B4E0872C0}" type="pres">
      <dgm:prSet presAssocID="{13FB5939-8404-4C87-B20F-0080FD0F3833}" presName="parTx" presStyleLbl="revTx" presStyleIdx="2" presStyleCnt="5">
        <dgm:presLayoutVars>
          <dgm:chMax val="0"/>
          <dgm:chPref val="0"/>
        </dgm:presLayoutVars>
      </dgm:prSet>
      <dgm:spPr/>
    </dgm:pt>
    <dgm:pt modelId="{7321E942-274F-49BD-9545-484F342BAC7E}" type="pres">
      <dgm:prSet presAssocID="{73F87E64-2046-4CA4-8C58-7892BA715B47}" presName="sibTrans" presStyleCnt="0"/>
      <dgm:spPr/>
    </dgm:pt>
    <dgm:pt modelId="{91A085CD-9A10-4EE8-AE3C-C6CDD21D6132}" type="pres">
      <dgm:prSet presAssocID="{F87FDB72-EA45-40A0-84EF-9122EE09F60C}" presName="compNode" presStyleCnt="0"/>
      <dgm:spPr/>
    </dgm:pt>
    <dgm:pt modelId="{D7F428E0-F065-40F7-BCB7-3C453A933805}" type="pres">
      <dgm:prSet presAssocID="{F87FDB72-EA45-40A0-84EF-9122EE09F60C}" presName="bgRect" presStyleLbl="bgShp" presStyleIdx="3" presStyleCnt="5"/>
      <dgm:spPr/>
    </dgm:pt>
    <dgm:pt modelId="{1CE3B7DE-120D-4A2A-A109-DCD904204F61}" type="pres">
      <dgm:prSet presAssocID="{F87FDB72-EA45-40A0-84EF-9122EE09F60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321FF263-AE4D-4646-BB0C-2E2EBE0E2895}" type="pres">
      <dgm:prSet presAssocID="{F87FDB72-EA45-40A0-84EF-9122EE09F60C}" presName="spaceRect" presStyleCnt="0"/>
      <dgm:spPr/>
    </dgm:pt>
    <dgm:pt modelId="{DDCEEDF4-D2E5-4B96-BDE4-DD02855AE62D}" type="pres">
      <dgm:prSet presAssocID="{F87FDB72-EA45-40A0-84EF-9122EE09F60C}" presName="parTx" presStyleLbl="revTx" presStyleIdx="3" presStyleCnt="5">
        <dgm:presLayoutVars>
          <dgm:chMax val="0"/>
          <dgm:chPref val="0"/>
        </dgm:presLayoutVars>
      </dgm:prSet>
      <dgm:spPr/>
    </dgm:pt>
    <dgm:pt modelId="{F2DAEA03-134B-4D73-ACB8-BFFBA4E45C95}" type="pres">
      <dgm:prSet presAssocID="{974E333F-6AB5-4500-8B6A-36365DF35C35}" presName="sibTrans" presStyleCnt="0"/>
      <dgm:spPr/>
    </dgm:pt>
    <dgm:pt modelId="{9766FB8C-B39F-47B5-9096-37B50D4DC651}" type="pres">
      <dgm:prSet presAssocID="{29FFBF76-A9DD-4C3F-9F6B-E19B41F56C06}" presName="compNode" presStyleCnt="0"/>
      <dgm:spPr/>
    </dgm:pt>
    <dgm:pt modelId="{6078C517-160F-4EFE-A4CB-78DEB1D7E4F2}" type="pres">
      <dgm:prSet presAssocID="{29FFBF76-A9DD-4C3F-9F6B-E19B41F56C06}" presName="bgRect" presStyleLbl="bgShp" presStyleIdx="4" presStyleCnt="5"/>
      <dgm:spPr/>
    </dgm:pt>
    <dgm:pt modelId="{CEF683A6-2E92-4332-BF86-E020895D581A}" type="pres">
      <dgm:prSet presAssocID="{29FFBF76-A9DD-4C3F-9F6B-E19B41F56C0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BE148EB-3FD6-4620-B9E6-4ADFBAF6967D}" type="pres">
      <dgm:prSet presAssocID="{29FFBF76-A9DD-4C3F-9F6B-E19B41F56C06}" presName="spaceRect" presStyleCnt="0"/>
      <dgm:spPr/>
    </dgm:pt>
    <dgm:pt modelId="{A96910F9-CAEE-4358-A86B-E9D44A0B5468}" type="pres">
      <dgm:prSet presAssocID="{29FFBF76-A9DD-4C3F-9F6B-E19B41F56C0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9CB022A-767F-43F4-900E-D74AA0B0D34B}" srcId="{AC18980F-6AA8-4B75-B315-398DACAA3902}" destId="{F87FDB72-EA45-40A0-84EF-9122EE09F60C}" srcOrd="3" destOrd="0" parTransId="{6B000E9D-ACDD-41B5-9C66-F8E3EEC99214}" sibTransId="{974E333F-6AB5-4500-8B6A-36365DF35C35}"/>
    <dgm:cxn modelId="{323CB062-F35E-4F49-B817-F984CA5D060E}" srcId="{AC18980F-6AA8-4B75-B315-398DACAA3902}" destId="{29FFBF76-A9DD-4C3F-9F6B-E19B41F56C06}" srcOrd="4" destOrd="0" parTransId="{5724FB52-EDC9-4965-A882-1CFBBB1782A1}" sibTransId="{B544DC7B-19DF-4DBF-BE26-B02A32D4CA46}"/>
    <dgm:cxn modelId="{9692FF47-45EF-417A-98CA-A59D5427DB89}" type="presOf" srcId="{29FFBF76-A9DD-4C3F-9F6B-E19B41F56C06}" destId="{A96910F9-CAEE-4358-A86B-E9D44A0B5468}" srcOrd="0" destOrd="0" presId="urn:microsoft.com/office/officeart/2018/2/layout/IconVerticalSolidList"/>
    <dgm:cxn modelId="{1F762876-D4BA-49A0-9F0B-32AD095B3954}" srcId="{AC18980F-6AA8-4B75-B315-398DACAA3902}" destId="{13FB5939-8404-4C87-B20F-0080FD0F3833}" srcOrd="2" destOrd="0" parTransId="{7819891C-3CE6-4E94-90C4-001D56E68873}" sibTransId="{73F87E64-2046-4CA4-8C58-7892BA715B47}"/>
    <dgm:cxn modelId="{C9021578-416B-46B5-8B51-51F7440F1597}" type="presOf" srcId="{AC18980F-6AA8-4B75-B315-398DACAA3902}" destId="{A59314F4-E700-4E40-B841-E2678C5C3360}" srcOrd="0" destOrd="0" presId="urn:microsoft.com/office/officeart/2018/2/layout/IconVerticalSolidList"/>
    <dgm:cxn modelId="{954D9F59-2EF0-4F96-8B2A-3D34C780D783}" type="presOf" srcId="{F87FDB72-EA45-40A0-84EF-9122EE09F60C}" destId="{DDCEEDF4-D2E5-4B96-BDE4-DD02855AE62D}" srcOrd="0" destOrd="0" presId="urn:microsoft.com/office/officeart/2018/2/layout/IconVerticalSolidList"/>
    <dgm:cxn modelId="{C5E1018B-84C3-418C-8634-7D9127460566}" type="presOf" srcId="{FB212D59-D75F-4A4F-AE2A-7CF445FC6C0C}" destId="{9B2A0713-2E18-4075-A57D-1BBB55EBD3ED}" srcOrd="0" destOrd="0" presId="urn:microsoft.com/office/officeart/2018/2/layout/IconVerticalSolidList"/>
    <dgm:cxn modelId="{EDCCDAA1-D30D-442A-AD7C-BD23B12C1D04}" srcId="{AC18980F-6AA8-4B75-B315-398DACAA3902}" destId="{FB212D59-D75F-4A4F-AE2A-7CF445FC6C0C}" srcOrd="0" destOrd="0" parTransId="{DA232A2F-9EFC-47C1-B15F-8150F8471B78}" sibTransId="{6A3CF386-AC78-49C3-B804-BF1567D2D556}"/>
    <dgm:cxn modelId="{EFDE7ABF-B945-4814-967F-0F0B8D542A74}" type="presOf" srcId="{488484C1-A45D-4826-BBE1-6C0AF39269B4}" destId="{91A3BE9F-BDA1-471F-877E-20F551C8C32E}" srcOrd="0" destOrd="0" presId="urn:microsoft.com/office/officeart/2018/2/layout/IconVerticalSolidList"/>
    <dgm:cxn modelId="{EF4131CD-7C26-4EFD-9AC8-24946D3D7EA5}" srcId="{AC18980F-6AA8-4B75-B315-398DACAA3902}" destId="{488484C1-A45D-4826-BBE1-6C0AF39269B4}" srcOrd="1" destOrd="0" parTransId="{0A12853F-D319-4E73-834D-7C88D47960CD}" sibTransId="{C688D80E-EF90-4A3C-86D5-CFDB27793D3E}"/>
    <dgm:cxn modelId="{749BEBF9-E988-46F3-BA3E-1363029B1786}" type="presOf" srcId="{13FB5939-8404-4C87-B20F-0080FD0F3833}" destId="{750D9648-7A4E-41AA-B494-F20B4E0872C0}" srcOrd="0" destOrd="0" presId="urn:microsoft.com/office/officeart/2018/2/layout/IconVerticalSolidList"/>
    <dgm:cxn modelId="{7FB4BC15-9B5D-4219-B61F-90FCE11FF549}" type="presParOf" srcId="{A59314F4-E700-4E40-B841-E2678C5C3360}" destId="{40468383-0E58-47D7-A631-235D7AC42134}" srcOrd="0" destOrd="0" presId="urn:microsoft.com/office/officeart/2018/2/layout/IconVerticalSolidList"/>
    <dgm:cxn modelId="{B7B7F3AE-F4FD-4FAD-B0FB-C3E2D378247A}" type="presParOf" srcId="{40468383-0E58-47D7-A631-235D7AC42134}" destId="{2FC152EE-456A-4BBC-8F9C-C6E47474A2BA}" srcOrd="0" destOrd="0" presId="urn:microsoft.com/office/officeart/2018/2/layout/IconVerticalSolidList"/>
    <dgm:cxn modelId="{94C1A203-F6D3-4FA3-87C2-E78C5C9B6C0A}" type="presParOf" srcId="{40468383-0E58-47D7-A631-235D7AC42134}" destId="{848B5CC0-66BB-45D4-8910-207D31E6D096}" srcOrd="1" destOrd="0" presId="urn:microsoft.com/office/officeart/2018/2/layout/IconVerticalSolidList"/>
    <dgm:cxn modelId="{9D8D2E65-1922-4FD2-9C7C-3B95CF0BEC70}" type="presParOf" srcId="{40468383-0E58-47D7-A631-235D7AC42134}" destId="{99E1C9D7-8C5B-49D8-B475-BAE71C67D614}" srcOrd="2" destOrd="0" presId="urn:microsoft.com/office/officeart/2018/2/layout/IconVerticalSolidList"/>
    <dgm:cxn modelId="{8A5A4AB7-DC8D-4215-B3BB-EACC0521182B}" type="presParOf" srcId="{40468383-0E58-47D7-A631-235D7AC42134}" destId="{9B2A0713-2E18-4075-A57D-1BBB55EBD3ED}" srcOrd="3" destOrd="0" presId="urn:microsoft.com/office/officeart/2018/2/layout/IconVerticalSolidList"/>
    <dgm:cxn modelId="{51628988-EA20-409A-B7D0-98202FFCBB4E}" type="presParOf" srcId="{A59314F4-E700-4E40-B841-E2678C5C3360}" destId="{1122B1D0-F64E-402D-86AC-7EA368C50626}" srcOrd="1" destOrd="0" presId="urn:microsoft.com/office/officeart/2018/2/layout/IconVerticalSolidList"/>
    <dgm:cxn modelId="{304944E5-B70C-44D1-B81C-664D20743A62}" type="presParOf" srcId="{A59314F4-E700-4E40-B841-E2678C5C3360}" destId="{0DA815D5-8C73-452F-831B-2064B093B269}" srcOrd="2" destOrd="0" presId="urn:microsoft.com/office/officeart/2018/2/layout/IconVerticalSolidList"/>
    <dgm:cxn modelId="{D2069A9E-EC88-4AA8-BF35-88628B1BC06E}" type="presParOf" srcId="{0DA815D5-8C73-452F-831B-2064B093B269}" destId="{F0AD962C-6086-4E0E-88FA-7F335D38A5CA}" srcOrd="0" destOrd="0" presId="urn:microsoft.com/office/officeart/2018/2/layout/IconVerticalSolidList"/>
    <dgm:cxn modelId="{740571DB-CC73-49B2-8D7F-5CF4DDAFBD5A}" type="presParOf" srcId="{0DA815D5-8C73-452F-831B-2064B093B269}" destId="{C9947A89-5B74-4142-A5BB-2D2577716BF3}" srcOrd="1" destOrd="0" presId="urn:microsoft.com/office/officeart/2018/2/layout/IconVerticalSolidList"/>
    <dgm:cxn modelId="{4AB286AD-A686-4993-BFE3-1754EE7E5ACA}" type="presParOf" srcId="{0DA815D5-8C73-452F-831B-2064B093B269}" destId="{B7A58C8A-F3A8-49C3-949C-0A44B2CC62C5}" srcOrd="2" destOrd="0" presId="urn:microsoft.com/office/officeart/2018/2/layout/IconVerticalSolidList"/>
    <dgm:cxn modelId="{DE8C8EB4-721E-40FE-917E-685964C410E1}" type="presParOf" srcId="{0DA815D5-8C73-452F-831B-2064B093B269}" destId="{91A3BE9F-BDA1-471F-877E-20F551C8C32E}" srcOrd="3" destOrd="0" presId="urn:microsoft.com/office/officeart/2018/2/layout/IconVerticalSolidList"/>
    <dgm:cxn modelId="{F42ED046-90A6-4F8C-9575-949E3BDBEB96}" type="presParOf" srcId="{A59314F4-E700-4E40-B841-E2678C5C3360}" destId="{5B6AB4B5-E9A9-47FD-B23E-BC0814FD76A2}" srcOrd="3" destOrd="0" presId="urn:microsoft.com/office/officeart/2018/2/layout/IconVerticalSolidList"/>
    <dgm:cxn modelId="{9FD2B01C-AD06-448E-B968-6AB083DA308A}" type="presParOf" srcId="{A59314F4-E700-4E40-B841-E2678C5C3360}" destId="{BD7DF8F7-21E2-4EA0-9D79-A9DF81B8BFF7}" srcOrd="4" destOrd="0" presId="urn:microsoft.com/office/officeart/2018/2/layout/IconVerticalSolidList"/>
    <dgm:cxn modelId="{7CC1A7D6-4ADA-4B95-AFD5-12E469E44497}" type="presParOf" srcId="{BD7DF8F7-21E2-4EA0-9D79-A9DF81B8BFF7}" destId="{CAF9CC4F-1FF7-4CED-A289-F24774A2A96F}" srcOrd="0" destOrd="0" presId="urn:microsoft.com/office/officeart/2018/2/layout/IconVerticalSolidList"/>
    <dgm:cxn modelId="{CBB837BD-FD48-483B-BE1D-E129EECAD14E}" type="presParOf" srcId="{BD7DF8F7-21E2-4EA0-9D79-A9DF81B8BFF7}" destId="{E7257E02-3A73-4406-9DAE-FE2B1C8C1FBB}" srcOrd="1" destOrd="0" presId="urn:microsoft.com/office/officeart/2018/2/layout/IconVerticalSolidList"/>
    <dgm:cxn modelId="{71FBD678-ED4F-42C3-B9AB-DA26818E1135}" type="presParOf" srcId="{BD7DF8F7-21E2-4EA0-9D79-A9DF81B8BFF7}" destId="{B6916B13-2E37-4505-BDED-0EEC69B8F2B3}" srcOrd="2" destOrd="0" presId="urn:microsoft.com/office/officeart/2018/2/layout/IconVerticalSolidList"/>
    <dgm:cxn modelId="{59CEB41F-9E36-439E-98D8-38412B3AAB64}" type="presParOf" srcId="{BD7DF8F7-21E2-4EA0-9D79-A9DF81B8BFF7}" destId="{750D9648-7A4E-41AA-B494-F20B4E0872C0}" srcOrd="3" destOrd="0" presId="urn:microsoft.com/office/officeart/2018/2/layout/IconVerticalSolidList"/>
    <dgm:cxn modelId="{D1A48D80-62D2-4152-AD72-16B7B75C71AE}" type="presParOf" srcId="{A59314F4-E700-4E40-B841-E2678C5C3360}" destId="{7321E942-274F-49BD-9545-484F342BAC7E}" srcOrd="5" destOrd="0" presId="urn:microsoft.com/office/officeart/2018/2/layout/IconVerticalSolidList"/>
    <dgm:cxn modelId="{EE069681-6EEC-4252-A2CD-6CCE9772A133}" type="presParOf" srcId="{A59314F4-E700-4E40-B841-E2678C5C3360}" destId="{91A085CD-9A10-4EE8-AE3C-C6CDD21D6132}" srcOrd="6" destOrd="0" presId="urn:microsoft.com/office/officeart/2018/2/layout/IconVerticalSolidList"/>
    <dgm:cxn modelId="{C91018FD-B81A-44BE-80AE-4EAA90C2D4F9}" type="presParOf" srcId="{91A085CD-9A10-4EE8-AE3C-C6CDD21D6132}" destId="{D7F428E0-F065-40F7-BCB7-3C453A933805}" srcOrd="0" destOrd="0" presId="urn:microsoft.com/office/officeart/2018/2/layout/IconVerticalSolidList"/>
    <dgm:cxn modelId="{35015874-D12B-407B-B38E-423485AAAA45}" type="presParOf" srcId="{91A085CD-9A10-4EE8-AE3C-C6CDD21D6132}" destId="{1CE3B7DE-120D-4A2A-A109-DCD904204F61}" srcOrd="1" destOrd="0" presId="urn:microsoft.com/office/officeart/2018/2/layout/IconVerticalSolidList"/>
    <dgm:cxn modelId="{1CEAF0F5-E1E1-427F-B5FD-3E607EAA6173}" type="presParOf" srcId="{91A085CD-9A10-4EE8-AE3C-C6CDD21D6132}" destId="{321FF263-AE4D-4646-BB0C-2E2EBE0E2895}" srcOrd="2" destOrd="0" presId="urn:microsoft.com/office/officeart/2018/2/layout/IconVerticalSolidList"/>
    <dgm:cxn modelId="{5B7D8520-A428-42A6-9183-262BAD624C82}" type="presParOf" srcId="{91A085CD-9A10-4EE8-AE3C-C6CDD21D6132}" destId="{DDCEEDF4-D2E5-4B96-BDE4-DD02855AE62D}" srcOrd="3" destOrd="0" presId="urn:microsoft.com/office/officeart/2018/2/layout/IconVerticalSolidList"/>
    <dgm:cxn modelId="{712E5166-B937-4900-8239-9668336EF8CB}" type="presParOf" srcId="{A59314F4-E700-4E40-B841-E2678C5C3360}" destId="{F2DAEA03-134B-4D73-ACB8-BFFBA4E45C95}" srcOrd="7" destOrd="0" presId="urn:microsoft.com/office/officeart/2018/2/layout/IconVerticalSolidList"/>
    <dgm:cxn modelId="{EEC3BB93-FBA0-4E40-A693-FC5BDF563EB8}" type="presParOf" srcId="{A59314F4-E700-4E40-B841-E2678C5C3360}" destId="{9766FB8C-B39F-47B5-9096-37B50D4DC651}" srcOrd="8" destOrd="0" presId="urn:microsoft.com/office/officeart/2018/2/layout/IconVerticalSolidList"/>
    <dgm:cxn modelId="{557ADAF8-8ECA-43A8-A094-3C11EAEA0AD4}" type="presParOf" srcId="{9766FB8C-B39F-47B5-9096-37B50D4DC651}" destId="{6078C517-160F-4EFE-A4CB-78DEB1D7E4F2}" srcOrd="0" destOrd="0" presId="urn:microsoft.com/office/officeart/2018/2/layout/IconVerticalSolidList"/>
    <dgm:cxn modelId="{D96D19BD-B927-4A10-9353-C1EA680DF3CC}" type="presParOf" srcId="{9766FB8C-B39F-47B5-9096-37B50D4DC651}" destId="{CEF683A6-2E92-4332-BF86-E020895D581A}" srcOrd="1" destOrd="0" presId="urn:microsoft.com/office/officeart/2018/2/layout/IconVerticalSolidList"/>
    <dgm:cxn modelId="{B75F68C9-F5B6-49AB-8E8E-0B8E24B0CC55}" type="presParOf" srcId="{9766FB8C-B39F-47B5-9096-37B50D4DC651}" destId="{BBE148EB-3FD6-4620-B9E6-4ADFBAF6967D}" srcOrd="2" destOrd="0" presId="urn:microsoft.com/office/officeart/2018/2/layout/IconVerticalSolidList"/>
    <dgm:cxn modelId="{E7C1177A-52DE-4F3F-8FD0-BE4B0AE23DFD}" type="presParOf" srcId="{9766FB8C-B39F-47B5-9096-37B50D4DC651}" destId="{A96910F9-CAEE-4358-A86B-E9D44A0B54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5051FC3-4F67-4649-B0D4-32AB58CE076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DDEC749-8F44-4118-A740-80D9A0AA242C}">
      <dgm:prSet/>
      <dgm:spPr/>
      <dgm:t>
        <a:bodyPr/>
        <a:lstStyle/>
        <a:p>
          <a:r>
            <a:rPr lang="en-US"/>
            <a:t>NIST Cybersecurity Framework</a:t>
          </a:r>
        </a:p>
      </dgm:t>
    </dgm:pt>
    <dgm:pt modelId="{6362EE43-1A14-4802-960A-94592F48164F}" type="parTrans" cxnId="{E290614A-E352-41CB-9BF7-F5C132CE5802}">
      <dgm:prSet/>
      <dgm:spPr/>
      <dgm:t>
        <a:bodyPr/>
        <a:lstStyle/>
        <a:p>
          <a:endParaRPr lang="en-US"/>
        </a:p>
      </dgm:t>
    </dgm:pt>
    <dgm:pt modelId="{9D812B2C-72B7-457D-87E1-3F08C699C950}" type="sibTrans" cxnId="{E290614A-E352-41CB-9BF7-F5C132CE5802}">
      <dgm:prSet/>
      <dgm:spPr/>
      <dgm:t>
        <a:bodyPr/>
        <a:lstStyle/>
        <a:p>
          <a:endParaRPr lang="en-US"/>
        </a:p>
      </dgm:t>
    </dgm:pt>
    <dgm:pt modelId="{F95A3434-2755-4C5D-803A-6B71FBA9FAD1}">
      <dgm:prSet/>
      <dgm:spPr/>
      <dgm:t>
        <a:bodyPr/>
        <a:lstStyle/>
        <a:p>
          <a:r>
            <a:rPr lang="en-US"/>
            <a:t>ISO 27001 / ISO 27002</a:t>
          </a:r>
        </a:p>
      </dgm:t>
    </dgm:pt>
    <dgm:pt modelId="{7ABFCC4E-C5CC-4738-9E3A-4A7A790CB603}" type="parTrans" cxnId="{A0831E01-1E29-4A1D-BBE8-88294B725F5D}">
      <dgm:prSet/>
      <dgm:spPr/>
      <dgm:t>
        <a:bodyPr/>
        <a:lstStyle/>
        <a:p>
          <a:endParaRPr lang="en-US"/>
        </a:p>
      </dgm:t>
    </dgm:pt>
    <dgm:pt modelId="{6EBD7078-357D-42CB-A6CB-BC5D544D843B}" type="sibTrans" cxnId="{A0831E01-1E29-4A1D-BBE8-88294B725F5D}">
      <dgm:prSet/>
      <dgm:spPr/>
      <dgm:t>
        <a:bodyPr/>
        <a:lstStyle/>
        <a:p>
          <a:endParaRPr lang="en-US"/>
        </a:p>
      </dgm:t>
    </dgm:pt>
    <dgm:pt modelId="{2BB7F796-EE28-4652-AC8B-25723E692547}">
      <dgm:prSet/>
      <dgm:spPr/>
      <dgm:t>
        <a:bodyPr/>
        <a:lstStyle/>
        <a:p>
          <a:r>
            <a:rPr lang="en-US"/>
            <a:t>CIS Critical Security Controls</a:t>
          </a:r>
        </a:p>
      </dgm:t>
    </dgm:pt>
    <dgm:pt modelId="{D548EA9E-2688-4601-95A2-DF7CCF8485FB}" type="parTrans" cxnId="{46CF3E65-E0D1-473C-95B7-A9EF1946836E}">
      <dgm:prSet/>
      <dgm:spPr/>
      <dgm:t>
        <a:bodyPr/>
        <a:lstStyle/>
        <a:p>
          <a:endParaRPr lang="en-US"/>
        </a:p>
      </dgm:t>
    </dgm:pt>
    <dgm:pt modelId="{32354300-513E-4D28-A207-51F87519A0F9}" type="sibTrans" cxnId="{46CF3E65-E0D1-473C-95B7-A9EF1946836E}">
      <dgm:prSet/>
      <dgm:spPr/>
      <dgm:t>
        <a:bodyPr/>
        <a:lstStyle/>
        <a:p>
          <a:endParaRPr lang="en-US"/>
        </a:p>
      </dgm:t>
    </dgm:pt>
    <dgm:pt modelId="{928263E3-1124-4938-89C8-F03250996D8E}">
      <dgm:prSet/>
      <dgm:spPr/>
      <dgm:t>
        <a:bodyPr/>
        <a:lstStyle/>
        <a:p>
          <a:r>
            <a:rPr lang="en-US"/>
            <a:t>IEC 62443 for industrial systems</a:t>
          </a:r>
        </a:p>
      </dgm:t>
    </dgm:pt>
    <dgm:pt modelId="{91C5391A-4452-4CFD-8099-318C5F97E185}" type="parTrans" cxnId="{021B83B1-F73A-4962-86C4-7DE1DC88091F}">
      <dgm:prSet/>
      <dgm:spPr/>
      <dgm:t>
        <a:bodyPr/>
        <a:lstStyle/>
        <a:p>
          <a:endParaRPr lang="en-US"/>
        </a:p>
      </dgm:t>
    </dgm:pt>
    <dgm:pt modelId="{6946C9A9-EAB7-4747-BDBF-F701F5E0E981}" type="sibTrans" cxnId="{021B83B1-F73A-4962-86C4-7DE1DC88091F}">
      <dgm:prSet/>
      <dgm:spPr/>
      <dgm:t>
        <a:bodyPr/>
        <a:lstStyle/>
        <a:p>
          <a:endParaRPr lang="en-US"/>
        </a:p>
      </dgm:t>
    </dgm:pt>
    <dgm:pt modelId="{FA246B1E-D44A-49AF-9F63-45A2FE798DCA}">
      <dgm:prSet/>
      <dgm:spPr/>
      <dgm:t>
        <a:bodyPr/>
        <a:lstStyle/>
        <a:p>
          <a:r>
            <a:rPr lang="en-US"/>
            <a:t>PCI DSS for payment systems</a:t>
          </a:r>
        </a:p>
      </dgm:t>
    </dgm:pt>
    <dgm:pt modelId="{444D5B40-EE66-46B9-B666-EE799F4DEAD2}" type="parTrans" cxnId="{0E1F1581-4D6D-41DE-8D86-CB4EC455E012}">
      <dgm:prSet/>
      <dgm:spPr/>
      <dgm:t>
        <a:bodyPr/>
        <a:lstStyle/>
        <a:p>
          <a:endParaRPr lang="en-US"/>
        </a:p>
      </dgm:t>
    </dgm:pt>
    <dgm:pt modelId="{7F7DA071-8893-4E01-B1DF-499675ED9D73}" type="sibTrans" cxnId="{0E1F1581-4D6D-41DE-8D86-CB4EC455E012}">
      <dgm:prSet/>
      <dgm:spPr/>
      <dgm:t>
        <a:bodyPr/>
        <a:lstStyle/>
        <a:p>
          <a:endParaRPr lang="en-US"/>
        </a:p>
      </dgm:t>
    </dgm:pt>
    <dgm:pt modelId="{87008CDB-815A-4CFA-9510-1DA5EC3F0352}">
      <dgm:prSet/>
      <dgm:spPr/>
      <dgm:t>
        <a:bodyPr/>
        <a:lstStyle/>
        <a:p>
          <a:r>
            <a:rPr lang="en-US"/>
            <a:t>HIPAA for healthcare data</a:t>
          </a:r>
        </a:p>
      </dgm:t>
    </dgm:pt>
    <dgm:pt modelId="{39536A16-C32F-4EFD-8795-C792E2813C85}" type="parTrans" cxnId="{FF0C206B-28F0-45BB-89C7-27436F00B141}">
      <dgm:prSet/>
      <dgm:spPr/>
      <dgm:t>
        <a:bodyPr/>
        <a:lstStyle/>
        <a:p>
          <a:endParaRPr lang="en-US"/>
        </a:p>
      </dgm:t>
    </dgm:pt>
    <dgm:pt modelId="{6F82DFE5-E81A-4D52-BD90-B7E380E1D1EB}" type="sibTrans" cxnId="{FF0C206B-28F0-45BB-89C7-27436F00B141}">
      <dgm:prSet/>
      <dgm:spPr/>
      <dgm:t>
        <a:bodyPr/>
        <a:lstStyle/>
        <a:p>
          <a:endParaRPr lang="en-US"/>
        </a:p>
      </dgm:t>
    </dgm:pt>
    <dgm:pt modelId="{06BDD4A9-53FF-43C3-970E-136DCEF372AC}" type="pres">
      <dgm:prSet presAssocID="{55051FC3-4F67-4649-B0D4-32AB58CE076F}" presName="linear" presStyleCnt="0">
        <dgm:presLayoutVars>
          <dgm:animLvl val="lvl"/>
          <dgm:resizeHandles val="exact"/>
        </dgm:presLayoutVars>
      </dgm:prSet>
      <dgm:spPr/>
    </dgm:pt>
    <dgm:pt modelId="{951528A4-22DB-4607-9C68-4A3D5C9DD434}" type="pres">
      <dgm:prSet presAssocID="{DDDEC749-8F44-4118-A740-80D9A0AA242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F982562-E661-444F-95C0-11AA8B0D5E72}" type="pres">
      <dgm:prSet presAssocID="{9D812B2C-72B7-457D-87E1-3F08C699C950}" presName="spacer" presStyleCnt="0"/>
      <dgm:spPr/>
    </dgm:pt>
    <dgm:pt modelId="{D98442D0-AC84-4680-A660-3BE6945CB05F}" type="pres">
      <dgm:prSet presAssocID="{F95A3434-2755-4C5D-803A-6B71FBA9FAD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C0EF668-C347-4126-8906-5FDDC3E3D7E2}" type="pres">
      <dgm:prSet presAssocID="{6EBD7078-357D-42CB-A6CB-BC5D544D843B}" presName="spacer" presStyleCnt="0"/>
      <dgm:spPr/>
    </dgm:pt>
    <dgm:pt modelId="{F179E8CB-88E2-4C7D-929B-DE1E6C143D35}" type="pres">
      <dgm:prSet presAssocID="{2BB7F796-EE28-4652-AC8B-25723E69254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631E5F0-358C-44E5-893B-6B7550C05CAE}" type="pres">
      <dgm:prSet presAssocID="{32354300-513E-4D28-A207-51F87519A0F9}" presName="spacer" presStyleCnt="0"/>
      <dgm:spPr/>
    </dgm:pt>
    <dgm:pt modelId="{15AEB476-EF0B-4E0B-9902-73AD32C0A341}" type="pres">
      <dgm:prSet presAssocID="{928263E3-1124-4938-89C8-F03250996D8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61E3982-5AA2-42CC-ADB3-9400C1CE9466}" type="pres">
      <dgm:prSet presAssocID="{6946C9A9-EAB7-4747-BDBF-F701F5E0E981}" presName="spacer" presStyleCnt="0"/>
      <dgm:spPr/>
    </dgm:pt>
    <dgm:pt modelId="{243528DA-DBC6-4249-A7AE-A77233E3296C}" type="pres">
      <dgm:prSet presAssocID="{FA246B1E-D44A-49AF-9F63-45A2FE798DCA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72DFAA5-3CCC-499E-90F4-AE12B5C962C1}" type="pres">
      <dgm:prSet presAssocID="{7F7DA071-8893-4E01-B1DF-499675ED9D73}" presName="spacer" presStyleCnt="0"/>
      <dgm:spPr/>
    </dgm:pt>
    <dgm:pt modelId="{C10343D3-DB82-40F6-9CC4-1559EBE65670}" type="pres">
      <dgm:prSet presAssocID="{87008CDB-815A-4CFA-9510-1DA5EC3F035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0831E01-1E29-4A1D-BBE8-88294B725F5D}" srcId="{55051FC3-4F67-4649-B0D4-32AB58CE076F}" destId="{F95A3434-2755-4C5D-803A-6B71FBA9FAD1}" srcOrd="1" destOrd="0" parTransId="{7ABFCC4E-C5CC-4738-9E3A-4A7A790CB603}" sibTransId="{6EBD7078-357D-42CB-A6CB-BC5D544D843B}"/>
    <dgm:cxn modelId="{0E3BCC02-467F-4530-81E7-6C999E46195E}" type="presOf" srcId="{F95A3434-2755-4C5D-803A-6B71FBA9FAD1}" destId="{D98442D0-AC84-4680-A660-3BE6945CB05F}" srcOrd="0" destOrd="0" presId="urn:microsoft.com/office/officeart/2005/8/layout/vList2"/>
    <dgm:cxn modelId="{F9CB5D1D-CD7B-4713-B6FA-26E78E0884FB}" type="presOf" srcId="{FA246B1E-D44A-49AF-9F63-45A2FE798DCA}" destId="{243528DA-DBC6-4249-A7AE-A77233E3296C}" srcOrd="0" destOrd="0" presId="urn:microsoft.com/office/officeart/2005/8/layout/vList2"/>
    <dgm:cxn modelId="{46CF3E65-E0D1-473C-95B7-A9EF1946836E}" srcId="{55051FC3-4F67-4649-B0D4-32AB58CE076F}" destId="{2BB7F796-EE28-4652-AC8B-25723E692547}" srcOrd="2" destOrd="0" parTransId="{D548EA9E-2688-4601-95A2-DF7CCF8485FB}" sibTransId="{32354300-513E-4D28-A207-51F87519A0F9}"/>
    <dgm:cxn modelId="{F6578966-E359-47CA-A93C-5842EC8C62B7}" type="presOf" srcId="{928263E3-1124-4938-89C8-F03250996D8E}" destId="{15AEB476-EF0B-4E0B-9902-73AD32C0A341}" srcOrd="0" destOrd="0" presId="urn:microsoft.com/office/officeart/2005/8/layout/vList2"/>
    <dgm:cxn modelId="{E290614A-E352-41CB-9BF7-F5C132CE5802}" srcId="{55051FC3-4F67-4649-B0D4-32AB58CE076F}" destId="{DDDEC749-8F44-4118-A740-80D9A0AA242C}" srcOrd="0" destOrd="0" parTransId="{6362EE43-1A14-4802-960A-94592F48164F}" sibTransId="{9D812B2C-72B7-457D-87E1-3F08C699C950}"/>
    <dgm:cxn modelId="{299F696A-D4A7-4BA0-9302-7C28DC2DA531}" type="presOf" srcId="{55051FC3-4F67-4649-B0D4-32AB58CE076F}" destId="{06BDD4A9-53FF-43C3-970E-136DCEF372AC}" srcOrd="0" destOrd="0" presId="urn:microsoft.com/office/officeart/2005/8/layout/vList2"/>
    <dgm:cxn modelId="{FF0C206B-28F0-45BB-89C7-27436F00B141}" srcId="{55051FC3-4F67-4649-B0D4-32AB58CE076F}" destId="{87008CDB-815A-4CFA-9510-1DA5EC3F0352}" srcOrd="5" destOrd="0" parTransId="{39536A16-C32F-4EFD-8795-C792E2813C85}" sibTransId="{6F82DFE5-E81A-4D52-BD90-B7E380E1D1EB}"/>
    <dgm:cxn modelId="{5C953B6E-1329-4651-9CF1-D23D50F3CB0D}" type="presOf" srcId="{87008CDB-815A-4CFA-9510-1DA5EC3F0352}" destId="{C10343D3-DB82-40F6-9CC4-1559EBE65670}" srcOrd="0" destOrd="0" presId="urn:microsoft.com/office/officeart/2005/8/layout/vList2"/>
    <dgm:cxn modelId="{0E1F1581-4D6D-41DE-8D86-CB4EC455E012}" srcId="{55051FC3-4F67-4649-B0D4-32AB58CE076F}" destId="{FA246B1E-D44A-49AF-9F63-45A2FE798DCA}" srcOrd="4" destOrd="0" parTransId="{444D5B40-EE66-46B9-B666-EE799F4DEAD2}" sibTransId="{7F7DA071-8893-4E01-B1DF-499675ED9D73}"/>
    <dgm:cxn modelId="{E11DDC8D-D358-4462-B796-5E04930F030D}" type="presOf" srcId="{2BB7F796-EE28-4652-AC8B-25723E692547}" destId="{F179E8CB-88E2-4C7D-929B-DE1E6C143D35}" srcOrd="0" destOrd="0" presId="urn:microsoft.com/office/officeart/2005/8/layout/vList2"/>
    <dgm:cxn modelId="{6FDEDF9E-EDE5-4970-B02F-B441CA589DB6}" type="presOf" srcId="{DDDEC749-8F44-4118-A740-80D9A0AA242C}" destId="{951528A4-22DB-4607-9C68-4A3D5C9DD434}" srcOrd="0" destOrd="0" presId="urn:microsoft.com/office/officeart/2005/8/layout/vList2"/>
    <dgm:cxn modelId="{021B83B1-F73A-4962-86C4-7DE1DC88091F}" srcId="{55051FC3-4F67-4649-B0D4-32AB58CE076F}" destId="{928263E3-1124-4938-89C8-F03250996D8E}" srcOrd="3" destOrd="0" parTransId="{91C5391A-4452-4CFD-8099-318C5F97E185}" sibTransId="{6946C9A9-EAB7-4747-BDBF-F701F5E0E981}"/>
    <dgm:cxn modelId="{F24C1064-736B-43E9-B761-30180833016F}" type="presParOf" srcId="{06BDD4A9-53FF-43C3-970E-136DCEF372AC}" destId="{951528A4-22DB-4607-9C68-4A3D5C9DD434}" srcOrd="0" destOrd="0" presId="urn:microsoft.com/office/officeart/2005/8/layout/vList2"/>
    <dgm:cxn modelId="{DC2F6296-B910-4D64-A8C4-387F4E43D235}" type="presParOf" srcId="{06BDD4A9-53FF-43C3-970E-136DCEF372AC}" destId="{1F982562-E661-444F-95C0-11AA8B0D5E72}" srcOrd="1" destOrd="0" presId="urn:microsoft.com/office/officeart/2005/8/layout/vList2"/>
    <dgm:cxn modelId="{8CAF52D5-2F81-4240-89CF-3589FA1B8731}" type="presParOf" srcId="{06BDD4A9-53FF-43C3-970E-136DCEF372AC}" destId="{D98442D0-AC84-4680-A660-3BE6945CB05F}" srcOrd="2" destOrd="0" presId="urn:microsoft.com/office/officeart/2005/8/layout/vList2"/>
    <dgm:cxn modelId="{71D987CD-8FF3-4DE4-85BA-FF4C5D44FB57}" type="presParOf" srcId="{06BDD4A9-53FF-43C3-970E-136DCEF372AC}" destId="{9C0EF668-C347-4126-8906-5FDDC3E3D7E2}" srcOrd="3" destOrd="0" presId="urn:microsoft.com/office/officeart/2005/8/layout/vList2"/>
    <dgm:cxn modelId="{41C8886F-A170-4D27-918D-B83CBD44CC84}" type="presParOf" srcId="{06BDD4A9-53FF-43C3-970E-136DCEF372AC}" destId="{F179E8CB-88E2-4C7D-929B-DE1E6C143D35}" srcOrd="4" destOrd="0" presId="urn:microsoft.com/office/officeart/2005/8/layout/vList2"/>
    <dgm:cxn modelId="{6D8E7CCF-6834-4C35-9588-75D739629304}" type="presParOf" srcId="{06BDD4A9-53FF-43C3-970E-136DCEF372AC}" destId="{0631E5F0-358C-44E5-893B-6B7550C05CAE}" srcOrd="5" destOrd="0" presId="urn:microsoft.com/office/officeart/2005/8/layout/vList2"/>
    <dgm:cxn modelId="{46D433E8-80C7-4AA5-A927-100A83CCE935}" type="presParOf" srcId="{06BDD4A9-53FF-43C3-970E-136DCEF372AC}" destId="{15AEB476-EF0B-4E0B-9902-73AD32C0A341}" srcOrd="6" destOrd="0" presId="urn:microsoft.com/office/officeart/2005/8/layout/vList2"/>
    <dgm:cxn modelId="{28BB65D6-9D3E-4E4C-BBC1-41366417D9AF}" type="presParOf" srcId="{06BDD4A9-53FF-43C3-970E-136DCEF372AC}" destId="{461E3982-5AA2-42CC-ADB3-9400C1CE9466}" srcOrd="7" destOrd="0" presId="urn:microsoft.com/office/officeart/2005/8/layout/vList2"/>
    <dgm:cxn modelId="{E9430D56-05E9-49BC-AD6F-ADFAA7F7B5F8}" type="presParOf" srcId="{06BDD4A9-53FF-43C3-970E-136DCEF372AC}" destId="{243528DA-DBC6-4249-A7AE-A77233E3296C}" srcOrd="8" destOrd="0" presId="urn:microsoft.com/office/officeart/2005/8/layout/vList2"/>
    <dgm:cxn modelId="{25004777-B11D-4655-B2D6-5B8ED4DDE2CF}" type="presParOf" srcId="{06BDD4A9-53FF-43C3-970E-136DCEF372AC}" destId="{972DFAA5-3CCC-499E-90F4-AE12B5C962C1}" srcOrd="9" destOrd="0" presId="urn:microsoft.com/office/officeart/2005/8/layout/vList2"/>
    <dgm:cxn modelId="{C0C8E832-EF62-4326-A508-EA65A06D8E35}" type="presParOf" srcId="{06BDD4A9-53FF-43C3-970E-136DCEF372AC}" destId="{C10343D3-DB82-40F6-9CC4-1559EBE6567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3F39E3F-8B75-4373-BC24-A128741FBD34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690A53F-F4BE-4CCF-9D08-4331F214AF20}">
      <dgm:prSet/>
      <dgm:spPr/>
      <dgm:t>
        <a:bodyPr/>
        <a:lstStyle/>
        <a:p>
          <a:r>
            <a:rPr lang="en-US"/>
            <a:t>Governance – policies, strategy, and security leadership</a:t>
          </a:r>
        </a:p>
      </dgm:t>
    </dgm:pt>
    <dgm:pt modelId="{3F7C827A-90EB-45B0-96A5-22544E22BF3F}" type="parTrans" cxnId="{27A84398-0995-4C63-AB0A-ED0EDB60B1B8}">
      <dgm:prSet/>
      <dgm:spPr/>
      <dgm:t>
        <a:bodyPr/>
        <a:lstStyle/>
        <a:p>
          <a:endParaRPr lang="en-US"/>
        </a:p>
      </dgm:t>
    </dgm:pt>
    <dgm:pt modelId="{B9464E30-A5D7-471A-8361-A9289C8E6D04}" type="sibTrans" cxnId="{27A84398-0995-4C63-AB0A-ED0EDB60B1B8}">
      <dgm:prSet/>
      <dgm:spPr/>
      <dgm:t>
        <a:bodyPr/>
        <a:lstStyle/>
        <a:p>
          <a:endParaRPr lang="en-US"/>
        </a:p>
      </dgm:t>
    </dgm:pt>
    <dgm:pt modelId="{6AC3AD06-6A43-405C-AB85-1385A10CAF2E}">
      <dgm:prSet/>
      <dgm:spPr/>
      <dgm:t>
        <a:bodyPr/>
        <a:lstStyle/>
        <a:p>
          <a:r>
            <a:rPr lang="en-US"/>
            <a:t>Risk – identifying and managing threats to business operations</a:t>
          </a:r>
        </a:p>
      </dgm:t>
    </dgm:pt>
    <dgm:pt modelId="{FD08190E-9C16-45BF-AC24-A5DAD64D78F7}" type="parTrans" cxnId="{193550DB-DBC0-4EC8-9E03-D48FA2970440}">
      <dgm:prSet/>
      <dgm:spPr/>
      <dgm:t>
        <a:bodyPr/>
        <a:lstStyle/>
        <a:p>
          <a:endParaRPr lang="en-US"/>
        </a:p>
      </dgm:t>
    </dgm:pt>
    <dgm:pt modelId="{5BBAA804-57D8-4516-9A95-C2634E472A8B}" type="sibTrans" cxnId="{193550DB-DBC0-4EC8-9E03-D48FA2970440}">
      <dgm:prSet/>
      <dgm:spPr/>
      <dgm:t>
        <a:bodyPr/>
        <a:lstStyle/>
        <a:p>
          <a:endParaRPr lang="en-US"/>
        </a:p>
      </dgm:t>
    </dgm:pt>
    <dgm:pt modelId="{00EA6C87-1E5F-4E6A-A309-1E6CA6E6F368}">
      <dgm:prSet/>
      <dgm:spPr/>
      <dgm:t>
        <a:bodyPr/>
        <a:lstStyle/>
        <a:p>
          <a:r>
            <a:rPr lang="en-US"/>
            <a:t>Compliance – meeting legal and regulatory requirements</a:t>
          </a:r>
        </a:p>
      </dgm:t>
    </dgm:pt>
    <dgm:pt modelId="{FFE5ED96-75EA-493D-9048-A7226EB6F3D0}" type="parTrans" cxnId="{ADFECA02-E0D8-4EB4-BE4F-0DD33F2CFA86}">
      <dgm:prSet/>
      <dgm:spPr/>
      <dgm:t>
        <a:bodyPr/>
        <a:lstStyle/>
        <a:p>
          <a:endParaRPr lang="en-US"/>
        </a:p>
      </dgm:t>
    </dgm:pt>
    <dgm:pt modelId="{F9B2482A-6A5D-4B0F-B3AF-C68EF4B23D2A}" type="sibTrans" cxnId="{ADFECA02-E0D8-4EB4-BE4F-0DD33F2CFA86}">
      <dgm:prSet/>
      <dgm:spPr/>
      <dgm:t>
        <a:bodyPr/>
        <a:lstStyle/>
        <a:p>
          <a:endParaRPr lang="en-US"/>
        </a:p>
      </dgm:t>
    </dgm:pt>
    <dgm:pt modelId="{308155A1-B712-4E4E-87A3-213240524401}">
      <dgm:prSet/>
      <dgm:spPr/>
      <dgm:t>
        <a:bodyPr/>
        <a:lstStyle/>
        <a:p>
          <a:r>
            <a:rPr lang="en-US"/>
            <a:t>Aligns cybersecurity with business goals</a:t>
          </a:r>
        </a:p>
      </dgm:t>
    </dgm:pt>
    <dgm:pt modelId="{49199743-9BD0-46C4-8B52-E491BB2AB48C}" type="parTrans" cxnId="{57F53894-8FF7-4CDE-A032-F891767CB16C}">
      <dgm:prSet/>
      <dgm:spPr/>
      <dgm:t>
        <a:bodyPr/>
        <a:lstStyle/>
        <a:p>
          <a:endParaRPr lang="en-US"/>
        </a:p>
      </dgm:t>
    </dgm:pt>
    <dgm:pt modelId="{B8676695-92AA-4D18-B290-5A619577304D}" type="sibTrans" cxnId="{57F53894-8FF7-4CDE-A032-F891767CB16C}">
      <dgm:prSet/>
      <dgm:spPr/>
      <dgm:t>
        <a:bodyPr/>
        <a:lstStyle/>
        <a:p>
          <a:endParaRPr lang="en-US"/>
        </a:p>
      </dgm:t>
    </dgm:pt>
    <dgm:pt modelId="{8E2EDF14-8442-4E31-A881-407DEC35CD06}" type="pres">
      <dgm:prSet presAssocID="{B3F39E3F-8B75-4373-BC24-A128741FBD34}" presName="vert0" presStyleCnt="0">
        <dgm:presLayoutVars>
          <dgm:dir/>
          <dgm:animOne val="branch"/>
          <dgm:animLvl val="lvl"/>
        </dgm:presLayoutVars>
      </dgm:prSet>
      <dgm:spPr/>
    </dgm:pt>
    <dgm:pt modelId="{17B347DF-CEB3-406B-B279-E2CDFB1456F2}" type="pres">
      <dgm:prSet presAssocID="{4690A53F-F4BE-4CCF-9D08-4331F214AF20}" presName="thickLine" presStyleLbl="alignNode1" presStyleIdx="0" presStyleCnt="4"/>
      <dgm:spPr/>
    </dgm:pt>
    <dgm:pt modelId="{0CB64E0E-518B-48A0-90F8-EDECD744091F}" type="pres">
      <dgm:prSet presAssocID="{4690A53F-F4BE-4CCF-9D08-4331F214AF20}" presName="horz1" presStyleCnt="0"/>
      <dgm:spPr/>
    </dgm:pt>
    <dgm:pt modelId="{30124DE1-ECDE-4F0E-B75D-822B053B0890}" type="pres">
      <dgm:prSet presAssocID="{4690A53F-F4BE-4CCF-9D08-4331F214AF20}" presName="tx1" presStyleLbl="revTx" presStyleIdx="0" presStyleCnt="4"/>
      <dgm:spPr/>
    </dgm:pt>
    <dgm:pt modelId="{116C43D5-C179-4E6D-91CA-F563C374F839}" type="pres">
      <dgm:prSet presAssocID="{4690A53F-F4BE-4CCF-9D08-4331F214AF20}" presName="vert1" presStyleCnt="0"/>
      <dgm:spPr/>
    </dgm:pt>
    <dgm:pt modelId="{8C8D7C6F-8E9A-446A-B423-F0466B96233A}" type="pres">
      <dgm:prSet presAssocID="{6AC3AD06-6A43-405C-AB85-1385A10CAF2E}" presName="thickLine" presStyleLbl="alignNode1" presStyleIdx="1" presStyleCnt="4"/>
      <dgm:spPr/>
    </dgm:pt>
    <dgm:pt modelId="{2DB022F6-0CDA-4A37-B3EE-91BEBACA0CB1}" type="pres">
      <dgm:prSet presAssocID="{6AC3AD06-6A43-405C-AB85-1385A10CAF2E}" presName="horz1" presStyleCnt="0"/>
      <dgm:spPr/>
    </dgm:pt>
    <dgm:pt modelId="{7F188E14-D6F5-475F-B129-5F9B1DF574D1}" type="pres">
      <dgm:prSet presAssocID="{6AC3AD06-6A43-405C-AB85-1385A10CAF2E}" presName="tx1" presStyleLbl="revTx" presStyleIdx="1" presStyleCnt="4"/>
      <dgm:spPr/>
    </dgm:pt>
    <dgm:pt modelId="{811A5FAA-5170-4503-A42B-D9B34C2A0C41}" type="pres">
      <dgm:prSet presAssocID="{6AC3AD06-6A43-405C-AB85-1385A10CAF2E}" presName="vert1" presStyleCnt="0"/>
      <dgm:spPr/>
    </dgm:pt>
    <dgm:pt modelId="{65554A21-4614-45A1-B82B-0C18AF8FB7C5}" type="pres">
      <dgm:prSet presAssocID="{00EA6C87-1E5F-4E6A-A309-1E6CA6E6F368}" presName="thickLine" presStyleLbl="alignNode1" presStyleIdx="2" presStyleCnt="4"/>
      <dgm:spPr/>
    </dgm:pt>
    <dgm:pt modelId="{76D50162-24AA-437A-8338-044F8DC7B483}" type="pres">
      <dgm:prSet presAssocID="{00EA6C87-1E5F-4E6A-A309-1E6CA6E6F368}" presName="horz1" presStyleCnt="0"/>
      <dgm:spPr/>
    </dgm:pt>
    <dgm:pt modelId="{958731A2-F069-40FD-A99E-F80AA5BF0ACE}" type="pres">
      <dgm:prSet presAssocID="{00EA6C87-1E5F-4E6A-A309-1E6CA6E6F368}" presName="tx1" presStyleLbl="revTx" presStyleIdx="2" presStyleCnt="4"/>
      <dgm:spPr/>
    </dgm:pt>
    <dgm:pt modelId="{B33D6092-6113-4D16-832D-AA31AFA52AD8}" type="pres">
      <dgm:prSet presAssocID="{00EA6C87-1E5F-4E6A-A309-1E6CA6E6F368}" presName="vert1" presStyleCnt="0"/>
      <dgm:spPr/>
    </dgm:pt>
    <dgm:pt modelId="{98A9FC04-CC52-4E36-9A2D-D083D2AA50B9}" type="pres">
      <dgm:prSet presAssocID="{308155A1-B712-4E4E-87A3-213240524401}" presName="thickLine" presStyleLbl="alignNode1" presStyleIdx="3" presStyleCnt="4"/>
      <dgm:spPr/>
    </dgm:pt>
    <dgm:pt modelId="{A2048677-1DC8-47FE-848D-80AD54E6D4CA}" type="pres">
      <dgm:prSet presAssocID="{308155A1-B712-4E4E-87A3-213240524401}" presName="horz1" presStyleCnt="0"/>
      <dgm:spPr/>
    </dgm:pt>
    <dgm:pt modelId="{E7E61B84-76C8-4E40-8DD8-DA0C79623D5F}" type="pres">
      <dgm:prSet presAssocID="{308155A1-B712-4E4E-87A3-213240524401}" presName="tx1" presStyleLbl="revTx" presStyleIdx="3" presStyleCnt="4"/>
      <dgm:spPr/>
    </dgm:pt>
    <dgm:pt modelId="{005FE341-7922-4831-99E7-1685D44EB59A}" type="pres">
      <dgm:prSet presAssocID="{308155A1-B712-4E4E-87A3-213240524401}" presName="vert1" presStyleCnt="0"/>
      <dgm:spPr/>
    </dgm:pt>
  </dgm:ptLst>
  <dgm:cxnLst>
    <dgm:cxn modelId="{ADFECA02-E0D8-4EB4-BE4F-0DD33F2CFA86}" srcId="{B3F39E3F-8B75-4373-BC24-A128741FBD34}" destId="{00EA6C87-1E5F-4E6A-A309-1E6CA6E6F368}" srcOrd="2" destOrd="0" parTransId="{FFE5ED96-75EA-493D-9048-A7226EB6F3D0}" sibTransId="{F9B2482A-6A5D-4B0F-B3AF-C68EF4B23D2A}"/>
    <dgm:cxn modelId="{602F6306-4732-4BA8-8038-C80FD37BFD54}" type="presOf" srcId="{B3F39E3F-8B75-4373-BC24-A128741FBD34}" destId="{8E2EDF14-8442-4E31-A881-407DEC35CD06}" srcOrd="0" destOrd="0" presId="urn:microsoft.com/office/officeart/2008/layout/LinedList"/>
    <dgm:cxn modelId="{2700992B-BC7D-4D14-A61D-C0BFE2000687}" type="presOf" srcId="{00EA6C87-1E5F-4E6A-A309-1E6CA6E6F368}" destId="{958731A2-F069-40FD-A99E-F80AA5BF0ACE}" srcOrd="0" destOrd="0" presId="urn:microsoft.com/office/officeart/2008/layout/LinedList"/>
    <dgm:cxn modelId="{AD4E704F-E390-4DC7-AA85-F1004E3FD6FF}" type="presOf" srcId="{4690A53F-F4BE-4CCF-9D08-4331F214AF20}" destId="{30124DE1-ECDE-4F0E-B75D-822B053B0890}" srcOrd="0" destOrd="0" presId="urn:microsoft.com/office/officeart/2008/layout/LinedList"/>
    <dgm:cxn modelId="{19F94189-B31B-45C3-ACCD-BC943BD03152}" type="presOf" srcId="{6AC3AD06-6A43-405C-AB85-1385A10CAF2E}" destId="{7F188E14-D6F5-475F-B129-5F9B1DF574D1}" srcOrd="0" destOrd="0" presId="urn:microsoft.com/office/officeart/2008/layout/LinedList"/>
    <dgm:cxn modelId="{57F53894-8FF7-4CDE-A032-F891767CB16C}" srcId="{B3F39E3F-8B75-4373-BC24-A128741FBD34}" destId="{308155A1-B712-4E4E-87A3-213240524401}" srcOrd="3" destOrd="0" parTransId="{49199743-9BD0-46C4-8B52-E491BB2AB48C}" sibTransId="{B8676695-92AA-4D18-B290-5A619577304D}"/>
    <dgm:cxn modelId="{A84D8997-6AEE-478B-B7CA-2A5499A56791}" type="presOf" srcId="{308155A1-B712-4E4E-87A3-213240524401}" destId="{E7E61B84-76C8-4E40-8DD8-DA0C79623D5F}" srcOrd="0" destOrd="0" presId="urn:microsoft.com/office/officeart/2008/layout/LinedList"/>
    <dgm:cxn modelId="{27A84398-0995-4C63-AB0A-ED0EDB60B1B8}" srcId="{B3F39E3F-8B75-4373-BC24-A128741FBD34}" destId="{4690A53F-F4BE-4CCF-9D08-4331F214AF20}" srcOrd="0" destOrd="0" parTransId="{3F7C827A-90EB-45B0-96A5-22544E22BF3F}" sibTransId="{B9464E30-A5D7-471A-8361-A9289C8E6D04}"/>
    <dgm:cxn modelId="{193550DB-DBC0-4EC8-9E03-D48FA2970440}" srcId="{B3F39E3F-8B75-4373-BC24-A128741FBD34}" destId="{6AC3AD06-6A43-405C-AB85-1385A10CAF2E}" srcOrd="1" destOrd="0" parTransId="{FD08190E-9C16-45BF-AC24-A5DAD64D78F7}" sibTransId="{5BBAA804-57D8-4516-9A95-C2634E472A8B}"/>
    <dgm:cxn modelId="{28B13A30-9D93-4506-96CC-49E093C5789D}" type="presParOf" srcId="{8E2EDF14-8442-4E31-A881-407DEC35CD06}" destId="{17B347DF-CEB3-406B-B279-E2CDFB1456F2}" srcOrd="0" destOrd="0" presId="urn:microsoft.com/office/officeart/2008/layout/LinedList"/>
    <dgm:cxn modelId="{C76783D0-226C-4DC4-8D94-4CED203BD102}" type="presParOf" srcId="{8E2EDF14-8442-4E31-A881-407DEC35CD06}" destId="{0CB64E0E-518B-48A0-90F8-EDECD744091F}" srcOrd="1" destOrd="0" presId="urn:microsoft.com/office/officeart/2008/layout/LinedList"/>
    <dgm:cxn modelId="{A3F1ADAF-2988-43CE-A3CE-B006B6FF8403}" type="presParOf" srcId="{0CB64E0E-518B-48A0-90F8-EDECD744091F}" destId="{30124DE1-ECDE-4F0E-B75D-822B053B0890}" srcOrd="0" destOrd="0" presId="urn:microsoft.com/office/officeart/2008/layout/LinedList"/>
    <dgm:cxn modelId="{897D519A-D2C4-4967-A873-60146C44A073}" type="presParOf" srcId="{0CB64E0E-518B-48A0-90F8-EDECD744091F}" destId="{116C43D5-C179-4E6D-91CA-F563C374F839}" srcOrd="1" destOrd="0" presId="urn:microsoft.com/office/officeart/2008/layout/LinedList"/>
    <dgm:cxn modelId="{73857716-7C4C-4E88-8983-089837C8BCBA}" type="presParOf" srcId="{8E2EDF14-8442-4E31-A881-407DEC35CD06}" destId="{8C8D7C6F-8E9A-446A-B423-F0466B96233A}" srcOrd="2" destOrd="0" presId="urn:microsoft.com/office/officeart/2008/layout/LinedList"/>
    <dgm:cxn modelId="{9D380C86-CD0F-4151-BCCC-C4CC9C558F71}" type="presParOf" srcId="{8E2EDF14-8442-4E31-A881-407DEC35CD06}" destId="{2DB022F6-0CDA-4A37-B3EE-91BEBACA0CB1}" srcOrd="3" destOrd="0" presId="urn:microsoft.com/office/officeart/2008/layout/LinedList"/>
    <dgm:cxn modelId="{4EC45929-F426-4B8A-BA9D-CD1C0CDB943F}" type="presParOf" srcId="{2DB022F6-0CDA-4A37-B3EE-91BEBACA0CB1}" destId="{7F188E14-D6F5-475F-B129-5F9B1DF574D1}" srcOrd="0" destOrd="0" presId="urn:microsoft.com/office/officeart/2008/layout/LinedList"/>
    <dgm:cxn modelId="{49E0CAA7-37D4-4FE0-A0FE-1C77451C7204}" type="presParOf" srcId="{2DB022F6-0CDA-4A37-B3EE-91BEBACA0CB1}" destId="{811A5FAA-5170-4503-A42B-D9B34C2A0C41}" srcOrd="1" destOrd="0" presId="urn:microsoft.com/office/officeart/2008/layout/LinedList"/>
    <dgm:cxn modelId="{9436B00F-4DD3-42D4-967E-CB65CBA4A516}" type="presParOf" srcId="{8E2EDF14-8442-4E31-A881-407DEC35CD06}" destId="{65554A21-4614-45A1-B82B-0C18AF8FB7C5}" srcOrd="4" destOrd="0" presId="urn:microsoft.com/office/officeart/2008/layout/LinedList"/>
    <dgm:cxn modelId="{55618303-A922-4797-B024-2FE0FC29AE06}" type="presParOf" srcId="{8E2EDF14-8442-4E31-A881-407DEC35CD06}" destId="{76D50162-24AA-437A-8338-044F8DC7B483}" srcOrd="5" destOrd="0" presId="urn:microsoft.com/office/officeart/2008/layout/LinedList"/>
    <dgm:cxn modelId="{CB12C520-A722-4293-8116-DAA702B9B4C5}" type="presParOf" srcId="{76D50162-24AA-437A-8338-044F8DC7B483}" destId="{958731A2-F069-40FD-A99E-F80AA5BF0ACE}" srcOrd="0" destOrd="0" presId="urn:microsoft.com/office/officeart/2008/layout/LinedList"/>
    <dgm:cxn modelId="{EF242154-89AD-473A-90DD-32C9BA539AA0}" type="presParOf" srcId="{76D50162-24AA-437A-8338-044F8DC7B483}" destId="{B33D6092-6113-4D16-832D-AA31AFA52AD8}" srcOrd="1" destOrd="0" presId="urn:microsoft.com/office/officeart/2008/layout/LinedList"/>
    <dgm:cxn modelId="{9CC355E0-3A97-499D-ADFC-D742D51E55F5}" type="presParOf" srcId="{8E2EDF14-8442-4E31-A881-407DEC35CD06}" destId="{98A9FC04-CC52-4E36-9A2D-D083D2AA50B9}" srcOrd="6" destOrd="0" presId="urn:microsoft.com/office/officeart/2008/layout/LinedList"/>
    <dgm:cxn modelId="{9EDE0383-AB40-4F68-8E28-2379649EF2F2}" type="presParOf" srcId="{8E2EDF14-8442-4E31-A881-407DEC35CD06}" destId="{A2048677-1DC8-47FE-848D-80AD54E6D4CA}" srcOrd="7" destOrd="0" presId="urn:microsoft.com/office/officeart/2008/layout/LinedList"/>
    <dgm:cxn modelId="{1E4438D0-F002-48D0-816D-7DDA79D42DB5}" type="presParOf" srcId="{A2048677-1DC8-47FE-848D-80AD54E6D4CA}" destId="{E7E61B84-76C8-4E40-8DD8-DA0C79623D5F}" srcOrd="0" destOrd="0" presId="urn:microsoft.com/office/officeart/2008/layout/LinedList"/>
    <dgm:cxn modelId="{C2C313FA-D5F2-4ED5-91DB-4611F40C7DA5}" type="presParOf" srcId="{A2048677-1DC8-47FE-848D-80AD54E6D4CA}" destId="{005FE341-7922-4831-99E7-1685D44EB5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153102D-BAAF-49B7-B5F4-96E6AFF55862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4B178C-B523-4983-AE7F-504CFFC61C43}">
      <dgm:prSet/>
      <dgm:spPr/>
      <dgm:t>
        <a:bodyPr/>
        <a:lstStyle/>
        <a:p>
          <a:r>
            <a:rPr lang="en-US"/>
            <a:t>Start</a:t>
          </a:r>
        </a:p>
      </dgm:t>
    </dgm:pt>
    <dgm:pt modelId="{D3777EEA-A6CA-43B7-882E-DB89DABA0451}" type="parTrans" cxnId="{AB6EA81D-04D9-4700-9F99-947494F14042}">
      <dgm:prSet/>
      <dgm:spPr/>
      <dgm:t>
        <a:bodyPr/>
        <a:lstStyle/>
        <a:p>
          <a:endParaRPr lang="en-US"/>
        </a:p>
      </dgm:t>
    </dgm:pt>
    <dgm:pt modelId="{5C76FFA5-BB35-46CF-8426-7C4FFF57326F}" type="sibTrans" cxnId="{AB6EA81D-04D9-4700-9F99-947494F14042}">
      <dgm:prSet/>
      <dgm:spPr/>
      <dgm:t>
        <a:bodyPr/>
        <a:lstStyle/>
        <a:p>
          <a:endParaRPr lang="en-US"/>
        </a:p>
      </dgm:t>
    </dgm:pt>
    <dgm:pt modelId="{8C251E62-B984-4346-B906-F017F975C830}">
      <dgm:prSet/>
      <dgm:spPr/>
      <dgm:t>
        <a:bodyPr/>
        <a:lstStyle/>
        <a:p>
          <a:r>
            <a:rPr lang="en-US"/>
            <a:t>Start with networking and operating systems</a:t>
          </a:r>
        </a:p>
      </dgm:t>
    </dgm:pt>
    <dgm:pt modelId="{62D4C3D4-5784-4C0C-8E6C-1CA9456E477B}" type="parTrans" cxnId="{98860B23-4A44-42C1-91E3-95AA7396B76E}">
      <dgm:prSet/>
      <dgm:spPr/>
      <dgm:t>
        <a:bodyPr/>
        <a:lstStyle/>
        <a:p>
          <a:endParaRPr lang="en-US"/>
        </a:p>
      </dgm:t>
    </dgm:pt>
    <dgm:pt modelId="{0B7C1730-A03D-4D5C-B527-D017C8044873}" type="sibTrans" cxnId="{98860B23-4A44-42C1-91E3-95AA7396B76E}">
      <dgm:prSet/>
      <dgm:spPr/>
      <dgm:t>
        <a:bodyPr/>
        <a:lstStyle/>
        <a:p>
          <a:endParaRPr lang="en-US"/>
        </a:p>
      </dgm:t>
    </dgm:pt>
    <dgm:pt modelId="{DDF180C9-6B6B-4643-946D-C840A8C442CD}">
      <dgm:prSet/>
      <dgm:spPr/>
      <dgm:t>
        <a:bodyPr/>
        <a:lstStyle/>
        <a:p>
          <a:r>
            <a:rPr lang="en-US"/>
            <a:t>Learn</a:t>
          </a:r>
        </a:p>
      </dgm:t>
    </dgm:pt>
    <dgm:pt modelId="{1480D04E-9BD3-4AE9-8933-ACCE5B528AEE}" type="parTrans" cxnId="{666DD806-7DA0-43D7-A5BC-4A3340D3DE9B}">
      <dgm:prSet/>
      <dgm:spPr/>
      <dgm:t>
        <a:bodyPr/>
        <a:lstStyle/>
        <a:p>
          <a:endParaRPr lang="en-US"/>
        </a:p>
      </dgm:t>
    </dgm:pt>
    <dgm:pt modelId="{879E4F5D-E182-48F3-84ED-FD87BF535EEB}" type="sibTrans" cxnId="{666DD806-7DA0-43D7-A5BC-4A3340D3DE9B}">
      <dgm:prSet/>
      <dgm:spPr/>
      <dgm:t>
        <a:bodyPr/>
        <a:lstStyle/>
        <a:p>
          <a:endParaRPr lang="en-US"/>
        </a:p>
      </dgm:t>
    </dgm:pt>
    <dgm:pt modelId="{9BF11BC8-CF19-4FCE-8200-0FF41AFFCCA1}">
      <dgm:prSet/>
      <dgm:spPr/>
      <dgm:t>
        <a:bodyPr/>
        <a:lstStyle/>
        <a:p>
          <a:r>
            <a:rPr lang="en-US"/>
            <a:t>Learn security tools hands-on</a:t>
          </a:r>
        </a:p>
      </dgm:t>
    </dgm:pt>
    <dgm:pt modelId="{E79DD7FA-D4B6-49FD-B253-A89C6DE5960E}" type="parTrans" cxnId="{0A164B0C-3952-43B6-B75A-24A91632F085}">
      <dgm:prSet/>
      <dgm:spPr/>
      <dgm:t>
        <a:bodyPr/>
        <a:lstStyle/>
        <a:p>
          <a:endParaRPr lang="en-US"/>
        </a:p>
      </dgm:t>
    </dgm:pt>
    <dgm:pt modelId="{EFBD0B66-E57B-4E54-AF9E-A4A4DED23E33}" type="sibTrans" cxnId="{0A164B0C-3952-43B6-B75A-24A91632F085}">
      <dgm:prSet/>
      <dgm:spPr/>
      <dgm:t>
        <a:bodyPr/>
        <a:lstStyle/>
        <a:p>
          <a:endParaRPr lang="en-US"/>
        </a:p>
      </dgm:t>
    </dgm:pt>
    <dgm:pt modelId="{D4036CA5-6AD5-4E1C-B6E1-73C8268CDCBC}">
      <dgm:prSet/>
      <dgm:spPr/>
      <dgm:t>
        <a:bodyPr/>
        <a:lstStyle/>
        <a:p>
          <a:r>
            <a:rPr lang="en-US"/>
            <a:t>Choose</a:t>
          </a:r>
        </a:p>
      </dgm:t>
    </dgm:pt>
    <dgm:pt modelId="{1BF6FF01-4350-4193-83DC-668366670786}" type="parTrans" cxnId="{542FE0B6-57C5-4A84-9C17-EA50390E1610}">
      <dgm:prSet/>
      <dgm:spPr/>
      <dgm:t>
        <a:bodyPr/>
        <a:lstStyle/>
        <a:p>
          <a:endParaRPr lang="en-US"/>
        </a:p>
      </dgm:t>
    </dgm:pt>
    <dgm:pt modelId="{BED9204D-389C-4EF9-BE60-C2729CF70354}" type="sibTrans" cxnId="{542FE0B6-57C5-4A84-9C17-EA50390E1610}">
      <dgm:prSet/>
      <dgm:spPr/>
      <dgm:t>
        <a:bodyPr/>
        <a:lstStyle/>
        <a:p>
          <a:endParaRPr lang="en-US"/>
        </a:p>
      </dgm:t>
    </dgm:pt>
    <dgm:pt modelId="{B68218DE-A0F2-455A-A384-87E07064F349}">
      <dgm:prSet/>
      <dgm:spPr/>
      <dgm:t>
        <a:bodyPr/>
        <a:lstStyle/>
        <a:p>
          <a:r>
            <a:rPr lang="en-US"/>
            <a:t>Choose a specialization</a:t>
          </a:r>
        </a:p>
      </dgm:t>
    </dgm:pt>
    <dgm:pt modelId="{0748838E-4EB7-4E1B-9589-D357B744B765}" type="parTrans" cxnId="{0C554530-85F3-4EBD-9316-7A79179D4AFD}">
      <dgm:prSet/>
      <dgm:spPr/>
      <dgm:t>
        <a:bodyPr/>
        <a:lstStyle/>
        <a:p>
          <a:endParaRPr lang="en-US"/>
        </a:p>
      </dgm:t>
    </dgm:pt>
    <dgm:pt modelId="{E6CBED7B-28D3-4D8B-BAD9-7740318747DE}" type="sibTrans" cxnId="{0C554530-85F3-4EBD-9316-7A79179D4AFD}">
      <dgm:prSet/>
      <dgm:spPr/>
      <dgm:t>
        <a:bodyPr/>
        <a:lstStyle/>
        <a:p>
          <a:endParaRPr lang="en-US"/>
        </a:p>
      </dgm:t>
    </dgm:pt>
    <dgm:pt modelId="{18C2CEBD-5CC6-45F6-98F7-C17E91930D03}">
      <dgm:prSet/>
      <dgm:spPr/>
      <dgm:t>
        <a:bodyPr/>
        <a:lstStyle/>
        <a:p>
          <a:r>
            <a:rPr lang="en-US"/>
            <a:t>Build</a:t>
          </a:r>
        </a:p>
      </dgm:t>
    </dgm:pt>
    <dgm:pt modelId="{81C18236-743F-4E93-95C7-80F972C11A7E}" type="parTrans" cxnId="{61C64361-DB3A-4086-AB91-C85072ED8B8C}">
      <dgm:prSet/>
      <dgm:spPr/>
      <dgm:t>
        <a:bodyPr/>
        <a:lstStyle/>
        <a:p>
          <a:endParaRPr lang="en-US"/>
        </a:p>
      </dgm:t>
    </dgm:pt>
    <dgm:pt modelId="{82174395-735C-44A2-9513-8AB963F671EC}" type="sibTrans" cxnId="{61C64361-DB3A-4086-AB91-C85072ED8B8C}">
      <dgm:prSet/>
      <dgm:spPr/>
      <dgm:t>
        <a:bodyPr/>
        <a:lstStyle/>
        <a:p>
          <a:endParaRPr lang="en-US"/>
        </a:p>
      </dgm:t>
    </dgm:pt>
    <dgm:pt modelId="{84832E32-36C0-4E24-81B2-2DEF8412F160}">
      <dgm:prSet/>
      <dgm:spPr/>
      <dgm:t>
        <a:bodyPr/>
        <a:lstStyle/>
        <a:p>
          <a:r>
            <a:rPr lang="en-US"/>
            <a:t>Build projects and portfolio</a:t>
          </a:r>
        </a:p>
      </dgm:t>
    </dgm:pt>
    <dgm:pt modelId="{2BA8F41D-E1DE-4E60-A08D-258EBD213979}" type="parTrans" cxnId="{1DAA1469-8F63-486F-89B9-BB0E720A6D94}">
      <dgm:prSet/>
      <dgm:spPr/>
      <dgm:t>
        <a:bodyPr/>
        <a:lstStyle/>
        <a:p>
          <a:endParaRPr lang="en-US"/>
        </a:p>
      </dgm:t>
    </dgm:pt>
    <dgm:pt modelId="{950E07C3-077B-4771-AFD3-0CB829A6DBDC}" type="sibTrans" cxnId="{1DAA1469-8F63-486F-89B9-BB0E720A6D94}">
      <dgm:prSet/>
      <dgm:spPr/>
      <dgm:t>
        <a:bodyPr/>
        <a:lstStyle/>
        <a:p>
          <a:endParaRPr lang="en-US"/>
        </a:p>
      </dgm:t>
    </dgm:pt>
    <dgm:pt modelId="{C9E4767F-F560-4113-9AE9-9F4D108CC44F}">
      <dgm:prSet/>
      <dgm:spPr/>
      <dgm:t>
        <a:bodyPr/>
        <a:lstStyle/>
        <a:p>
          <a:r>
            <a:rPr lang="en-US"/>
            <a:t>Engage in</a:t>
          </a:r>
        </a:p>
      </dgm:t>
    </dgm:pt>
    <dgm:pt modelId="{52A0874C-7D47-4D6A-97DC-294FC165D468}" type="parTrans" cxnId="{14C1DC05-82BE-4B67-8C0F-9D523AA191D0}">
      <dgm:prSet/>
      <dgm:spPr/>
      <dgm:t>
        <a:bodyPr/>
        <a:lstStyle/>
        <a:p>
          <a:endParaRPr lang="en-US"/>
        </a:p>
      </dgm:t>
    </dgm:pt>
    <dgm:pt modelId="{7FB8C8F7-DE7A-4440-96D3-D13B13ABAB2F}" type="sibTrans" cxnId="{14C1DC05-82BE-4B67-8C0F-9D523AA191D0}">
      <dgm:prSet/>
      <dgm:spPr/>
      <dgm:t>
        <a:bodyPr/>
        <a:lstStyle/>
        <a:p>
          <a:endParaRPr lang="en-US"/>
        </a:p>
      </dgm:t>
    </dgm:pt>
    <dgm:pt modelId="{692E4EB3-C90D-40FD-A835-1901A34C586B}">
      <dgm:prSet/>
      <dgm:spPr/>
      <dgm:t>
        <a:bodyPr/>
        <a:lstStyle/>
        <a:p>
          <a:r>
            <a:rPr lang="en-US"/>
            <a:t>Engage in community and mentorship</a:t>
          </a:r>
        </a:p>
      </dgm:t>
    </dgm:pt>
    <dgm:pt modelId="{A8797F1F-CC25-48A6-BF7B-4D3A449D5455}" type="parTrans" cxnId="{F442FC7D-536D-4416-B7F2-16484C11601A}">
      <dgm:prSet/>
      <dgm:spPr/>
      <dgm:t>
        <a:bodyPr/>
        <a:lstStyle/>
        <a:p>
          <a:endParaRPr lang="en-US"/>
        </a:p>
      </dgm:t>
    </dgm:pt>
    <dgm:pt modelId="{F5086D72-4833-436F-BF26-57A4C27B0724}" type="sibTrans" cxnId="{F442FC7D-536D-4416-B7F2-16484C11601A}">
      <dgm:prSet/>
      <dgm:spPr/>
      <dgm:t>
        <a:bodyPr/>
        <a:lstStyle/>
        <a:p>
          <a:endParaRPr lang="en-US"/>
        </a:p>
      </dgm:t>
    </dgm:pt>
    <dgm:pt modelId="{95F6B1E7-C7E3-4C38-A80C-B48F8116281A}" type="pres">
      <dgm:prSet presAssocID="{0153102D-BAAF-49B7-B5F4-96E6AFF55862}" presName="Name0" presStyleCnt="0">
        <dgm:presLayoutVars>
          <dgm:dir/>
          <dgm:animLvl val="lvl"/>
          <dgm:resizeHandles val="exact"/>
        </dgm:presLayoutVars>
      </dgm:prSet>
      <dgm:spPr/>
    </dgm:pt>
    <dgm:pt modelId="{085F519F-402A-4AA2-B55A-B18E50A8602C}" type="pres">
      <dgm:prSet presAssocID="{844B178C-B523-4983-AE7F-504CFFC61C43}" presName="linNode" presStyleCnt="0"/>
      <dgm:spPr/>
    </dgm:pt>
    <dgm:pt modelId="{2FA7765D-5FB7-40F0-9ED5-1D85EC159963}" type="pres">
      <dgm:prSet presAssocID="{844B178C-B523-4983-AE7F-504CFFC61C43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65D25FF6-0F25-42FF-93A4-9285557039C8}" type="pres">
      <dgm:prSet presAssocID="{844B178C-B523-4983-AE7F-504CFFC61C43}" presName="descendantText" presStyleLbl="alignAccFollowNode1" presStyleIdx="0" presStyleCnt="5">
        <dgm:presLayoutVars>
          <dgm:bulletEnabled/>
        </dgm:presLayoutVars>
      </dgm:prSet>
      <dgm:spPr/>
    </dgm:pt>
    <dgm:pt modelId="{58C7C47F-FB1C-4127-A792-02CF8154E5C2}" type="pres">
      <dgm:prSet presAssocID="{5C76FFA5-BB35-46CF-8426-7C4FFF57326F}" presName="sp" presStyleCnt="0"/>
      <dgm:spPr/>
    </dgm:pt>
    <dgm:pt modelId="{4969D87A-6A58-4BF9-8E39-6FC2F300BDD7}" type="pres">
      <dgm:prSet presAssocID="{DDF180C9-6B6B-4643-946D-C840A8C442CD}" presName="linNode" presStyleCnt="0"/>
      <dgm:spPr/>
    </dgm:pt>
    <dgm:pt modelId="{CCB118AE-1D83-4A16-AB24-6633D415329E}" type="pres">
      <dgm:prSet presAssocID="{DDF180C9-6B6B-4643-946D-C840A8C442CD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9CAF79A5-63A8-4A67-9255-65CE6E894B22}" type="pres">
      <dgm:prSet presAssocID="{DDF180C9-6B6B-4643-946D-C840A8C442CD}" presName="descendantText" presStyleLbl="alignAccFollowNode1" presStyleIdx="1" presStyleCnt="5">
        <dgm:presLayoutVars>
          <dgm:bulletEnabled/>
        </dgm:presLayoutVars>
      </dgm:prSet>
      <dgm:spPr/>
    </dgm:pt>
    <dgm:pt modelId="{9612740F-3753-4601-ADAE-DFDD0F2F7B71}" type="pres">
      <dgm:prSet presAssocID="{879E4F5D-E182-48F3-84ED-FD87BF535EEB}" presName="sp" presStyleCnt="0"/>
      <dgm:spPr/>
    </dgm:pt>
    <dgm:pt modelId="{7D42BA44-6CEA-4B44-98D6-DC744936A6BF}" type="pres">
      <dgm:prSet presAssocID="{D4036CA5-6AD5-4E1C-B6E1-73C8268CDCBC}" presName="linNode" presStyleCnt="0"/>
      <dgm:spPr/>
    </dgm:pt>
    <dgm:pt modelId="{A10A1FEA-246C-4E18-AECE-40F9857FE546}" type="pres">
      <dgm:prSet presAssocID="{D4036CA5-6AD5-4E1C-B6E1-73C8268CDCBC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3C7AEA2C-3B88-42E3-9EC3-1E2423CA5256}" type="pres">
      <dgm:prSet presAssocID="{D4036CA5-6AD5-4E1C-B6E1-73C8268CDCBC}" presName="descendantText" presStyleLbl="alignAccFollowNode1" presStyleIdx="2" presStyleCnt="5">
        <dgm:presLayoutVars>
          <dgm:bulletEnabled/>
        </dgm:presLayoutVars>
      </dgm:prSet>
      <dgm:spPr/>
    </dgm:pt>
    <dgm:pt modelId="{838E8106-BF96-42CA-BF67-328BCF4C6CC0}" type="pres">
      <dgm:prSet presAssocID="{BED9204D-389C-4EF9-BE60-C2729CF70354}" presName="sp" presStyleCnt="0"/>
      <dgm:spPr/>
    </dgm:pt>
    <dgm:pt modelId="{4CAD8E5A-C3E8-42D6-949D-826E9964C4F6}" type="pres">
      <dgm:prSet presAssocID="{18C2CEBD-5CC6-45F6-98F7-C17E91930D03}" presName="linNode" presStyleCnt="0"/>
      <dgm:spPr/>
    </dgm:pt>
    <dgm:pt modelId="{DC21F2BE-7914-4DA4-8FE2-526786AD87BF}" type="pres">
      <dgm:prSet presAssocID="{18C2CEBD-5CC6-45F6-98F7-C17E91930D03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3716639B-7094-4037-B44A-C6AC4FEDC95E}" type="pres">
      <dgm:prSet presAssocID="{18C2CEBD-5CC6-45F6-98F7-C17E91930D03}" presName="descendantText" presStyleLbl="alignAccFollowNode1" presStyleIdx="3" presStyleCnt="5">
        <dgm:presLayoutVars>
          <dgm:bulletEnabled/>
        </dgm:presLayoutVars>
      </dgm:prSet>
      <dgm:spPr/>
    </dgm:pt>
    <dgm:pt modelId="{BFC24B1E-85DD-4BE5-A329-AA13AB1ED993}" type="pres">
      <dgm:prSet presAssocID="{82174395-735C-44A2-9513-8AB963F671EC}" presName="sp" presStyleCnt="0"/>
      <dgm:spPr/>
    </dgm:pt>
    <dgm:pt modelId="{9C0877AF-6BD9-499C-8653-629FF766321D}" type="pres">
      <dgm:prSet presAssocID="{C9E4767F-F560-4113-9AE9-9F4D108CC44F}" presName="linNode" presStyleCnt="0"/>
      <dgm:spPr/>
    </dgm:pt>
    <dgm:pt modelId="{1CCC4EC8-B1E0-43C0-B190-5D27277D92FE}" type="pres">
      <dgm:prSet presAssocID="{C9E4767F-F560-4113-9AE9-9F4D108CC44F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66996EA6-071A-4A06-89F5-0C0BC3745177}" type="pres">
      <dgm:prSet presAssocID="{C9E4767F-F560-4113-9AE9-9F4D108CC44F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EB882A03-0F55-4D0A-82EF-17D942899CAA}" type="presOf" srcId="{8C251E62-B984-4346-B906-F017F975C830}" destId="{65D25FF6-0F25-42FF-93A4-9285557039C8}" srcOrd="0" destOrd="0" presId="urn:microsoft.com/office/officeart/2016/7/layout/VerticalSolidActionList"/>
    <dgm:cxn modelId="{14C1DC05-82BE-4B67-8C0F-9D523AA191D0}" srcId="{0153102D-BAAF-49B7-B5F4-96E6AFF55862}" destId="{C9E4767F-F560-4113-9AE9-9F4D108CC44F}" srcOrd="4" destOrd="0" parTransId="{52A0874C-7D47-4D6A-97DC-294FC165D468}" sibTransId="{7FB8C8F7-DE7A-4440-96D3-D13B13ABAB2F}"/>
    <dgm:cxn modelId="{666DD806-7DA0-43D7-A5BC-4A3340D3DE9B}" srcId="{0153102D-BAAF-49B7-B5F4-96E6AFF55862}" destId="{DDF180C9-6B6B-4643-946D-C840A8C442CD}" srcOrd="1" destOrd="0" parTransId="{1480D04E-9BD3-4AE9-8933-ACCE5B528AEE}" sibTransId="{879E4F5D-E182-48F3-84ED-FD87BF535EEB}"/>
    <dgm:cxn modelId="{CD70120B-686E-47DF-A9B4-16B8065567F2}" type="presOf" srcId="{844B178C-B523-4983-AE7F-504CFFC61C43}" destId="{2FA7765D-5FB7-40F0-9ED5-1D85EC159963}" srcOrd="0" destOrd="0" presId="urn:microsoft.com/office/officeart/2016/7/layout/VerticalSolidActionList"/>
    <dgm:cxn modelId="{9219EC0B-7695-4E90-AB0B-ED071538658F}" type="presOf" srcId="{9BF11BC8-CF19-4FCE-8200-0FF41AFFCCA1}" destId="{9CAF79A5-63A8-4A67-9255-65CE6E894B22}" srcOrd="0" destOrd="0" presId="urn:microsoft.com/office/officeart/2016/7/layout/VerticalSolidActionList"/>
    <dgm:cxn modelId="{0A164B0C-3952-43B6-B75A-24A91632F085}" srcId="{DDF180C9-6B6B-4643-946D-C840A8C442CD}" destId="{9BF11BC8-CF19-4FCE-8200-0FF41AFFCCA1}" srcOrd="0" destOrd="0" parTransId="{E79DD7FA-D4B6-49FD-B253-A89C6DE5960E}" sibTransId="{EFBD0B66-E57B-4E54-AF9E-A4A4DED23E33}"/>
    <dgm:cxn modelId="{07F7F80F-CF9C-410F-8BFD-428278106C73}" type="presOf" srcId="{0153102D-BAAF-49B7-B5F4-96E6AFF55862}" destId="{95F6B1E7-C7E3-4C38-A80C-B48F8116281A}" srcOrd="0" destOrd="0" presId="urn:microsoft.com/office/officeart/2016/7/layout/VerticalSolidActionList"/>
    <dgm:cxn modelId="{E1C50017-CBEA-44CA-A3AF-55A725B0B241}" type="presOf" srcId="{C9E4767F-F560-4113-9AE9-9F4D108CC44F}" destId="{1CCC4EC8-B1E0-43C0-B190-5D27277D92FE}" srcOrd="0" destOrd="0" presId="urn:microsoft.com/office/officeart/2016/7/layout/VerticalSolidActionList"/>
    <dgm:cxn modelId="{AB6EA81D-04D9-4700-9F99-947494F14042}" srcId="{0153102D-BAAF-49B7-B5F4-96E6AFF55862}" destId="{844B178C-B523-4983-AE7F-504CFFC61C43}" srcOrd="0" destOrd="0" parTransId="{D3777EEA-A6CA-43B7-882E-DB89DABA0451}" sibTransId="{5C76FFA5-BB35-46CF-8426-7C4FFF57326F}"/>
    <dgm:cxn modelId="{9211A420-0A00-4019-98F9-CEDCD74F6890}" type="presOf" srcId="{D4036CA5-6AD5-4E1C-B6E1-73C8268CDCBC}" destId="{A10A1FEA-246C-4E18-AECE-40F9857FE546}" srcOrd="0" destOrd="0" presId="urn:microsoft.com/office/officeart/2016/7/layout/VerticalSolidActionList"/>
    <dgm:cxn modelId="{98860B23-4A44-42C1-91E3-95AA7396B76E}" srcId="{844B178C-B523-4983-AE7F-504CFFC61C43}" destId="{8C251E62-B984-4346-B906-F017F975C830}" srcOrd="0" destOrd="0" parTransId="{62D4C3D4-5784-4C0C-8E6C-1CA9456E477B}" sibTransId="{0B7C1730-A03D-4D5C-B527-D017C8044873}"/>
    <dgm:cxn modelId="{0C554530-85F3-4EBD-9316-7A79179D4AFD}" srcId="{D4036CA5-6AD5-4E1C-B6E1-73C8268CDCBC}" destId="{B68218DE-A0F2-455A-A384-87E07064F349}" srcOrd="0" destOrd="0" parTransId="{0748838E-4EB7-4E1B-9589-D357B744B765}" sibTransId="{E6CBED7B-28D3-4D8B-BAD9-7740318747DE}"/>
    <dgm:cxn modelId="{61C64361-DB3A-4086-AB91-C85072ED8B8C}" srcId="{0153102D-BAAF-49B7-B5F4-96E6AFF55862}" destId="{18C2CEBD-5CC6-45F6-98F7-C17E91930D03}" srcOrd="3" destOrd="0" parTransId="{81C18236-743F-4E93-95C7-80F972C11A7E}" sibTransId="{82174395-735C-44A2-9513-8AB963F671EC}"/>
    <dgm:cxn modelId="{8E19E947-802A-4CE9-A551-F41F8BEC8179}" type="presOf" srcId="{DDF180C9-6B6B-4643-946D-C840A8C442CD}" destId="{CCB118AE-1D83-4A16-AB24-6633D415329E}" srcOrd="0" destOrd="0" presId="urn:microsoft.com/office/officeart/2016/7/layout/VerticalSolidActionList"/>
    <dgm:cxn modelId="{1DAA1469-8F63-486F-89B9-BB0E720A6D94}" srcId="{18C2CEBD-5CC6-45F6-98F7-C17E91930D03}" destId="{84832E32-36C0-4E24-81B2-2DEF8412F160}" srcOrd="0" destOrd="0" parTransId="{2BA8F41D-E1DE-4E60-A08D-258EBD213979}" sibTransId="{950E07C3-077B-4771-AFD3-0CB829A6DBDC}"/>
    <dgm:cxn modelId="{F442FC7D-536D-4416-B7F2-16484C11601A}" srcId="{C9E4767F-F560-4113-9AE9-9F4D108CC44F}" destId="{692E4EB3-C90D-40FD-A835-1901A34C586B}" srcOrd="0" destOrd="0" parTransId="{A8797F1F-CC25-48A6-BF7B-4D3A449D5455}" sibTransId="{F5086D72-4833-436F-BF26-57A4C27B0724}"/>
    <dgm:cxn modelId="{BCA6DAA3-4614-482E-829C-DBA99E366F30}" type="presOf" srcId="{B68218DE-A0F2-455A-A384-87E07064F349}" destId="{3C7AEA2C-3B88-42E3-9EC3-1E2423CA5256}" srcOrd="0" destOrd="0" presId="urn:microsoft.com/office/officeart/2016/7/layout/VerticalSolidActionList"/>
    <dgm:cxn modelId="{FB93CEAD-7F6C-4BB7-B39A-4621A4EB93D5}" type="presOf" srcId="{18C2CEBD-5CC6-45F6-98F7-C17E91930D03}" destId="{DC21F2BE-7914-4DA4-8FE2-526786AD87BF}" srcOrd="0" destOrd="0" presId="urn:microsoft.com/office/officeart/2016/7/layout/VerticalSolidActionList"/>
    <dgm:cxn modelId="{3EA5BEB5-4EE0-4196-A501-B4D5EACAA668}" type="presOf" srcId="{692E4EB3-C90D-40FD-A835-1901A34C586B}" destId="{66996EA6-071A-4A06-89F5-0C0BC3745177}" srcOrd="0" destOrd="0" presId="urn:microsoft.com/office/officeart/2016/7/layout/VerticalSolidActionList"/>
    <dgm:cxn modelId="{542FE0B6-57C5-4A84-9C17-EA50390E1610}" srcId="{0153102D-BAAF-49B7-B5F4-96E6AFF55862}" destId="{D4036CA5-6AD5-4E1C-B6E1-73C8268CDCBC}" srcOrd="2" destOrd="0" parTransId="{1BF6FF01-4350-4193-83DC-668366670786}" sibTransId="{BED9204D-389C-4EF9-BE60-C2729CF70354}"/>
    <dgm:cxn modelId="{62CC02E3-F425-49A0-8C7C-3B57C7531A9C}" type="presOf" srcId="{84832E32-36C0-4E24-81B2-2DEF8412F160}" destId="{3716639B-7094-4037-B44A-C6AC4FEDC95E}" srcOrd="0" destOrd="0" presId="urn:microsoft.com/office/officeart/2016/7/layout/VerticalSolidActionList"/>
    <dgm:cxn modelId="{343EB2FC-BF29-4409-883D-558EDBADF893}" type="presParOf" srcId="{95F6B1E7-C7E3-4C38-A80C-B48F8116281A}" destId="{085F519F-402A-4AA2-B55A-B18E50A8602C}" srcOrd="0" destOrd="0" presId="urn:microsoft.com/office/officeart/2016/7/layout/VerticalSolidActionList"/>
    <dgm:cxn modelId="{29527E37-54E7-4D0F-AF2E-34514BC9045E}" type="presParOf" srcId="{085F519F-402A-4AA2-B55A-B18E50A8602C}" destId="{2FA7765D-5FB7-40F0-9ED5-1D85EC159963}" srcOrd="0" destOrd="0" presId="urn:microsoft.com/office/officeart/2016/7/layout/VerticalSolidActionList"/>
    <dgm:cxn modelId="{249ECC63-C9D2-4F0F-863A-44536D60337E}" type="presParOf" srcId="{085F519F-402A-4AA2-B55A-B18E50A8602C}" destId="{65D25FF6-0F25-42FF-93A4-9285557039C8}" srcOrd="1" destOrd="0" presId="urn:microsoft.com/office/officeart/2016/7/layout/VerticalSolidActionList"/>
    <dgm:cxn modelId="{2CF9426C-22E4-4A1B-A83E-D4689865FDBB}" type="presParOf" srcId="{95F6B1E7-C7E3-4C38-A80C-B48F8116281A}" destId="{58C7C47F-FB1C-4127-A792-02CF8154E5C2}" srcOrd="1" destOrd="0" presId="urn:microsoft.com/office/officeart/2016/7/layout/VerticalSolidActionList"/>
    <dgm:cxn modelId="{1FA18628-6040-4B16-8EC0-F77AB0A41074}" type="presParOf" srcId="{95F6B1E7-C7E3-4C38-A80C-B48F8116281A}" destId="{4969D87A-6A58-4BF9-8E39-6FC2F300BDD7}" srcOrd="2" destOrd="0" presId="urn:microsoft.com/office/officeart/2016/7/layout/VerticalSolidActionList"/>
    <dgm:cxn modelId="{0A7012B1-3CB1-413F-9A77-074B9B638ED9}" type="presParOf" srcId="{4969D87A-6A58-4BF9-8E39-6FC2F300BDD7}" destId="{CCB118AE-1D83-4A16-AB24-6633D415329E}" srcOrd="0" destOrd="0" presId="urn:microsoft.com/office/officeart/2016/7/layout/VerticalSolidActionList"/>
    <dgm:cxn modelId="{F033AD18-EED1-4B41-B038-EA6BA915032D}" type="presParOf" srcId="{4969D87A-6A58-4BF9-8E39-6FC2F300BDD7}" destId="{9CAF79A5-63A8-4A67-9255-65CE6E894B22}" srcOrd="1" destOrd="0" presId="urn:microsoft.com/office/officeart/2016/7/layout/VerticalSolidActionList"/>
    <dgm:cxn modelId="{29B27DB7-1B66-45DE-A5C3-15B6CAC67F10}" type="presParOf" srcId="{95F6B1E7-C7E3-4C38-A80C-B48F8116281A}" destId="{9612740F-3753-4601-ADAE-DFDD0F2F7B71}" srcOrd="3" destOrd="0" presId="urn:microsoft.com/office/officeart/2016/7/layout/VerticalSolidActionList"/>
    <dgm:cxn modelId="{F7F436C9-E7DA-4392-8033-40A1BD0A15AF}" type="presParOf" srcId="{95F6B1E7-C7E3-4C38-A80C-B48F8116281A}" destId="{7D42BA44-6CEA-4B44-98D6-DC744936A6BF}" srcOrd="4" destOrd="0" presId="urn:microsoft.com/office/officeart/2016/7/layout/VerticalSolidActionList"/>
    <dgm:cxn modelId="{7E9B5101-B1F7-48E9-8D7C-46DC54CE03E0}" type="presParOf" srcId="{7D42BA44-6CEA-4B44-98D6-DC744936A6BF}" destId="{A10A1FEA-246C-4E18-AECE-40F9857FE546}" srcOrd="0" destOrd="0" presId="urn:microsoft.com/office/officeart/2016/7/layout/VerticalSolidActionList"/>
    <dgm:cxn modelId="{10B71860-7D45-4326-8351-CDFB02623203}" type="presParOf" srcId="{7D42BA44-6CEA-4B44-98D6-DC744936A6BF}" destId="{3C7AEA2C-3B88-42E3-9EC3-1E2423CA5256}" srcOrd="1" destOrd="0" presId="urn:microsoft.com/office/officeart/2016/7/layout/VerticalSolidActionList"/>
    <dgm:cxn modelId="{EF0938D2-674E-4DA2-8975-624285702F66}" type="presParOf" srcId="{95F6B1E7-C7E3-4C38-A80C-B48F8116281A}" destId="{838E8106-BF96-42CA-BF67-328BCF4C6CC0}" srcOrd="5" destOrd="0" presId="urn:microsoft.com/office/officeart/2016/7/layout/VerticalSolidActionList"/>
    <dgm:cxn modelId="{4F58B85E-6C87-4EDA-8BD3-0945F8634F67}" type="presParOf" srcId="{95F6B1E7-C7E3-4C38-A80C-B48F8116281A}" destId="{4CAD8E5A-C3E8-42D6-949D-826E9964C4F6}" srcOrd="6" destOrd="0" presId="urn:microsoft.com/office/officeart/2016/7/layout/VerticalSolidActionList"/>
    <dgm:cxn modelId="{23454FF9-EE97-416C-80BD-7BA90F3915DE}" type="presParOf" srcId="{4CAD8E5A-C3E8-42D6-949D-826E9964C4F6}" destId="{DC21F2BE-7914-4DA4-8FE2-526786AD87BF}" srcOrd="0" destOrd="0" presId="urn:microsoft.com/office/officeart/2016/7/layout/VerticalSolidActionList"/>
    <dgm:cxn modelId="{DD8EEF5A-3AF3-4EC1-BF84-0170A3DE6DD1}" type="presParOf" srcId="{4CAD8E5A-C3E8-42D6-949D-826E9964C4F6}" destId="{3716639B-7094-4037-B44A-C6AC4FEDC95E}" srcOrd="1" destOrd="0" presId="urn:microsoft.com/office/officeart/2016/7/layout/VerticalSolidActionList"/>
    <dgm:cxn modelId="{F00139CE-038A-4EBE-8969-6AE7DCFB4ACA}" type="presParOf" srcId="{95F6B1E7-C7E3-4C38-A80C-B48F8116281A}" destId="{BFC24B1E-85DD-4BE5-A329-AA13AB1ED993}" srcOrd="7" destOrd="0" presId="urn:microsoft.com/office/officeart/2016/7/layout/VerticalSolidActionList"/>
    <dgm:cxn modelId="{921D2206-32AD-4BD0-8D84-35F74687F37D}" type="presParOf" srcId="{95F6B1E7-C7E3-4C38-A80C-B48F8116281A}" destId="{9C0877AF-6BD9-499C-8653-629FF766321D}" srcOrd="8" destOrd="0" presId="urn:microsoft.com/office/officeart/2016/7/layout/VerticalSolidActionList"/>
    <dgm:cxn modelId="{EE6E9730-1DE9-4637-9182-5418B30CFA79}" type="presParOf" srcId="{9C0877AF-6BD9-499C-8653-629FF766321D}" destId="{1CCC4EC8-B1E0-43C0-B190-5D27277D92FE}" srcOrd="0" destOrd="0" presId="urn:microsoft.com/office/officeart/2016/7/layout/VerticalSolidActionList"/>
    <dgm:cxn modelId="{DECEBDDD-C829-4BDC-AE77-053172C1B2AD}" type="presParOf" srcId="{9C0877AF-6BD9-499C-8653-629FF766321D}" destId="{66996EA6-071A-4A06-89F5-0C0BC374517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5792355A-7ED3-4A4F-AEA9-0C286C99FADD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D03450-33C2-4740-8993-49395B2F714A}">
      <dgm:prSet/>
      <dgm:spPr/>
      <dgm:t>
        <a:bodyPr/>
        <a:lstStyle/>
        <a:p>
          <a:r>
            <a:rPr lang="en-US"/>
            <a:t>Understand</a:t>
          </a:r>
        </a:p>
      </dgm:t>
    </dgm:pt>
    <dgm:pt modelId="{E5CF8002-88AF-4D81-B807-6C5BE15A8846}" type="parTrans" cxnId="{8471CDB2-A4B0-486A-AFB0-2994CDC1EC0D}">
      <dgm:prSet/>
      <dgm:spPr/>
      <dgm:t>
        <a:bodyPr/>
        <a:lstStyle/>
        <a:p>
          <a:endParaRPr lang="en-US"/>
        </a:p>
      </dgm:t>
    </dgm:pt>
    <dgm:pt modelId="{71519776-237A-4478-AB59-9ED5E0103050}" type="sibTrans" cxnId="{8471CDB2-A4B0-486A-AFB0-2994CDC1EC0D}">
      <dgm:prSet/>
      <dgm:spPr/>
      <dgm:t>
        <a:bodyPr/>
        <a:lstStyle/>
        <a:p>
          <a:endParaRPr lang="en-US"/>
        </a:p>
      </dgm:t>
    </dgm:pt>
    <dgm:pt modelId="{F3FA5F42-B862-4821-81DC-923179AE97BF}">
      <dgm:prSet/>
      <dgm:spPr/>
      <dgm:t>
        <a:bodyPr/>
        <a:lstStyle/>
        <a:p>
          <a:r>
            <a:rPr lang="en-US"/>
            <a:t>Understand your strengths and interests</a:t>
          </a:r>
        </a:p>
      </dgm:t>
    </dgm:pt>
    <dgm:pt modelId="{AEBC1639-ECDF-4C03-8EFE-AD6702404783}" type="parTrans" cxnId="{0ACF1773-8A8E-4BD3-844A-1171B5C881F2}">
      <dgm:prSet/>
      <dgm:spPr/>
      <dgm:t>
        <a:bodyPr/>
        <a:lstStyle/>
        <a:p>
          <a:endParaRPr lang="en-US"/>
        </a:p>
      </dgm:t>
    </dgm:pt>
    <dgm:pt modelId="{CB4665C3-0D58-4B7F-BE10-9ED462E4CE1A}" type="sibTrans" cxnId="{0ACF1773-8A8E-4BD3-844A-1171B5C881F2}">
      <dgm:prSet/>
      <dgm:spPr/>
      <dgm:t>
        <a:bodyPr/>
        <a:lstStyle/>
        <a:p>
          <a:endParaRPr lang="en-US"/>
        </a:p>
      </dgm:t>
    </dgm:pt>
    <dgm:pt modelId="{55F074EC-75F4-462D-A8C5-A29ABD1A3812}">
      <dgm:prSet/>
      <dgm:spPr/>
      <dgm:t>
        <a:bodyPr/>
        <a:lstStyle/>
        <a:p>
          <a:r>
            <a:rPr lang="en-US"/>
            <a:t>Explore</a:t>
          </a:r>
        </a:p>
      </dgm:t>
    </dgm:pt>
    <dgm:pt modelId="{133C5399-7FF6-4838-9FD6-82AB051FD222}" type="parTrans" cxnId="{F173258A-A797-4C34-BA29-FF0C112CD163}">
      <dgm:prSet/>
      <dgm:spPr/>
      <dgm:t>
        <a:bodyPr/>
        <a:lstStyle/>
        <a:p>
          <a:endParaRPr lang="en-US"/>
        </a:p>
      </dgm:t>
    </dgm:pt>
    <dgm:pt modelId="{DD8BAC29-90E8-410D-937C-CA5866B64464}" type="sibTrans" cxnId="{F173258A-A797-4C34-BA29-FF0C112CD163}">
      <dgm:prSet/>
      <dgm:spPr/>
      <dgm:t>
        <a:bodyPr/>
        <a:lstStyle/>
        <a:p>
          <a:endParaRPr lang="en-US"/>
        </a:p>
      </dgm:t>
    </dgm:pt>
    <dgm:pt modelId="{4B2DABA0-2E44-4F48-8FEE-5ABD86978F2D}">
      <dgm:prSet/>
      <dgm:spPr/>
      <dgm:t>
        <a:bodyPr/>
        <a:lstStyle/>
        <a:p>
          <a:r>
            <a:rPr lang="en-US"/>
            <a:t>Explore different domains hands-on</a:t>
          </a:r>
        </a:p>
      </dgm:t>
    </dgm:pt>
    <dgm:pt modelId="{48426AD5-06BA-457B-966D-9B59BC40F37D}" type="parTrans" cxnId="{EE9AF605-66F3-424F-A5D7-17F0515DC76B}">
      <dgm:prSet/>
      <dgm:spPr/>
      <dgm:t>
        <a:bodyPr/>
        <a:lstStyle/>
        <a:p>
          <a:endParaRPr lang="en-US"/>
        </a:p>
      </dgm:t>
    </dgm:pt>
    <dgm:pt modelId="{604ED070-A3A2-4C56-A05B-FB3794B9FE14}" type="sibTrans" cxnId="{EE9AF605-66F3-424F-A5D7-17F0515DC76B}">
      <dgm:prSet/>
      <dgm:spPr/>
      <dgm:t>
        <a:bodyPr/>
        <a:lstStyle/>
        <a:p>
          <a:endParaRPr lang="en-US"/>
        </a:p>
      </dgm:t>
    </dgm:pt>
    <dgm:pt modelId="{0D7C731E-34A2-4457-93A4-23A47604D7A6}">
      <dgm:prSet/>
      <dgm:spPr/>
      <dgm:t>
        <a:bodyPr/>
        <a:lstStyle/>
        <a:p>
          <a:r>
            <a:rPr lang="en-US"/>
            <a:t>Build</a:t>
          </a:r>
        </a:p>
      </dgm:t>
    </dgm:pt>
    <dgm:pt modelId="{F4543088-1052-4C24-80B1-E012469D9382}" type="parTrans" cxnId="{3CB00DF8-403A-42F3-8CE6-9790B494B9F4}">
      <dgm:prSet/>
      <dgm:spPr/>
      <dgm:t>
        <a:bodyPr/>
        <a:lstStyle/>
        <a:p>
          <a:endParaRPr lang="en-US"/>
        </a:p>
      </dgm:t>
    </dgm:pt>
    <dgm:pt modelId="{026F6CF5-1EF3-47EC-BC2F-D85E4B6AEBD8}" type="sibTrans" cxnId="{3CB00DF8-403A-42F3-8CE6-9790B494B9F4}">
      <dgm:prSet/>
      <dgm:spPr/>
      <dgm:t>
        <a:bodyPr/>
        <a:lstStyle/>
        <a:p>
          <a:endParaRPr lang="en-US"/>
        </a:p>
      </dgm:t>
    </dgm:pt>
    <dgm:pt modelId="{14550368-68DF-4D71-BE3F-8F8E408CC022}">
      <dgm:prSet/>
      <dgm:spPr/>
      <dgm:t>
        <a:bodyPr/>
        <a:lstStyle/>
        <a:p>
          <a:r>
            <a:rPr lang="en-US"/>
            <a:t>Build fundamentals first</a:t>
          </a:r>
        </a:p>
      </dgm:t>
    </dgm:pt>
    <dgm:pt modelId="{9424FFF9-D8A6-4684-A175-E91149F073BF}" type="parTrans" cxnId="{C7F81049-A339-4E5C-8D13-1860F76DB3B2}">
      <dgm:prSet/>
      <dgm:spPr/>
      <dgm:t>
        <a:bodyPr/>
        <a:lstStyle/>
        <a:p>
          <a:endParaRPr lang="en-US"/>
        </a:p>
      </dgm:t>
    </dgm:pt>
    <dgm:pt modelId="{E337E557-6F07-4E2D-9899-D621A524FDD8}" type="sibTrans" cxnId="{C7F81049-A339-4E5C-8D13-1860F76DB3B2}">
      <dgm:prSet/>
      <dgm:spPr/>
      <dgm:t>
        <a:bodyPr/>
        <a:lstStyle/>
        <a:p>
          <a:endParaRPr lang="en-US"/>
        </a:p>
      </dgm:t>
    </dgm:pt>
    <dgm:pt modelId="{896A099A-A63A-47C4-92D8-616A6C1DCA05}">
      <dgm:prSet/>
      <dgm:spPr/>
      <dgm:t>
        <a:bodyPr/>
        <a:lstStyle/>
        <a:p>
          <a:r>
            <a:rPr lang="en-US"/>
            <a:t>Choose</a:t>
          </a:r>
        </a:p>
      </dgm:t>
    </dgm:pt>
    <dgm:pt modelId="{6475F8CE-2753-4E78-B1FA-B67C213585B9}" type="parTrans" cxnId="{A6A41AEC-1C00-4FCB-86D5-5888CDC5A4D4}">
      <dgm:prSet/>
      <dgm:spPr/>
      <dgm:t>
        <a:bodyPr/>
        <a:lstStyle/>
        <a:p>
          <a:endParaRPr lang="en-US"/>
        </a:p>
      </dgm:t>
    </dgm:pt>
    <dgm:pt modelId="{5F1912B9-EBCF-4A0F-87DE-43146E9DAEA2}" type="sibTrans" cxnId="{A6A41AEC-1C00-4FCB-86D5-5888CDC5A4D4}">
      <dgm:prSet/>
      <dgm:spPr/>
      <dgm:t>
        <a:bodyPr/>
        <a:lstStyle/>
        <a:p>
          <a:endParaRPr lang="en-US"/>
        </a:p>
      </dgm:t>
    </dgm:pt>
    <dgm:pt modelId="{CEEAAC60-6A47-4DED-833E-C981F0413904}">
      <dgm:prSet/>
      <dgm:spPr/>
      <dgm:t>
        <a:bodyPr/>
        <a:lstStyle/>
        <a:p>
          <a:r>
            <a:rPr lang="en-US"/>
            <a:t>Choose specialization after exposure</a:t>
          </a:r>
        </a:p>
      </dgm:t>
    </dgm:pt>
    <dgm:pt modelId="{90239331-093A-4ABA-B1F6-88AC2A414347}" type="parTrans" cxnId="{C0A25DCB-0732-44D4-8458-40BB17D6C4FC}">
      <dgm:prSet/>
      <dgm:spPr/>
      <dgm:t>
        <a:bodyPr/>
        <a:lstStyle/>
        <a:p>
          <a:endParaRPr lang="en-US"/>
        </a:p>
      </dgm:t>
    </dgm:pt>
    <dgm:pt modelId="{3128DC5A-4171-4926-A6B4-FAAF2623CB71}" type="sibTrans" cxnId="{C0A25DCB-0732-44D4-8458-40BB17D6C4FC}">
      <dgm:prSet/>
      <dgm:spPr/>
      <dgm:t>
        <a:bodyPr/>
        <a:lstStyle/>
        <a:p>
          <a:endParaRPr lang="en-US"/>
        </a:p>
      </dgm:t>
    </dgm:pt>
    <dgm:pt modelId="{19D56943-8881-4EE7-AB61-FDF5ED597FC5}">
      <dgm:prSet/>
      <dgm:spPr/>
      <dgm:t>
        <a:bodyPr/>
        <a:lstStyle/>
        <a:p>
          <a:r>
            <a:rPr lang="en-US"/>
            <a:t>Keep</a:t>
          </a:r>
        </a:p>
      </dgm:t>
    </dgm:pt>
    <dgm:pt modelId="{5211CAEE-DBA4-499E-AF25-9B83035A7CE7}" type="parTrans" cxnId="{1F431A82-6225-4E2D-B75D-8E9C02A22592}">
      <dgm:prSet/>
      <dgm:spPr/>
      <dgm:t>
        <a:bodyPr/>
        <a:lstStyle/>
        <a:p>
          <a:endParaRPr lang="en-US"/>
        </a:p>
      </dgm:t>
    </dgm:pt>
    <dgm:pt modelId="{0BA0AE76-CF65-4152-B27B-E094A707DC33}" type="sibTrans" cxnId="{1F431A82-6225-4E2D-B75D-8E9C02A22592}">
      <dgm:prSet/>
      <dgm:spPr/>
      <dgm:t>
        <a:bodyPr/>
        <a:lstStyle/>
        <a:p>
          <a:endParaRPr lang="en-US"/>
        </a:p>
      </dgm:t>
    </dgm:pt>
    <dgm:pt modelId="{59C7FEF7-8C19-4D46-A615-E8B37464CDF1}">
      <dgm:prSet/>
      <dgm:spPr/>
      <dgm:t>
        <a:bodyPr/>
        <a:lstStyle/>
        <a:p>
          <a:r>
            <a:rPr lang="en-US"/>
            <a:t>Keep learning continuously</a:t>
          </a:r>
        </a:p>
      </dgm:t>
    </dgm:pt>
    <dgm:pt modelId="{A4C61A90-C98E-46C1-ACC7-84720FE55F76}" type="parTrans" cxnId="{E703C29E-A626-4305-BE3B-83866FEEA0FC}">
      <dgm:prSet/>
      <dgm:spPr/>
      <dgm:t>
        <a:bodyPr/>
        <a:lstStyle/>
        <a:p>
          <a:endParaRPr lang="en-US"/>
        </a:p>
      </dgm:t>
    </dgm:pt>
    <dgm:pt modelId="{55168C84-6211-4361-BC84-FDD6F4FC6A90}" type="sibTrans" cxnId="{E703C29E-A626-4305-BE3B-83866FEEA0FC}">
      <dgm:prSet/>
      <dgm:spPr/>
      <dgm:t>
        <a:bodyPr/>
        <a:lstStyle/>
        <a:p>
          <a:endParaRPr lang="en-US"/>
        </a:p>
      </dgm:t>
    </dgm:pt>
    <dgm:pt modelId="{781B9F62-7EB1-472B-968B-F0F1D276BD13}" type="pres">
      <dgm:prSet presAssocID="{5792355A-7ED3-4A4F-AEA9-0C286C99FADD}" presName="Name0" presStyleCnt="0">
        <dgm:presLayoutVars>
          <dgm:dir/>
          <dgm:animLvl val="lvl"/>
          <dgm:resizeHandles val="exact"/>
        </dgm:presLayoutVars>
      </dgm:prSet>
      <dgm:spPr/>
    </dgm:pt>
    <dgm:pt modelId="{D9B7A120-5C27-403F-99D6-372B99E015D1}" type="pres">
      <dgm:prSet presAssocID="{6BD03450-33C2-4740-8993-49395B2F714A}" presName="composite" presStyleCnt="0"/>
      <dgm:spPr/>
    </dgm:pt>
    <dgm:pt modelId="{CFFD12BA-FB56-4287-ADA2-8BE1974C02A0}" type="pres">
      <dgm:prSet presAssocID="{6BD03450-33C2-4740-8993-49395B2F714A}" presName="parTx" presStyleLbl="alignNode1" presStyleIdx="0" presStyleCnt="5">
        <dgm:presLayoutVars>
          <dgm:chMax val="0"/>
          <dgm:chPref val="0"/>
        </dgm:presLayoutVars>
      </dgm:prSet>
      <dgm:spPr/>
    </dgm:pt>
    <dgm:pt modelId="{15EB7DEA-B967-4349-8541-D130DCEC5F84}" type="pres">
      <dgm:prSet presAssocID="{6BD03450-33C2-4740-8993-49395B2F714A}" presName="desTx" presStyleLbl="alignAccFollowNode1" presStyleIdx="0" presStyleCnt="5">
        <dgm:presLayoutVars/>
      </dgm:prSet>
      <dgm:spPr/>
    </dgm:pt>
    <dgm:pt modelId="{C639D551-A1CE-4698-9DCA-477F33C189CD}" type="pres">
      <dgm:prSet presAssocID="{71519776-237A-4478-AB59-9ED5E0103050}" presName="space" presStyleCnt="0"/>
      <dgm:spPr/>
    </dgm:pt>
    <dgm:pt modelId="{FCF8A5AD-2CF8-4E53-8D0B-6A1CC6647170}" type="pres">
      <dgm:prSet presAssocID="{55F074EC-75F4-462D-A8C5-A29ABD1A3812}" presName="composite" presStyleCnt="0"/>
      <dgm:spPr/>
    </dgm:pt>
    <dgm:pt modelId="{A357BD84-E507-439B-BDB3-32BBE727C582}" type="pres">
      <dgm:prSet presAssocID="{55F074EC-75F4-462D-A8C5-A29ABD1A3812}" presName="parTx" presStyleLbl="alignNode1" presStyleIdx="1" presStyleCnt="5">
        <dgm:presLayoutVars>
          <dgm:chMax val="0"/>
          <dgm:chPref val="0"/>
        </dgm:presLayoutVars>
      </dgm:prSet>
      <dgm:spPr/>
    </dgm:pt>
    <dgm:pt modelId="{43728275-23F9-487A-9B5A-98B0C4C51C9F}" type="pres">
      <dgm:prSet presAssocID="{55F074EC-75F4-462D-A8C5-A29ABD1A3812}" presName="desTx" presStyleLbl="alignAccFollowNode1" presStyleIdx="1" presStyleCnt="5">
        <dgm:presLayoutVars/>
      </dgm:prSet>
      <dgm:spPr/>
    </dgm:pt>
    <dgm:pt modelId="{1FDF5027-574D-4147-8815-C680050E0433}" type="pres">
      <dgm:prSet presAssocID="{DD8BAC29-90E8-410D-937C-CA5866B64464}" presName="space" presStyleCnt="0"/>
      <dgm:spPr/>
    </dgm:pt>
    <dgm:pt modelId="{D757DC45-B0D5-4F8B-B79F-377430DD6AB3}" type="pres">
      <dgm:prSet presAssocID="{0D7C731E-34A2-4457-93A4-23A47604D7A6}" presName="composite" presStyleCnt="0"/>
      <dgm:spPr/>
    </dgm:pt>
    <dgm:pt modelId="{B694AC63-9CCF-4680-9436-55AE7EBDE18F}" type="pres">
      <dgm:prSet presAssocID="{0D7C731E-34A2-4457-93A4-23A47604D7A6}" presName="parTx" presStyleLbl="alignNode1" presStyleIdx="2" presStyleCnt="5">
        <dgm:presLayoutVars>
          <dgm:chMax val="0"/>
          <dgm:chPref val="0"/>
        </dgm:presLayoutVars>
      </dgm:prSet>
      <dgm:spPr/>
    </dgm:pt>
    <dgm:pt modelId="{57F69F92-0D08-4DFC-B840-7A73B278DB9A}" type="pres">
      <dgm:prSet presAssocID="{0D7C731E-34A2-4457-93A4-23A47604D7A6}" presName="desTx" presStyleLbl="alignAccFollowNode1" presStyleIdx="2" presStyleCnt="5">
        <dgm:presLayoutVars/>
      </dgm:prSet>
      <dgm:spPr/>
    </dgm:pt>
    <dgm:pt modelId="{5AA4FB75-8906-4264-8060-2BDA156366A4}" type="pres">
      <dgm:prSet presAssocID="{026F6CF5-1EF3-47EC-BC2F-D85E4B6AEBD8}" presName="space" presStyleCnt="0"/>
      <dgm:spPr/>
    </dgm:pt>
    <dgm:pt modelId="{B7CD18B5-79C2-4A76-AB13-98DAF4F4BA83}" type="pres">
      <dgm:prSet presAssocID="{896A099A-A63A-47C4-92D8-616A6C1DCA05}" presName="composite" presStyleCnt="0"/>
      <dgm:spPr/>
    </dgm:pt>
    <dgm:pt modelId="{FFBAFF36-C8A4-4628-803A-66ACB9DCB3C2}" type="pres">
      <dgm:prSet presAssocID="{896A099A-A63A-47C4-92D8-616A6C1DCA05}" presName="parTx" presStyleLbl="alignNode1" presStyleIdx="3" presStyleCnt="5">
        <dgm:presLayoutVars>
          <dgm:chMax val="0"/>
          <dgm:chPref val="0"/>
        </dgm:presLayoutVars>
      </dgm:prSet>
      <dgm:spPr/>
    </dgm:pt>
    <dgm:pt modelId="{354FAF68-D577-4770-A90B-F355AF670EA5}" type="pres">
      <dgm:prSet presAssocID="{896A099A-A63A-47C4-92D8-616A6C1DCA05}" presName="desTx" presStyleLbl="alignAccFollowNode1" presStyleIdx="3" presStyleCnt="5">
        <dgm:presLayoutVars/>
      </dgm:prSet>
      <dgm:spPr/>
    </dgm:pt>
    <dgm:pt modelId="{C46DD124-EF5A-4A7C-BE2D-AF0784846BC0}" type="pres">
      <dgm:prSet presAssocID="{5F1912B9-EBCF-4A0F-87DE-43146E9DAEA2}" presName="space" presStyleCnt="0"/>
      <dgm:spPr/>
    </dgm:pt>
    <dgm:pt modelId="{518B6A1B-4C00-4328-AA70-101E367E1005}" type="pres">
      <dgm:prSet presAssocID="{19D56943-8881-4EE7-AB61-FDF5ED597FC5}" presName="composite" presStyleCnt="0"/>
      <dgm:spPr/>
    </dgm:pt>
    <dgm:pt modelId="{05962055-FF9C-4EE7-8E12-FBFDA0039087}" type="pres">
      <dgm:prSet presAssocID="{19D56943-8881-4EE7-AB61-FDF5ED597FC5}" presName="parTx" presStyleLbl="alignNode1" presStyleIdx="4" presStyleCnt="5">
        <dgm:presLayoutVars>
          <dgm:chMax val="0"/>
          <dgm:chPref val="0"/>
        </dgm:presLayoutVars>
      </dgm:prSet>
      <dgm:spPr/>
    </dgm:pt>
    <dgm:pt modelId="{255C52AF-A07D-4617-B893-ABEA55E49528}" type="pres">
      <dgm:prSet presAssocID="{19D56943-8881-4EE7-AB61-FDF5ED597FC5}" presName="desTx" presStyleLbl="alignAccFollowNode1" presStyleIdx="4" presStyleCnt="5">
        <dgm:presLayoutVars/>
      </dgm:prSet>
      <dgm:spPr/>
    </dgm:pt>
  </dgm:ptLst>
  <dgm:cxnLst>
    <dgm:cxn modelId="{EE9AF605-66F3-424F-A5D7-17F0515DC76B}" srcId="{55F074EC-75F4-462D-A8C5-A29ABD1A3812}" destId="{4B2DABA0-2E44-4F48-8FEE-5ABD86978F2D}" srcOrd="0" destOrd="0" parTransId="{48426AD5-06BA-457B-966D-9B59BC40F37D}" sibTransId="{604ED070-A3A2-4C56-A05B-FB3794B9FE14}"/>
    <dgm:cxn modelId="{BEFC2620-0E99-44C8-AB72-FE2540D43703}" type="presOf" srcId="{55F074EC-75F4-462D-A8C5-A29ABD1A3812}" destId="{A357BD84-E507-439B-BDB3-32BBE727C582}" srcOrd="0" destOrd="0" presId="urn:microsoft.com/office/officeart/2016/7/layout/ChevronBlockProcess"/>
    <dgm:cxn modelId="{C7F81049-A339-4E5C-8D13-1860F76DB3B2}" srcId="{0D7C731E-34A2-4457-93A4-23A47604D7A6}" destId="{14550368-68DF-4D71-BE3F-8F8E408CC022}" srcOrd="0" destOrd="0" parTransId="{9424FFF9-D8A6-4684-A175-E91149F073BF}" sibTransId="{E337E557-6F07-4E2D-9899-D621A524FDD8}"/>
    <dgm:cxn modelId="{68787A69-91BE-4AA6-AFE8-807DBF344613}" type="presOf" srcId="{4B2DABA0-2E44-4F48-8FEE-5ABD86978F2D}" destId="{43728275-23F9-487A-9B5A-98B0C4C51C9F}" srcOrd="0" destOrd="0" presId="urn:microsoft.com/office/officeart/2016/7/layout/ChevronBlockProcess"/>
    <dgm:cxn modelId="{BB2DF66D-F2B2-4A72-8B12-A3A33324AA28}" type="presOf" srcId="{5792355A-7ED3-4A4F-AEA9-0C286C99FADD}" destId="{781B9F62-7EB1-472B-968B-F0F1D276BD13}" srcOrd="0" destOrd="0" presId="urn:microsoft.com/office/officeart/2016/7/layout/ChevronBlockProcess"/>
    <dgm:cxn modelId="{0ACF1773-8A8E-4BD3-844A-1171B5C881F2}" srcId="{6BD03450-33C2-4740-8993-49395B2F714A}" destId="{F3FA5F42-B862-4821-81DC-923179AE97BF}" srcOrd="0" destOrd="0" parTransId="{AEBC1639-ECDF-4C03-8EFE-AD6702404783}" sibTransId="{CB4665C3-0D58-4B7F-BE10-9ED462E4CE1A}"/>
    <dgm:cxn modelId="{1F431A82-6225-4E2D-B75D-8E9C02A22592}" srcId="{5792355A-7ED3-4A4F-AEA9-0C286C99FADD}" destId="{19D56943-8881-4EE7-AB61-FDF5ED597FC5}" srcOrd="4" destOrd="0" parTransId="{5211CAEE-DBA4-499E-AF25-9B83035A7CE7}" sibTransId="{0BA0AE76-CF65-4152-B27B-E094A707DC33}"/>
    <dgm:cxn modelId="{F173258A-A797-4C34-BA29-FF0C112CD163}" srcId="{5792355A-7ED3-4A4F-AEA9-0C286C99FADD}" destId="{55F074EC-75F4-462D-A8C5-A29ABD1A3812}" srcOrd="1" destOrd="0" parTransId="{133C5399-7FF6-4838-9FD6-82AB051FD222}" sibTransId="{DD8BAC29-90E8-410D-937C-CA5866B64464}"/>
    <dgm:cxn modelId="{C9C44599-40B6-46B4-AC22-74C705FC7EF3}" type="presOf" srcId="{6BD03450-33C2-4740-8993-49395B2F714A}" destId="{CFFD12BA-FB56-4287-ADA2-8BE1974C02A0}" srcOrd="0" destOrd="0" presId="urn:microsoft.com/office/officeart/2016/7/layout/ChevronBlockProcess"/>
    <dgm:cxn modelId="{E703C29E-A626-4305-BE3B-83866FEEA0FC}" srcId="{19D56943-8881-4EE7-AB61-FDF5ED597FC5}" destId="{59C7FEF7-8C19-4D46-A615-E8B37464CDF1}" srcOrd="0" destOrd="0" parTransId="{A4C61A90-C98E-46C1-ACC7-84720FE55F76}" sibTransId="{55168C84-6211-4361-BC84-FDD6F4FC6A90}"/>
    <dgm:cxn modelId="{9941F29F-22E2-45CF-814A-CCBF34E3E4DE}" type="presOf" srcId="{F3FA5F42-B862-4821-81DC-923179AE97BF}" destId="{15EB7DEA-B967-4349-8541-D130DCEC5F84}" srcOrd="0" destOrd="0" presId="urn:microsoft.com/office/officeart/2016/7/layout/ChevronBlockProcess"/>
    <dgm:cxn modelId="{7C398DA5-400D-40FE-BC2C-9E9CB21C4948}" type="presOf" srcId="{14550368-68DF-4D71-BE3F-8F8E408CC022}" destId="{57F69F92-0D08-4DFC-B840-7A73B278DB9A}" srcOrd="0" destOrd="0" presId="urn:microsoft.com/office/officeart/2016/7/layout/ChevronBlockProcess"/>
    <dgm:cxn modelId="{7A851AAE-DE59-42CD-B355-744CCA0D7C53}" type="presOf" srcId="{896A099A-A63A-47C4-92D8-616A6C1DCA05}" destId="{FFBAFF36-C8A4-4628-803A-66ACB9DCB3C2}" srcOrd="0" destOrd="0" presId="urn:microsoft.com/office/officeart/2016/7/layout/ChevronBlockProcess"/>
    <dgm:cxn modelId="{8471CDB2-A4B0-486A-AFB0-2994CDC1EC0D}" srcId="{5792355A-7ED3-4A4F-AEA9-0C286C99FADD}" destId="{6BD03450-33C2-4740-8993-49395B2F714A}" srcOrd="0" destOrd="0" parTransId="{E5CF8002-88AF-4D81-B807-6C5BE15A8846}" sibTransId="{71519776-237A-4478-AB59-9ED5E0103050}"/>
    <dgm:cxn modelId="{D1815FBC-C2CD-4682-9A14-4A427417C1C6}" type="presOf" srcId="{0D7C731E-34A2-4457-93A4-23A47604D7A6}" destId="{B694AC63-9CCF-4680-9436-55AE7EBDE18F}" srcOrd="0" destOrd="0" presId="urn:microsoft.com/office/officeart/2016/7/layout/ChevronBlockProcess"/>
    <dgm:cxn modelId="{314933C0-93FE-4DBE-8AF0-0AA95749F74A}" type="presOf" srcId="{59C7FEF7-8C19-4D46-A615-E8B37464CDF1}" destId="{255C52AF-A07D-4617-B893-ABEA55E49528}" srcOrd="0" destOrd="0" presId="urn:microsoft.com/office/officeart/2016/7/layout/ChevronBlockProcess"/>
    <dgm:cxn modelId="{592A3AC6-9A4D-45F6-90F2-11F7487FBA52}" type="presOf" srcId="{CEEAAC60-6A47-4DED-833E-C981F0413904}" destId="{354FAF68-D577-4770-A90B-F355AF670EA5}" srcOrd="0" destOrd="0" presId="urn:microsoft.com/office/officeart/2016/7/layout/ChevronBlockProcess"/>
    <dgm:cxn modelId="{BF27D1C8-6EC3-4DC9-B66D-F292D637F91B}" type="presOf" srcId="{19D56943-8881-4EE7-AB61-FDF5ED597FC5}" destId="{05962055-FF9C-4EE7-8E12-FBFDA0039087}" srcOrd="0" destOrd="0" presId="urn:microsoft.com/office/officeart/2016/7/layout/ChevronBlockProcess"/>
    <dgm:cxn modelId="{C0A25DCB-0732-44D4-8458-40BB17D6C4FC}" srcId="{896A099A-A63A-47C4-92D8-616A6C1DCA05}" destId="{CEEAAC60-6A47-4DED-833E-C981F0413904}" srcOrd="0" destOrd="0" parTransId="{90239331-093A-4ABA-B1F6-88AC2A414347}" sibTransId="{3128DC5A-4171-4926-A6B4-FAAF2623CB71}"/>
    <dgm:cxn modelId="{A6A41AEC-1C00-4FCB-86D5-5888CDC5A4D4}" srcId="{5792355A-7ED3-4A4F-AEA9-0C286C99FADD}" destId="{896A099A-A63A-47C4-92D8-616A6C1DCA05}" srcOrd="3" destOrd="0" parTransId="{6475F8CE-2753-4E78-B1FA-B67C213585B9}" sibTransId="{5F1912B9-EBCF-4A0F-87DE-43146E9DAEA2}"/>
    <dgm:cxn modelId="{3CB00DF8-403A-42F3-8CE6-9790B494B9F4}" srcId="{5792355A-7ED3-4A4F-AEA9-0C286C99FADD}" destId="{0D7C731E-34A2-4457-93A4-23A47604D7A6}" srcOrd="2" destOrd="0" parTransId="{F4543088-1052-4C24-80B1-E012469D9382}" sibTransId="{026F6CF5-1EF3-47EC-BC2F-D85E4B6AEBD8}"/>
    <dgm:cxn modelId="{9538B7EE-2687-42E5-B169-CEAA92648022}" type="presParOf" srcId="{781B9F62-7EB1-472B-968B-F0F1D276BD13}" destId="{D9B7A120-5C27-403F-99D6-372B99E015D1}" srcOrd="0" destOrd="0" presId="urn:microsoft.com/office/officeart/2016/7/layout/ChevronBlockProcess"/>
    <dgm:cxn modelId="{9F40F7B1-1BB5-487D-AE03-799ADBD4FE44}" type="presParOf" srcId="{D9B7A120-5C27-403F-99D6-372B99E015D1}" destId="{CFFD12BA-FB56-4287-ADA2-8BE1974C02A0}" srcOrd="0" destOrd="0" presId="urn:microsoft.com/office/officeart/2016/7/layout/ChevronBlockProcess"/>
    <dgm:cxn modelId="{D2F999CF-C316-4E5B-A439-E0294CF762EC}" type="presParOf" srcId="{D9B7A120-5C27-403F-99D6-372B99E015D1}" destId="{15EB7DEA-B967-4349-8541-D130DCEC5F84}" srcOrd="1" destOrd="0" presId="urn:microsoft.com/office/officeart/2016/7/layout/ChevronBlockProcess"/>
    <dgm:cxn modelId="{78475905-8E01-4567-BF62-5EC250B6C8CD}" type="presParOf" srcId="{781B9F62-7EB1-472B-968B-F0F1D276BD13}" destId="{C639D551-A1CE-4698-9DCA-477F33C189CD}" srcOrd="1" destOrd="0" presId="urn:microsoft.com/office/officeart/2016/7/layout/ChevronBlockProcess"/>
    <dgm:cxn modelId="{68580720-57A1-421E-AC04-BFE47EB918BB}" type="presParOf" srcId="{781B9F62-7EB1-472B-968B-F0F1D276BD13}" destId="{FCF8A5AD-2CF8-4E53-8D0B-6A1CC6647170}" srcOrd="2" destOrd="0" presId="urn:microsoft.com/office/officeart/2016/7/layout/ChevronBlockProcess"/>
    <dgm:cxn modelId="{EBAAB6E7-8E3D-4B3B-83B0-4827B4FCE602}" type="presParOf" srcId="{FCF8A5AD-2CF8-4E53-8D0B-6A1CC6647170}" destId="{A357BD84-E507-439B-BDB3-32BBE727C582}" srcOrd="0" destOrd="0" presId="urn:microsoft.com/office/officeart/2016/7/layout/ChevronBlockProcess"/>
    <dgm:cxn modelId="{7D93D446-3CE7-47D4-BC9D-8A7C97798353}" type="presParOf" srcId="{FCF8A5AD-2CF8-4E53-8D0B-6A1CC6647170}" destId="{43728275-23F9-487A-9B5A-98B0C4C51C9F}" srcOrd="1" destOrd="0" presId="urn:microsoft.com/office/officeart/2016/7/layout/ChevronBlockProcess"/>
    <dgm:cxn modelId="{FD9AA452-99D3-42E0-820C-E159FC97547D}" type="presParOf" srcId="{781B9F62-7EB1-472B-968B-F0F1D276BD13}" destId="{1FDF5027-574D-4147-8815-C680050E0433}" srcOrd="3" destOrd="0" presId="urn:microsoft.com/office/officeart/2016/7/layout/ChevronBlockProcess"/>
    <dgm:cxn modelId="{324E3826-749C-4108-8FF0-C2071AF0E014}" type="presParOf" srcId="{781B9F62-7EB1-472B-968B-F0F1D276BD13}" destId="{D757DC45-B0D5-4F8B-B79F-377430DD6AB3}" srcOrd="4" destOrd="0" presId="urn:microsoft.com/office/officeart/2016/7/layout/ChevronBlockProcess"/>
    <dgm:cxn modelId="{35217AB1-A916-48D8-B20A-7E44220CA2A2}" type="presParOf" srcId="{D757DC45-B0D5-4F8B-B79F-377430DD6AB3}" destId="{B694AC63-9CCF-4680-9436-55AE7EBDE18F}" srcOrd="0" destOrd="0" presId="urn:microsoft.com/office/officeart/2016/7/layout/ChevronBlockProcess"/>
    <dgm:cxn modelId="{6E68D44C-25DE-4335-A0FC-3E57963F179A}" type="presParOf" srcId="{D757DC45-B0D5-4F8B-B79F-377430DD6AB3}" destId="{57F69F92-0D08-4DFC-B840-7A73B278DB9A}" srcOrd="1" destOrd="0" presId="urn:microsoft.com/office/officeart/2016/7/layout/ChevronBlockProcess"/>
    <dgm:cxn modelId="{444BFCEB-BCCD-4CCD-800D-34D3DF3878E6}" type="presParOf" srcId="{781B9F62-7EB1-472B-968B-F0F1D276BD13}" destId="{5AA4FB75-8906-4264-8060-2BDA156366A4}" srcOrd="5" destOrd="0" presId="urn:microsoft.com/office/officeart/2016/7/layout/ChevronBlockProcess"/>
    <dgm:cxn modelId="{C62AFDC3-0CDB-4F12-B66C-F0172F9E06F8}" type="presParOf" srcId="{781B9F62-7EB1-472B-968B-F0F1D276BD13}" destId="{B7CD18B5-79C2-4A76-AB13-98DAF4F4BA83}" srcOrd="6" destOrd="0" presId="urn:microsoft.com/office/officeart/2016/7/layout/ChevronBlockProcess"/>
    <dgm:cxn modelId="{2004F136-E21A-476D-B111-5971E1A227B2}" type="presParOf" srcId="{B7CD18B5-79C2-4A76-AB13-98DAF4F4BA83}" destId="{FFBAFF36-C8A4-4628-803A-66ACB9DCB3C2}" srcOrd="0" destOrd="0" presId="urn:microsoft.com/office/officeart/2016/7/layout/ChevronBlockProcess"/>
    <dgm:cxn modelId="{866C244E-495A-4E58-A445-65BF5470844C}" type="presParOf" srcId="{B7CD18B5-79C2-4A76-AB13-98DAF4F4BA83}" destId="{354FAF68-D577-4770-A90B-F355AF670EA5}" srcOrd="1" destOrd="0" presId="urn:microsoft.com/office/officeart/2016/7/layout/ChevronBlockProcess"/>
    <dgm:cxn modelId="{891A4244-E5D9-4659-B45A-788B2C07B69E}" type="presParOf" srcId="{781B9F62-7EB1-472B-968B-F0F1D276BD13}" destId="{C46DD124-EF5A-4A7C-BE2D-AF0784846BC0}" srcOrd="7" destOrd="0" presId="urn:microsoft.com/office/officeart/2016/7/layout/ChevronBlockProcess"/>
    <dgm:cxn modelId="{E18DE13D-BFB2-4C51-94A2-0FC3EC446B14}" type="presParOf" srcId="{781B9F62-7EB1-472B-968B-F0F1D276BD13}" destId="{518B6A1B-4C00-4328-AA70-101E367E1005}" srcOrd="8" destOrd="0" presId="urn:microsoft.com/office/officeart/2016/7/layout/ChevronBlockProcess"/>
    <dgm:cxn modelId="{FCFA7E74-BB50-48FE-8A8B-91AF2B4935E8}" type="presParOf" srcId="{518B6A1B-4C00-4328-AA70-101E367E1005}" destId="{05962055-FF9C-4EE7-8E12-FBFDA0039087}" srcOrd="0" destOrd="0" presId="urn:microsoft.com/office/officeart/2016/7/layout/ChevronBlockProcess"/>
    <dgm:cxn modelId="{6E244349-056C-4207-8BB4-5444D2B305FF}" type="presParOf" srcId="{518B6A1B-4C00-4328-AA70-101E367E1005}" destId="{255C52AF-A07D-4617-B893-ABEA55E49528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1A39320C-28B6-4710-99B8-ACBE78F1560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091017-D0D3-4BDF-9DF1-F885CD25845D}">
      <dgm:prSet/>
      <dgm:spPr/>
      <dgm:t>
        <a:bodyPr/>
        <a:lstStyle/>
        <a:p>
          <a:r>
            <a:rPr lang="en-US"/>
            <a:t>TryHackMe – guided learning paths</a:t>
          </a:r>
        </a:p>
      </dgm:t>
    </dgm:pt>
    <dgm:pt modelId="{87D36804-06B1-4949-99C7-76E6D76BB6BD}" type="parTrans" cxnId="{F447C509-12F8-4D3A-9F55-4946DAA7118F}">
      <dgm:prSet/>
      <dgm:spPr/>
      <dgm:t>
        <a:bodyPr/>
        <a:lstStyle/>
        <a:p>
          <a:endParaRPr lang="en-US"/>
        </a:p>
      </dgm:t>
    </dgm:pt>
    <dgm:pt modelId="{A18D4519-B3F4-4E64-9B6A-CF041C28359D}" type="sibTrans" cxnId="{F447C509-12F8-4D3A-9F55-4946DAA7118F}">
      <dgm:prSet/>
      <dgm:spPr/>
      <dgm:t>
        <a:bodyPr/>
        <a:lstStyle/>
        <a:p>
          <a:endParaRPr lang="en-US"/>
        </a:p>
      </dgm:t>
    </dgm:pt>
    <dgm:pt modelId="{0BC39B2B-E023-4665-BA75-718A90CDCB99}">
      <dgm:prSet/>
      <dgm:spPr/>
      <dgm:t>
        <a:bodyPr/>
        <a:lstStyle/>
        <a:p>
          <a:r>
            <a:rPr lang="en-US"/>
            <a:t>Hack The Box – real-world labs</a:t>
          </a:r>
        </a:p>
      </dgm:t>
    </dgm:pt>
    <dgm:pt modelId="{6B48D7EF-35DE-4475-97A8-D1A17031148B}" type="parTrans" cxnId="{87A8CCE7-9CEB-4685-A760-85E5DFFBBEB2}">
      <dgm:prSet/>
      <dgm:spPr/>
      <dgm:t>
        <a:bodyPr/>
        <a:lstStyle/>
        <a:p>
          <a:endParaRPr lang="en-US"/>
        </a:p>
      </dgm:t>
    </dgm:pt>
    <dgm:pt modelId="{9875DFDD-AA40-42F7-9A26-816C5C369E8F}" type="sibTrans" cxnId="{87A8CCE7-9CEB-4685-A760-85E5DFFBBEB2}">
      <dgm:prSet/>
      <dgm:spPr/>
      <dgm:t>
        <a:bodyPr/>
        <a:lstStyle/>
        <a:p>
          <a:endParaRPr lang="en-US"/>
        </a:p>
      </dgm:t>
    </dgm:pt>
    <dgm:pt modelId="{AB7AEEA0-40AA-40D6-9E84-789184FA12C4}">
      <dgm:prSet/>
      <dgm:spPr/>
      <dgm:t>
        <a:bodyPr/>
        <a:lstStyle/>
        <a:p>
          <a:r>
            <a:rPr lang="en-US"/>
            <a:t>SANS Institute – professional training</a:t>
          </a:r>
        </a:p>
      </dgm:t>
    </dgm:pt>
    <dgm:pt modelId="{5C98F36B-CD85-4DB0-B2A9-983A4BEA2288}" type="parTrans" cxnId="{D81AFCA4-A73F-4D5C-BF7D-E4AEB9567A07}">
      <dgm:prSet/>
      <dgm:spPr/>
      <dgm:t>
        <a:bodyPr/>
        <a:lstStyle/>
        <a:p>
          <a:endParaRPr lang="en-US"/>
        </a:p>
      </dgm:t>
    </dgm:pt>
    <dgm:pt modelId="{8EC1A9E2-90E5-4062-B0E2-5A344968747C}" type="sibTrans" cxnId="{D81AFCA4-A73F-4D5C-BF7D-E4AEB9567A07}">
      <dgm:prSet/>
      <dgm:spPr/>
      <dgm:t>
        <a:bodyPr/>
        <a:lstStyle/>
        <a:p>
          <a:endParaRPr lang="en-US"/>
        </a:p>
      </dgm:t>
    </dgm:pt>
    <dgm:pt modelId="{EBB852FE-0A70-4E8D-9EF9-29B211214332}">
      <dgm:prSet/>
      <dgm:spPr/>
      <dgm:t>
        <a:bodyPr/>
        <a:lstStyle/>
        <a:p>
          <a:r>
            <a:rPr lang="en-US"/>
            <a:t>FEMA ICS &amp; emergency management training</a:t>
          </a:r>
        </a:p>
      </dgm:t>
    </dgm:pt>
    <dgm:pt modelId="{F3E99507-BE4E-42AD-977F-88C432D5DE8B}" type="parTrans" cxnId="{3E9A3B36-01E5-47D5-BAB9-A2CAD888D820}">
      <dgm:prSet/>
      <dgm:spPr/>
      <dgm:t>
        <a:bodyPr/>
        <a:lstStyle/>
        <a:p>
          <a:endParaRPr lang="en-US"/>
        </a:p>
      </dgm:t>
    </dgm:pt>
    <dgm:pt modelId="{6A62599C-881F-4507-99B7-A09E84D6B4C2}" type="sibTrans" cxnId="{3E9A3B36-01E5-47D5-BAB9-A2CAD888D820}">
      <dgm:prSet/>
      <dgm:spPr/>
      <dgm:t>
        <a:bodyPr/>
        <a:lstStyle/>
        <a:p>
          <a:endParaRPr lang="en-US"/>
        </a:p>
      </dgm:t>
    </dgm:pt>
    <dgm:pt modelId="{3163DFFA-ED2D-4C03-8188-5B5FA651C542}">
      <dgm:prSet/>
      <dgm:spPr/>
      <dgm:t>
        <a:bodyPr/>
        <a:lstStyle/>
        <a:p>
          <a:r>
            <a:rPr lang="en-US"/>
            <a:t>Forage virtual internships</a:t>
          </a:r>
        </a:p>
      </dgm:t>
    </dgm:pt>
    <dgm:pt modelId="{928430A7-90E2-4D03-83CF-AA9E57CDD9FD}" type="parTrans" cxnId="{99C54E25-4681-44A9-8D7D-44494CABB930}">
      <dgm:prSet/>
      <dgm:spPr/>
      <dgm:t>
        <a:bodyPr/>
        <a:lstStyle/>
        <a:p>
          <a:endParaRPr lang="en-US"/>
        </a:p>
      </dgm:t>
    </dgm:pt>
    <dgm:pt modelId="{B75DDDEC-A1ED-44A4-B2C0-75513BC174FD}" type="sibTrans" cxnId="{99C54E25-4681-44A9-8D7D-44494CABB930}">
      <dgm:prSet/>
      <dgm:spPr/>
      <dgm:t>
        <a:bodyPr/>
        <a:lstStyle/>
        <a:p>
          <a:endParaRPr lang="en-US"/>
        </a:p>
      </dgm:t>
    </dgm:pt>
    <dgm:pt modelId="{44322297-CB30-4040-96C7-0F3085CAC184}">
      <dgm:prSet/>
      <dgm:spPr/>
      <dgm:t>
        <a:bodyPr/>
        <a:lstStyle/>
        <a:p>
          <a:r>
            <a:rPr lang="en-US"/>
            <a:t>Cyber ranges and simulation environments</a:t>
          </a:r>
        </a:p>
      </dgm:t>
    </dgm:pt>
    <dgm:pt modelId="{B8E21B1B-A8C2-453A-A398-5239DD16FBBE}" type="parTrans" cxnId="{C541EAB7-AC52-41E7-8FBA-7B19C3185AA7}">
      <dgm:prSet/>
      <dgm:spPr/>
      <dgm:t>
        <a:bodyPr/>
        <a:lstStyle/>
        <a:p>
          <a:endParaRPr lang="en-US"/>
        </a:p>
      </dgm:t>
    </dgm:pt>
    <dgm:pt modelId="{9465642D-61DD-47B6-9CB6-63128083CC2D}" type="sibTrans" cxnId="{C541EAB7-AC52-41E7-8FBA-7B19C3185AA7}">
      <dgm:prSet/>
      <dgm:spPr/>
      <dgm:t>
        <a:bodyPr/>
        <a:lstStyle/>
        <a:p>
          <a:endParaRPr lang="en-US"/>
        </a:p>
      </dgm:t>
    </dgm:pt>
    <dgm:pt modelId="{08B3E1F0-40FB-456C-89E2-7FEF9B74B1E5}" type="pres">
      <dgm:prSet presAssocID="{1A39320C-28B6-4710-99B8-ACBE78F15602}" presName="linear" presStyleCnt="0">
        <dgm:presLayoutVars>
          <dgm:animLvl val="lvl"/>
          <dgm:resizeHandles val="exact"/>
        </dgm:presLayoutVars>
      </dgm:prSet>
      <dgm:spPr/>
    </dgm:pt>
    <dgm:pt modelId="{EFE5911B-8D00-4BDF-92D5-6F1D177429EF}" type="pres">
      <dgm:prSet presAssocID="{AE091017-D0D3-4BDF-9DF1-F885CD25845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378D486-AB45-42F9-B620-5CA2DFD91E4A}" type="pres">
      <dgm:prSet presAssocID="{A18D4519-B3F4-4E64-9B6A-CF041C28359D}" presName="spacer" presStyleCnt="0"/>
      <dgm:spPr/>
    </dgm:pt>
    <dgm:pt modelId="{B3965F09-7AB8-4D93-933A-064F3F195229}" type="pres">
      <dgm:prSet presAssocID="{0BC39B2B-E023-4665-BA75-718A90CDCB9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07ACDC8-E2E2-4596-BA36-97ED3DDF852C}" type="pres">
      <dgm:prSet presAssocID="{9875DFDD-AA40-42F7-9A26-816C5C369E8F}" presName="spacer" presStyleCnt="0"/>
      <dgm:spPr/>
    </dgm:pt>
    <dgm:pt modelId="{421F2012-4179-4F42-B08A-00B11E9DD3E5}" type="pres">
      <dgm:prSet presAssocID="{AB7AEEA0-40AA-40D6-9E84-789184FA12C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E2854B7-8E2C-4949-A069-E013A766F6FC}" type="pres">
      <dgm:prSet presAssocID="{8EC1A9E2-90E5-4062-B0E2-5A344968747C}" presName="spacer" presStyleCnt="0"/>
      <dgm:spPr/>
    </dgm:pt>
    <dgm:pt modelId="{0D29B09E-80FC-4A53-A916-07A233EF2E08}" type="pres">
      <dgm:prSet presAssocID="{EBB852FE-0A70-4E8D-9EF9-29B21121433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142E25F-C48C-4EFE-8011-E9D848A2AE51}" type="pres">
      <dgm:prSet presAssocID="{6A62599C-881F-4507-99B7-A09E84D6B4C2}" presName="spacer" presStyleCnt="0"/>
      <dgm:spPr/>
    </dgm:pt>
    <dgm:pt modelId="{B5286799-A33A-480C-AFAE-53121218B2A8}" type="pres">
      <dgm:prSet presAssocID="{3163DFFA-ED2D-4C03-8188-5B5FA651C54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2B1E362-CA8C-4CF4-9733-6AB09AEAE766}" type="pres">
      <dgm:prSet presAssocID="{B75DDDEC-A1ED-44A4-B2C0-75513BC174FD}" presName="spacer" presStyleCnt="0"/>
      <dgm:spPr/>
    </dgm:pt>
    <dgm:pt modelId="{D7B65C5A-5B8E-42C6-916B-426BE2B80B8E}" type="pres">
      <dgm:prSet presAssocID="{44322297-CB30-4040-96C7-0F3085CAC184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447C509-12F8-4D3A-9F55-4946DAA7118F}" srcId="{1A39320C-28B6-4710-99B8-ACBE78F15602}" destId="{AE091017-D0D3-4BDF-9DF1-F885CD25845D}" srcOrd="0" destOrd="0" parTransId="{87D36804-06B1-4949-99C7-76E6D76BB6BD}" sibTransId="{A18D4519-B3F4-4E64-9B6A-CF041C28359D}"/>
    <dgm:cxn modelId="{99C54E25-4681-44A9-8D7D-44494CABB930}" srcId="{1A39320C-28B6-4710-99B8-ACBE78F15602}" destId="{3163DFFA-ED2D-4C03-8188-5B5FA651C542}" srcOrd="4" destOrd="0" parTransId="{928430A7-90E2-4D03-83CF-AA9E57CDD9FD}" sibTransId="{B75DDDEC-A1ED-44A4-B2C0-75513BC174FD}"/>
    <dgm:cxn modelId="{3E9A3B36-01E5-47D5-BAB9-A2CAD888D820}" srcId="{1A39320C-28B6-4710-99B8-ACBE78F15602}" destId="{EBB852FE-0A70-4E8D-9EF9-29B211214332}" srcOrd="3" destOrd="0" parTransId="{F3E99507-BE4E-42AD-977F-88C432D5DE8B}" sibTransId="{6A62599C-881F-4507-99B7-A09E84D6B4C2}"/>
    <dgm:cxn modelId="{4E422C38-3B57-44AE-A55B-EFF285F5EDCC}" type="presOf" srcId="{AE091017-D0D3-4BDF-9DF1-F885CD25845D}" destId="{EFE5911B-8D00-4BDF-92D5-6F1D177429EF}" srcOrd="0" destOrd="0" presId="urn:microsoft.com/office/officeart/2005/8/layout/vList2"/>
    <dgm:cxn modelId="{8E22B64D-96A8-41CE-98C8-7433FC8B7328}" type="presOf" srcId="{EBB852FE-0A70-4E8D-9EF9-29B211214332}" destId="{0D29B09E-80FC-4A53-A916-07A233EF2E08}" srcOrd="0" destOrd="0" presId="urn:microsoft.com/office/officeart/2005/8/layout/vList2"/>
    <dgm:cxn modelId="{6ED15258-FC3B-455B-B549-760C6364E068}" type="presOf" srcId="{44322297-CB30-4040-96C7-0F3085CAC184}" destId="{D7B65C5A-5B8E-42C6-916B-426BE2B80B8E}" srcOrd="0" destOrd="0" presId="urn:microsoft.com/office/officeart/2005/8/layout/vList2"/>
    <dgm:cxn modelId="{A8CAE48A-7D71-4922-922F-8CE9685731A3}" type="presOf" srcId="{0BC39B2B-E023-4665-BA75-718A90CDCB99}" destId="{B3965F09-7AB8-4D93-933A-064F3F195229}" srcOrd="0" destOrd="0" presId="urn:microsoft.com/office/officeart/2005/8/layout/vList2"/>
    <dgm:cxn modelId="{D81AFCA4-A73F-4D5C-BF7D-E4AEB9567A07}" srcId="{1A39320C-28B6-4710-99B8-ACBE78F15602}" destId="{AB7AEEA0-40AA-40D6-9E84-789184FA12C4}" srcOrd="2" destOrd="0" parTransId="{5C98F36B-CD85-4DB0-B2A9-983A4BEA2288}" sibTransId="{8EC1A9E2-90E5-4062-B0E2-5A344968747C}"/>
    <dgm:cxn modelId="{C541EAB7-AC52-41E7-8FBA-7B19C3185AA7}" srcId="{1A39320C-28B6-4710-99B8-ACBE78F15602}" destId="{44322297-CB30-4040-96C7-0F3085CAC184}" srcOrd="5" destOrd="0" parTransId="{B8E21B1B-A8C2-453A-A398-5239DD16FBBE}" sibTransId="{9465642D-61DD-47B6-9CB6-63128083CC2D}"/>
    <dgm:cxn modelId="{A32335BA-32E7-4C46-B3B2-37D70C890B63}" type="presOf" srcId="{3163DFFA-ED2D-4C03-8188-5B5FA651C542}" destId="{B5286799-A33A-480C-AFAE-53121218B2A8}" srcOrd="0" destOrd="0" presId="urn:microsoft.com/office/officeart/2005/8/layout/vList2"/>
    <dgm:cxn modelId="{87A8CCE7-9CEB-4685-A760-85E5DFFBBEB2}" srcId="{1A39320C-28B6-4710-99B8-ACBE78F15602}" destId="{0BC39B2B-E023-4665-BA75-718A90CDCB99}" srcOrd="1" destOrd="0" parTransId="{6B48D7EF-35DE-4475-97A8-D1A17031148B}" sibTransId="{9875DFDD-AA40-42F7-9A26-816C5C369E8F}"/>
    <dgm:cxn modelId="{88513FEC-86AB-43FA-969A-946BF0F79C10}" type="presOf" srcId="{1A39320C-28B6-4710-99B8-ACBE78F15602}" destId="{08B3E1F0-40FB-456C-89E2-7FEF9B74B1E5}" srcOrd="0" destOrd="0" presId="urn:microsoft.com/office/officeart/2005/8/layout/vList2"/>
    <dgm:cxn modelId="{25F554F8-D205-4533-AB20-139B7B0E8895}" type="presOf" srcId="{AB7AEEA0-40AA-40D6-9E84-789184FA12C4}" destId="{421F2012-4179-4F42-B08A-00B11E9DD3E5}" srcOrd="0" destOrd="0" presId="urn:microsoft.com/office/officeart/2005/8/layout/vList2"/>
    <dgm:cxn modelId="{1D2A6AE0-3901-466D-9105-480B2DCE1AA9}" type="presParOf" srcId="{08B3E1F0-40FB-456C-89E2-7FEF9B74B1E5}" destId="{EFE5911B-8D00-4BDF-92D5-6F1D177429EF}" srcOrd="0" destOrd="0" presId="urn:microsoft.com/office/officeart/2005/8/layout/vList2"/>
    <dgm:cxn modelId="{F90E8448-6789-4673-8259-992486785A18}" type="presParOf" srcId="{08B3E1F0-40FB-456C-89E2-7FEF9B74B1E5}" destId="{1378D486-AB45-42F9-B620-5CA2DFD91E4A}" srcOrd="1" destOrd="0" presId="urn:microsoft.com/office/officeart/2005/8/layout/vList2"/>
    <dgm:cxn modelId="{0323D6CD-FB02-4AB8-B52C-9FA9AE8B60FC}" type="presParOf" srcId="{08B3E1F0-40FB-456C-89E2-7FEF9B74B1E5}" destId="{B3965F09-7AB8-4D93-933A-064F3F195229}" srcOrd="2" destOrd="0" presId="urn:microsoft.com/office/officeart/2005/8/layout/vList2"/>
    <dgm:cxn modelId="{D9F57B87-6CA6-4C23-ADC0-42A7AD07BAF8}" type="presParOf" srcId="{08B3E1F0-40FB-456C-89E2-7FEF9B74B1E5}" destId="{B07ACDC8-E2E2-4596-BA36-97ED3DDF852C}" srcOrd="3" destOrd="0" presId="urn:microsoft.com/office/officeart/2005/8/layout/vList2"/>
    <dgm:cxn modelId="{942261E9-EF2A-41FC-AF1D-026CFC411D96}" type="presParOf" srcId="{08B3E1F0-40FB-456C-89E2-7FEF9B74B1E5}" destId="{421F2012-4179-4F42-B08A-00B11E9DD3E5}" srcOrd="4" destOrd="0" presId="urn:microsoft.com/office/officeart/2005/8/layout/vList2"/>
    <dgm:cxn modelId="{8D17A735-F545-4A2B-BDE5-0D02FFF90A3B}" type="presParOf" srcId="{08B3E1F0-40FB-456C-89E2-7FEF9B74B1E5}" destId="{EE2854B7-8E2C-4949-A069-E013A766F6FC}" srcOrd="5" destOrd="0" presId="urn:microsoft.com/office/officeart/2005/8/layout/vList2"/>
    <dgm:cxn modelId="{403895F6-8C4A-4313-9FCB-9BB87DA30039}" type="presParOf" srcId="{08B3E1F0-40FB-456C-89E2-7FEF9B74B1E5}" destId="{0D29B09E-80FC-4A53-A916-07A233EF2E08}" srcOrd="6" destOrd="0" presId="urn:microsoft.com/office/officeart/2005/8/layout/vList2"/>
    <dgm:cxn modelId="{227B72C7-3523-4AD7-A55B-DF190A09CD2A}" type="presParOf" srcId="{08B3E1F0-40FB-456C-89E2-7FEF9B74B1E5}" destId="{4142E25F-C48C-4EFE-8011-E9D848A2AE51}" srcOrd="7" destOrd="0" presId="urn:microsoft.com/office/officeart/2005/8/layout/vList2"/>
    <dgm:cxn modelId="{73B5739B-EC87-469A-ACA2-1FFC9C729910}" type="presParOf" srcId="{08B3E1F0-40FB-456C-89E2-7FEF9B74B1E5}" destId="{B5286799-A33A-480C-AFAE-53121218B2A8}" srcOrd="8" destOrd="0" presId="urn:microsoft.com/office/officeart/2005/8/layout/vList2"/>
    <dgm:cxn modelId="{8FE9C0ED-7CCE-417F-90A6-B47B744A9C5E}" type="presParOf" srcId="{08B3E1F0-40FB-456C-89E2-7FEF9B74B1E5}" destId="{D2B1E362-CA8C-4CF4-9733-6AB09AEAE766}" srcOrd="9" destOrd="0" presId="urn:microsoft.com/office/officeart/2005/8/layout/vList2"/>
    <dgm:cxn modelId="{D0B3BA6E-7331-490F-9A69-910F9D0A115C}" type="presParOf" srcId="{08B3E1F0-40FB-456C-89E2-7FEF9B74B1E5}" destId="{D7B65C5A-5B8E-42C6-916B-426BE2B80B8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F3240D4-67EB-4EA7-ACB0-C526D6F3A30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5D41C7B-92D2-479F-9FE8-D93C8B9B66FA}">
      <dgm:prSet/>
      <dgm:spPr/>
      <dgm:t>
        <a:bodyPr/>
        <a:lstStyle/>
        <a:p>
          <a:r>
            <a:rPr lang="en-US"/>
            <a:t>CompTIA Security+</a:t>
          </a:r>
        </a:p>
      </dgm:t>
    </dgm:pt>
    <dgm:pt modelId="{D18F0090-C658-4B59-854C-4AFE25CFBF17}" type="parTrans" cxnId="{9FB17EA8-322E-4FBD-970A-E4960D293CD4}">
      <dgm:prSet/>
      <dgm:spPr/>
      <dgm:t>
        <a:bodyPr/>
        <a:lstStyle/>
        <a:p>
          <a:endParaRPr lang="en-US"/>
        </a:p>
      </dgm:t>
    </dgm:pt>
    <dgm:pt modelId="{4B46C9A4-31FF-4BE9-9360-2BF8906D807F}" type="sibTrans" cxnId="{9FB17EA8-322E-4FBD-970A-E4960D293CD4}">
      <dgm:prSet/>
      <dgm:spPr/>
      <dgm:t>
        <a:bodyPr/>
        <a:lstStyle/>
        <a:p>
          <a:endParaRPr lang="en-US"/>
        </a:p>
      </dgm:t>
    </dgm:pt>
    <dgm:pt modelId="{915B1DA5-DA9F-4C8B-A887-A271AF5A029F}">
      <dgm:prSet/>
      <dgm:spPr/>
      <dgm:t>
        <a:bodyPr/>
        <a:lstStyle/>
        <a:p>
          <a:r>
            <a:rPr lang="en-US"/>
            <a:t>CISSP</a:t>
          </a:r>
        </a:p>
      </dgm:t>
    </dgm:pt>
    <dgm:pt modelId="{C13E65F3-FCA0-4ACD-81B9-02C064CFAA28}" type="parTrans" cxnId="{EA21385B-C540-4D1C-8E3F-0EB18B0E9D56}">
      <dgm:prSet/>
      <dgm:spPr/>
      <dgm:t>
        <a:bodyPr/>
        <a:lstStyle/>
        <a:p>
          <a:endParaRPr lang="en-US"/>
        </a:p>
      </dgm:t>
    </dgm:pt>
    <dgm:pt modelId="{4482F7EA-271C-455A-B066-32FBA6FB3CC6}" type="sibTrans" cxnId="{EA21385B-C540-4D1C-8E3F-0EB18B0E9D56}">
      <dgm:prSet/>
      <dgm:spPr/>
      <dgm:t>
        <a:bodyPr/>
        <a:lstStyle/>
        <a:p>
          <a:endParaRPr lang="en-US"/>
        </a:p>
      </dgm:t>
    </dgm:pt>
    <dgm:pt modelId="{E1460413-AB96-488F-B06C-4040410D80F4}">
      <dgm:prSet/>
      <dgm:spPr/>
      <dgm:t>
        <a:bodyPr/>
        <a:lstStyle/>
        <a:p>
          <a:r>
            <a:rPr lang="en-US"/>
            <a:t>CISA / CRISC</a:t>
          </a:r>
        </a:p>
      </dgm:t>
    </dgm:pt>
    <dgm:pt modelId="{BC915135-EF9B-48A8-834B-52B325C635F0}" type="parTrans" cxnId="{D38EE02C-96D0-4CC3-849A-714D4C42AAAA}">
      <dgm:prSet/>
      <dgm:spPr/>
      <dgm:t>
        <a:bodyPr/>
        <a:lstStyle/>
        <a:p>
          <a:endParaRPr lang="en-US"/>
        </a:p>
      </dgm:t>
    </dgm:pt>
    <dgm:pt modelId="{5C658742-6493-41AA-B580-CF9BA7428BED}" type="sibTrans" cxnId="{D38EE02C-96D0-4CC3-849A-714D4C42AAAA}">
      <dgm:prSet/>
      <dgm:spPr/>
      <dgm:t>
        <a:bodyPr/>
        <a:lstStyle/>
        <a:p>
          <a:endParaRPr lang="en-US"/>
        </a:p>
      </dgm:t>
    </dgm:pt>
    <dgm:pt modelId="{1A9A4AF7-F368-48A7-8CB6-96BFDF360A11}">
      <dgm:prSet/>
      <dgm:spPr/>
      <dgm:t>
        <a:bodyPr/>
        <a:lstStyle/>
        <a:p>
          <a:r>
            <a:rPr lang="en-US"/>
            <a:t>OSCP</a:t>
          </a:r>
        </a:p>
      </dgm:t>
    </dgm:pt>
    <dgm:pt modelId="{29E9F02E-7D76-4659-9558-4C45C404D65A}" type="parTrans" cxnId="{E0D7844F-7AE2-4C82-9843-DE9146D17227}">
      <dgm:prSet/>
      <dgm:spPr/>
      <dgm:t>
        <a:bodyPr/>
        <a:lstStyle/>
        <a:p>
          <a:endParaRPr lang="en-US"/>
        </a:p>
      </dgm:t>
    </dgm:pt>
    <dgm:pt modelId="{0709671B-F9FE-4654-A474-F458E82539CA}" type="sibTrans" cxnId="{E0D7844F-7AE2-4C82-9843-DE9146D17227}">
      <dgm:prSet/>
      <dgm:spPr/>
      <dgm:t>
        <a:bodyPr/>
        <a:lstStyle/>
        <a:p>
          <a:endParaRPr lang="en-US"/>
        </a:p>
      </dgm:t>
    </dgm:pt>
    <dgm:pt modelId="{ED2D7DBB-F313-432F-B18D-74A4DA6228A2}">
      <dgm:prSet/>
      <dgm:spPr/>
      <dgm:t>
        <a:bodyPr/>
        <a:lstStyle/>
        <a:p>
          <a:r>
            <a:rPr lang="en-US"/>
            <a:t>eJPT</a:t>
          </a:r>
        </a:p>
      </dgm:t>
    </dgm:pt>
    <dgm:pt modelId="{2E702930-FCD5-4B4F-9948-6F5DE230086D}" type="parTrans" cxnId="{90B8C4A4-A90A-4FFE-9D7E-26A5F4603E32}">
      <dgm:prSet/>
      <dgm:spPr/>
      <dgm:t>
        <a:bodyPr/>
        <a:lstStyle/>
        <a:p>
          <a:endParaRPr lang="en-US"/>
        </a:p>
      </dgm:t>
    </dgm:pt>
    <dgm:pt modelId="{A9E5A004-0E98-4380-AAE7-7E0DA7D8CB35}" type="sibTrans" cxnId="{90B8C4A4-A90A-4FFE-9D7E-26A5F4603E32}">
      <dgm:prSet/>
      <dgm:spPr/>
      <dgm:t>
        <a:bodyPr/>
        <a:lstStyle/>
        <a:p>
          <a:endParaRPr lang="en-US"/>
        </a:p>
      </dgm:t>
    </dgm:pt>
    <dgm:pt modelId="{AF77AC83-32E4-4AEF-A597-618CDBFF7FB0}">
      <dgm:prSet/>
      <dgm:spPr/>
      <dgm:t>
        <a:bodyPr/>
        <a:lstStyle/>
        <a:p>
          <a:r>
            <a:rPr lang="en-US"/>
            <a:t>ISC2 CC</a:t>
          </a:r>
        </a:p>
      </dgm:t>
    </dgm:pt>
    <dgm:pt modelId="{05BED415-6C90-48C3-9F74-D26CF0AAFF26}" type="parTrans" cxnId="{9A8B808D-1631-4D9A-860E-CC92D510F77D}">
      <dgm:prSet/>
      <dgm:spPr/>
      <dgm:t>
        <a:bodyPr/>
        <a:lstStyle/>
        <a:p>
          <a:endParaRPr lang="en-US"/>
        </a:p>
      </dgm:t>
    </dgm:pt>
    <dgm:pt modelId="{ECB41118-B419-445A-A5D0-ACA7908C184E}" type="sibTrans" cxnId="{9A8B808D-1631-4D9A-860E-CC92D510F77D}">
      <dgm:prSet/>
      <dgm:spPr/>
      <dgm:t>
        <a:bodyPr/>
        <a:lstStyle/>
        <a:p>
          <a:endParaRPr lang="en-US"/>
        </a:p>
      </dgm:t>
    </dgm:pt>
    <dgm:pt modelId="{4852873E-3FD1-4AA5-8EDD-EBEAFB694B1E}">
      <dgm:prSet/>
      <dgm:spPr/>
      <dgm:t>
        <a:bodyPr/>
        <a:lstStyle/>
        <a:p>
          <a:r>
            <a:rPr lang="en-US"/>
            <a:t>SANS GIAC certifications</a:t>
          </a:r>
        </a:p>
      </dgm:t>
    </dgm:pt>
    <dgm:pt modelId="{7EA09B7C-468C-43EC-94A1-F05B4611F4E6}" type="parTrans" cxnId="{39153D1D-5920-40C2-9780-F2F390E3C2E2}">
      <dgm:prSet/>
      <dgm:spPr/>
      <dgm:t>
        <a:bodyPr/>
        <a:lstStyle/>
        <a:p>
          <a:endParaRPr lang="en-US"/>
        </a:p>
      </dgm:t>
    </dgm:pt>
    <dgm:pt modelId="{39763F60-69B7-42F7-8A7C-D14D6A379340}" type="sibTrans" cxnId="{39153D1D-5920-40C2-9780-F2F390E3C2E2}">
      <dgm:prSet/>
      <dgm:spPr/>
      <dgm:t>
        <a:bodyPr/>
        <a:lstStyle/>
        <a:p>
          <a:endParaRPr lang="en-US"/>
        </a:p>
      </dgm:t>
    </dgm:pt>
    <dgm:pt modelId="{85D085CE-205A-440E-902E-6FF27BEAAC93}">
      <dgm:prSet/>
      <dgm:spPr/>
      <dgm:t>
        <a:bodyPr/>
        <a:lstStyle/>
        <a:p>
          <a:r>
            <a:rPr lang="en-US"/>
            <a:t>Cloud security certifications</a:t>
          </a:r>
        </a:p>
      </dgm:t>
    </dgm:pt>
    <dgm:pt modelId="{4A0D071C-3521-450E-A46B-529052D00607}" type="parTrans" cxnId="{EDEB9DF3-CBDF-434D-A56A-9393C27DA1AC}">
      <dgm:prSet/>
      <dgm:spPr/>
      <dgm:t>
        <a:bodyPr/>
        <a:lstStyle/>
        <a:p>
          <a:endParaRPr lang="en-US"/>
        </a:p>
      </dgm:t>
    </dgm:pt>
    <dgm:pt modelId="{C4C94B9C-F100-411C-9E41-C60CFB748CBF}" type="sibTrans" cxnId="{EDEB9DF3-CBDF-434D-A56A-9393C27DA1AC}">
      <dgm:prSet/>
      <dgm:spPr/>
      <dgm:t>
        <a:bodyPr/>
        <a:lstStyle/>
        <a:p>
          <a:endParaRPr lang="en-US"/>
        </a:p>
      </dgm:t>
    </dgm:pt>
    <dgm:pt modelId="{51223CED-F136-45A3-A85E-E5D816D951D0}" type="pres">
      <dgm:prSet presAssocID="{CF3240D4-67EB-4EA7-ACB0-C526D6F3A30C}" presName="diagram" presStyleCnt="0">
        <dgm:presLayoutVars>
          <dgm:dir/>
          <dgm:resizeHandles val="exact"/>
        </dgm:presLayoutVars>
      </dgm:prSet>
      <dgm:spPr/>
    </dgm:pt>
    <dgm:pt modelId="{36C1B3F5-C6FB-429B-A224-3F16155CF125}" type="pres">
      <dgm:prSet presAssocID="{E5D41C7B-92D2-479F-9FE8-D93C8B9B66FA}" presName="node" presStyleLbl="node1" presStyleIdx="0" presStyleCnt="8">
        <dgm:presLayoutVars>
          <dgm:bulletEnabled val="1"/>
        </dgm:presLayoutVars>
      </dgm:prSet>
      <dgm:spPr/>
    </dgm:pt>
    <dgm:pt modelId="{B33C7BF8-9DF7-4CF7-B1C8-1B6197834F43}" type="pres">
      <dgm:prSet presAssocID="{4B46C9A4-31FF-4BE9-9360-2BF8906D807F}" presName="sibTrans" presStyleCnt="0"/>
      <dgm:spPr/>
    </dgm:pt>
    <dgm:pt modelId="{E645A666-6260-4CFB-9DD0-E20775F160C2}" type="pres">
      <dgm:prSet presAssocID="{915B1DA5-DA9F-4C8B-A887-A271AF5A029F}" presName="node" presStyleLbl="node1" presStyleIdx="1" presStyleCnt="8">
        <dgm:presLayoutVars>
          <dgm:bulletEnabled val="1"/>
        </dgm:presLayoutVars>
      </dgm:prSet>
      <dgm:spPr/>
    </dgm:pt>
    <dgm:pt modelId="{E5ECA06C-2426-476A-B48B-CDEEC4D87D06}" type="pres">
      <dgm:prSet presAssocID="{4482F7EA-271C-455A-B066-32FBA6FB3CC6}" presName="sibTrans" presStyleCnt="0"/>
      <dgm:spPr/>
    </dgm:pt>
    <dgm:pt modelId="{BFFF5C4A-8DC4-468A-90EA-45A5FB4E8222}" type="pres">
      <dgm:prSet presAssocID="{E1460413-AB96-488F-B06C-4040410D80F4}" presName="node" presStyleLbl="node1" presStyleIdx="2" presStyleCnt="8">
        <dgm:presLayoutVars>
          <dgm:bulletEnabled val="1"/>
        </dgm:presLayoutVars>
      </dgm:prSet>
      <dgm:spPr/>
    </dgm:pt>
    <dgm:pt modelId="{B60E377F-A25F-4C74-85AC-8CDAEFCDB62C}" type="pres">
      <dgm:prSet presAssocID="{5C658742-6493-41AA-B580-CF9BA7428BED}" presName="sibTrans" presStyleCnt="0"/>
      <dgm:spPr/>
    </dgm:pt>
    <dgm:pt modelId="{3AF5ADE8-FC6C-43A6-A89C-77EECAC58934}" type="pres">
      <dgm:prSet presAssocID="{1A9A4AF7-F368-48A7-8CB6-96BFDF360A11}" presName="node" presStyleLbl="node1" presStyleIdx="3" presStyleCnt="8">
        <dgm:presLayoutVars>
          <dgm:bulletEnabled val="1"/>
        </dgm:presLayoutVars>
      </dgm:prSet>
      <dgm:spPr/>
    </dgm:pt>
    <dgm:pt modelId="{588C55B0-16B5-4D75-B4EA-98D860613423}" type="pres">
      <dgm:prSet presAssocID="{0709671B-F9FE-4654-A474-F458E82539CA}" presName="sibTrans" presStyleCnt="0"/>
      <dgm:spPr/>
    </dgm:pt>
    <dgm:pt modelId="{5E6ADCC5-D59E-4549-9FA4-60A883C8DAC2}" type="pres">
      <dgm:prSet presAssocID="{ED2D7DBB-F313-432F-B18D-74A4DA6228A2}" presName="node" presStyleLbl="node1" presStyleIdx="4" presStyleCnt="8">
        <dgm:presLayoutVars>
          <dgm:bulletEnabled val="1"/>
        </dgm:presLayoutVars>
      </dgm:prSet>
      <dgm:spPr/>
    </dgm:pt>
    <dgm:pt modelId="{96D43080-9668-4603-BA38-2E95B2FEC582}" type="pres">
      <dgm:prSet presAssocID="{A9E5A004-0E98-4380-AAE7-7E0DA7D8CB35}" presName="sibTrans" presStyleCnt="0"/>
      <dgm:spPr/>
    </dgm:pt>
    <dgm:pt modelId="{264CBA5E-9942-44FE-8D6C-219B96C56566}" type="pres">
      <dgm:prSet presAssocID="{AF77AC83-32E4-4AEF-A597-618CDBFF7FB0}" presName="node" presStyleLbl="node1" presStyleIdx="5" presStyleCnt="8">
        <dgm:presLayoutVars>
          <dgm:bulletEnabled val="1"/>
        </dgm:presLayoutVars>
      </dgm:prSet>
      <dgm:spPr/>
    </dgm:pt>
    <dgm:pt modelId="{1B5395A7-4519-4FE6-95B5-7C7D8B2FC773}" type="pres">
      <dgm:prSet presAssocID="{ECB41118-B419-445A-A5D0-ACA7908C184E}" presName="sibTrans" presStyleCnt="0"/>
      <dgm:spPr/>
    </dgm:pt>
    <dgm:pt modelId="{84B9F229-FD8C-4F7F-8FF6-62236A7C4CB4}" type="pres">
      <dgm:prSet presAssocID="{4852873E-3FD1-4AA5-8EDD-EBEAFB694B1E}" presName="node" presStyleLbl="node1" presStyleIdx="6" presStyleCnt="8">
        <dgm:presLayoutVars>
          <dgm:bulletEnabled val="1"/>
        </dgm:presLayoutVars>
      </dgm:prSet>
      <dgm:spPr/>
    </dgm:pt>
    <dgm:pt modelId="{F132535F-FB33-43A0-B86D-D0C42FEBD8D9}" type="pres">
      <dgm:prSet presAssocID="{39763F60-69B7-42F7-8A7C-D14D6A379340}" presName="sibTrans" presStyleCnt="0"/>
      <dgm:spPr/>
    </dgm:pt>
    <dgm:pt modelId="{1B93EB35-55DE-4FAE-AD44-FB7C426E81E8}" type="pres">
      <dgm:prSet presAssocID="{85D085CE-205A-440E-902E-6FF27BEAAC93}" presName="node" presStyleLbl="node1" presStyleIdx="7" presStyleCnt="8">
        <dgm:presLayoutVars>
          <dgm:bulletEnabled val="1"/>
        </dgm:presLayoutVars>
      </dgm:prSet>
      <dgm:spPr/>
    </dgm:pt>
  </dgm:ptLst>
  <dgm:cxnLst>
    <dgm:cxn modelId="{39153D1D-5920-40C2-9780-F2F390E3C2E2}" srcId="{CF3240D4-67EB-4EA7-ACB0-C526D6F3A30C}" destId="{4852873E-3FD1-4AA5-8EDD-EBEAFB694B1E}" srcOrd="6" destOrd="0" parTransId="{7EA09B7C-468C-43EC-94A1-F05B4611F4E6}" sibTransId="{39763F60-69B7-42F7-8A7C-D14D6A379340}"/>
    <dgm:cxn modelId="{D7025420-65C7-4F67-85D6-BBBE2EAC1034}" type="presOf" srcId="{E1460413-AB96-488F-B06C-4040410D80F4}" destId="{BFFF5C4A-8DC4-468A-90EA-45A5FB4E8222}" srcOrd="0" destOrd="0" presId="urn:microsoft.com/office/officeart/2005/8/layout/default"/>
    <dgm:cxn modelId="{D38EE02C-96D0-4CC3-849A-714D4C42AAAA}" srcId="{CF3240D4-67EB-4EA7-ACB0-C526D6F3A30C}" destId="{E1460413-AB96-488F-B06C-4040410D80F4}" srcOrd="2" destOrd="0" parTransId="{BC915135-EF9B-48A8-834B-52B325C635F0}" sibTransId="{5C658742-6493-41AA-B580-CF9BA7428BED}"/>
    <dgm:cxn modelId="{24542637-E524-4162-8C80-5888D74217A1}" type="presOf" srcId="{ED2D7DBB-F313-432F-B18D-74A4DA6228A2}" destId="{5E6ADCC5-D59E-4549-9FA4-60A883C8DAC2}" srcOrd="0" destOrd="0" presId="urn:microsoft.com/office/officeart/2005/8/layout/default"/>
    <dgm:cxn modelId="{F3A63A3F-0535-457C-959B-83AC2BF675F9}" type="presOf" srcId="{4852873E-3FD1-4AA5-8EDD-EBEAFB694B1E}" destId="{84B9F229-FD8C-4F7F-8FF6-62236A7C4CB4}" srcOrd="0" destOrd="0" presId="urn:microsoft.com/office/officeart/2005/8/layout/default"/>
    <dgm:cxn modelId="{EA21385B-C540-4D1C-8E3F-0EB18B0E9D56}" srcId="{CF3240D4-67EB-4EA7-ACB0-C526D6F3A30C}" destId="{915B1DA5-DA9F-4C8B-A887-A271AF5A029F}" srcOrd="1" destOrd="0" parTransId="{C13E65F3-FCA0-4ACD-81B9-02C064CFAA28}" sibTransId="{4482F7EA-271C-455A-B066-32FBA6FB3CC6}"/>
    <dgm:cxn modelId="{968A5B4C-14C6-43E7-B022-8F3B42AB34C0}" type="presOf" srcId="{E5D41C7B-92D2-479F-9FE8-D93C8B9B66FA}" destId="{36C1B3F5-C6FB-429B-A224-3F16155CF125}" srcOrd="0" destOrd="0" presId="urn:microsoft.com/office/officeart/2005/8/layout/default"/>
    <dgm:cxn modelId="{E0D7844F-7AE2-4C82-9843-DE9146D17227}" srcId="{CF3240D4-67EB-4EA7-ACB0-C526D6F3A30C}" destId="{1A9A4AF7-F368-48A7-8CB6-96BFDF360A11}" srcOrd="3" destOrd="0" parTransId="{29E9F02E-7D76-4659-9558-4C45C404D65A}" sibTransId="{0709671B-F9FE-4654-A474-F458E82539CA}"/>
    <dgm:cxn modelId="{EFE6B478-3338-489E-B671-0C104E626D44}" type="presOf" srcId="{1A9A4AF7-F368-48A7-8CB6-96BFDF360A11}" destId="{3AF5ADE8-FC6C-43A6-A89C-77EECAC58934}" srcOrd="0" destOrd="0" presId="urn:microsoft.com/office/officeart/2005/8/layout/default"/>
    <dgm:cxn modelId="{298AD158-0422-4716-BA3D-E3B94B168727}" type="presOf" srcId="{85D085CE-205A-440E-902E-6FF27BEAAC93}" destId="{1B93EB35-55DE-4FAE-AD44-FB7C426E81E8}" srcOrd="0" destOrd="0" presId="urn:microsoft.com/office/officeart/2005/8/layout/default"/>
    <dgm:cxn modelId="{9A8B808D-1631-4D9A-860E-CC92D510F77D}" srcId="{CF3240D4-67EB-4EA7-ACB0-C526D6F3A30C}" destId="{AF77AC83-32E4-4AEF-A597-618CDBFF7FB0}" srcOrd="5" destOrd="0" parTransId="{05BED415-6C90-48C3-9F74-D26CF0AAFF26}" sibTransId="{ECB41118-B419-445A-A5D0-ACA7908C184E}"/>
    <dgm:cxn modelId="{90B8C4A4-A90A-4FFE-9D7E-26A5F4603E32}" srcId="{CF3240D4-67EB-4EA7-ACB0-C526D6F3A30C}" destId="{ED2D7DBB-F313-432F-B18D-74A4DA6228A2}" srcOrd="4" destOrd="0" parTransId="{2E702930-FCD5-4B4F-9948-6F5DE230086D}" sibTransId="{A9E5A004-0E98-4380-AAE7-7E0DA7D8CB35}"/>
    <dgm:cxn modelId="{9FB17EA8-322E-4FBD-970A-E4960D293CD4}" srcId="{CF3240D4-67EB-4EA7-ACB0-C526D6F3A30C}" destId="{E5D41C7B-92D2-479F-9FE8-D93C8B9B66FA}" srcOrd="0" destOrd="0" parTransId="{D18F0090-C658-4B59-854C-4AFE25CFBF17}" sibTransId="{4B46C9A4-31FF-4BE9-9360-2BF8906D807F}"/>
    <dgm:cxn modelId="{BC0708C3-DC31-4CF6-8560-7E5CD9A36FFC}" type="presOf" srcId="{CF3240D4-67EB-4EA7-ACB0-C526D6F3A30C}" destId="{51223CED-F136-45A3-A85E-E5D816D951D0}" srcOrd="0" destOrd="0" presId="urn:microsoft.com/office/officeart/2005/8/layout/default"/>
    <dgm:cxn modelId="{F46EACC9-94D7-46D5-8B23-07F4E442AC70}" type="presOf" srcId="{915B1DA5-DA9F-4C8B-A887-A271AF5A029F}" destId="{E645A666-6260-4CFB-9DD0-E20775F160C2}" srcOrd="0" destOrd="0" presId="urn:microsoft.com/office/officeart/2005/8/layout/default"/>
    <dgm:cxn modelId="{841BADE0-A681-48B6-8348-F7FEFB55142E}" type="presOf" srcId="{AF77AC83-32E4-4AEF-A597-618CDBFF7FB0}" destId="{264CBA5E-9942-44FE-8D6C-219B96C56566}" srcOrd="0" destOrd="0" presId="urn:microsoft.com/office/officeart/2005/8/layout/default"/>
    <dgm:cxn modelId="{EDEB9DF3-CBDF-434D-A56A-9393C27DA1AC}" srcId="{CF3240D4-67EB-4EA7-ACB0-C526D6F3A30C}" destId="{85D085CE-205A-440E-902E-6FF27BEAAC93}" srcOrd="7" destOrd="0" parTransId="{4A0D071C-3521-450E-A46B-529052D00607}" sibTransId="{C4C94B9C-F100-411C-9E41-C60CFB748CBF}"/>
    <dgm:cxn modelId="{B9176164-520C-4051-B3BA-9F841D9C263E}" type="presParOf" srcId="{51223CED-F136-45A3-A85E-E5D816D951D0}" destId="{36C1B3F5-C6FB-429B-A224-3F16155CF125}" srcOrd="0" destOrd="0" presId="urn:microsoft.com/office/officeart/2005/8/layout/default"/>
    <dgm:cxn modelId="{D3D80E0F-891B-4DF9-8278-796D8441976E}" type="presParOf" srcId="{51223CED-F136-45A3-A85E-E5D816D951D0}" destId="{B33C7BF8-9DF7-4CF7-B1C8-1B6197834F43}" srcOrd="1" destOrd="0" presId="urn:microsoft.com/office/officeart/2005/8/layout/default"/>
    <dgm:cxn modelId="{C663E1ED-3A67-49A1-A5D2-2220DEED3409}" type="presParOf" srcId="{51223CED-F136-45A3-A85E-E5D816D951D0}" destId="{E645A666-6260-4CFB-9DD0-E20775F160C2}" srcOrd="2" destOrd="0" presId="urn:microsoft.com/office/officeart/2005/8/layout/default"/>
    <dgm:cxn modelId="{10E08401-BE00-4D27-9FE4-9E165C497376}" type="presParOf" srcId="{51223CED-F136-45A3-A85E-E5D816D951D0}" destId="{E5ECA06C-2426-476A-B48B-CDEEC4D87D06}" srcOrd="3" destOrd="0" presId="urn:microsoft.com/office/officeart/2005/8/layout/default"/>
    <dgm:cxn modelId="{A40EADC4-69C7-42A5-88D0-DB7C5403028E}" type="presParOf" srcId="{51223CED-F136-45A3-A85E-E5D816D951D0}" destId="{BFFF5C4A-8DC4-468A-90EA-45A5FB4E8222}" srcOrd="4" destOrd="0" presId="urn:microsoft.com/office/officeart/2005/8/layout/default"/>
    <dgm:cxn modelId="{E6F6D416-A39B-4E79-AEF5-A4120662D9CC}" type="presParOf" srcId="{51223CED-F136-45A3-A85E-E5D816D951D0}" destId="{B60E377F-A25F-4C74-85AC-8CDAEFCDB62C}" srcOrd="5" destOrd="0" presId="urn:microsoft.com/office/officeart/2005/8/layout/default"/>
    <dgm:cxn modelId="{E302CC64-38AA-412C-967B-783F7A11D603}" type="presParOf" srcId="{51223CED-F136-45A3-A85E-E5D816D951D0}" destId="{3AF5ADE8-FC6C-43A6-A89C-77EECAC58934}" srcOrd="6" destOrd="0" presId="urn:microsoft.com/office/officeart/2005/8/layout/default"/>
    <dgm:cxn modelId="{085D18AA-BEF2-4D28-9598-EB1072076431}" type="presParOf" srcId="{51223CED-F136-45A3-A85E-E5D816D951D0}" destId="{588C55B0-16B5-4D75-B4EA-98D860613423}" srcOrd="7" destOrd="0" presId="urn:microsoft.com/office/officeart/2005/8/layout/default"/>
    <dgm:cxn modelId="{A8EEF15D-3349-490F-875B-5F8E66F6C6DB}" type="presParOf" srcId="{51223CED-F136-45A3-A85E-E5D816D951D0}" destId="{5E6ADCC5-D59E-4549-9FA4-60A883C8DAC2}" srcOrd="8" destOrd="0" presId="urn:microsoft.com/office/officeart/2005/8/layout/default"/>
    <dgm:cxn modelId="{BD605887-2CEF-4180-B259-080F00FDD283}" type="presParOf" srcId="{51223CED-F136-45A3-A85E-E5D816D951D0}" destId="{96D43080-9668-4603-BA38-2E95B2FEC582}" srcOrd="9" destOrd="0" presId="urn:microsoft.com/office/officeart/2005/8/layout/default"/>
    <dgm:cxn modelId="{C1E91AAE-D96D-4879-8102-0B1230D03441}" type="presParOf" srcId="{51223CED-F136-45A3-A85E-E5D816D951D0}" destId="{264CBA5E-9942-44FE-8D6C-219B96C56566}" srcOrd="10" destOrd="0" presId="urn:microsoft.com/office/officeart/2005/8/layout/default"/>
    <dgm:cxn modelId="{632C78E7-714C-4108-8627-8781DB4D2BB5}" type="presParOf" srcId="{51223CED-F136-45A3-A85E-E5D816D951D0}" destId="{1B5395A7-4519-4FE6-95B5-7C7D8B2FC773}" srcOrd="11" destOrd="0" presId="urn:microsoft.com/office/officeart/2005/8/layout/default"/>
    <dgm:cxn modelId="{464392AB-2E23-4D1F-8993-1E27310FC84D}" type="presParOf" srcId="{51223CED-F136-45A3-A85E-E5D816D951D0}" destId="{84B9F229-FD8C-4F7F-8FF6-62236A7C4CB4}" srcOrd="12" destOrd="0" presId="urn:microsoft.com/office/officeart/2005/8/layout/default"/>
    <dgm:cxn modelId="{9C20496E-099C-4C97-B88B-A1589332B9CB}" type="presParOf" srcId="{51223CED-F136-45A3-A85E-E5D816D951D0}" destId="{F132535F-FB33-43A0-B86D-D0C42FEBD8D9}" srcOrd="13" destOrd="0" presId="urn:microsoft.com/office/officeart/2005/8/layout/default"/>
    <dgm:cxn modelId="{DA1D4849-AB42-45CC-B019-DFA8E6CDFB49}" type="presParOf" srcId="{51223CED-F136-45A3-A85E-E5D816D951D0}" destId="{1B93EB35-55DE-4FAE-AD44-FB7C426E81E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90D4209-A052-4560-A367-0A6A92D2917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A453229-4C4F-4940-9095-9298B98201AB}">
      <dgm:prSet/>
      <dgm:spPr/>
      <dgm:t>
        <a:bodyPr/>
        <a:lstStyle/>
        <a:p>
          <a:r>
            <a:rPr lang="en-US"/>
            <a:t>Learn latest threats and technologies</a:t>
          </a:r>
        </a:p>
      </dgm:t>
    </dgm:pt>
    <dgm:pt modelId="{75F6466C-9CD7-4117-875D-2EC042203B8A}" type="parTrans" cxnId="{2076F092-9A69-4150-8909-E7EB479C9003}">
      <dgm:prSet/>
      <dgm:spPr/>
      <dgm:t>
        <a:bodyPr/>
        <a:lstStyle/>
        <a:p>
          <a:endParaRPr lang="en-US"/>
        </a:p>
      </dgm:t>
    </dgm:pt>
    <dgm:pt modelId="{0B7DE581-6765-4A35-8888-F24A25B4F69F}" type="sibTrans" cxnId="{2076F092-9A69-4150-8909-E7EB479C9003}">
      <dgm:prSet/>
      <dgm:spPr/>
      <dgm:t>
        <a:bodyPr/>
        <a:lstStyle/>
        <a:p>
          <a:endParaRPr lang="en-US"/>
        </a:p>
      </dgm:t>
    </dgm:pt>
    <dgm:pt modelId="{C634A544-E7B1-4D92-835D-BCA2B8BC78A9}">
      <dgm:prSet/>
      <dgm:spPr/>
      <dgm:t>
        <a:bodyPr/>
        <a:lstStyle/>
        <a:p>
          <a:r>
            <a:rPr lang="en-US"/>
            <a:t>Network with professionals</a:t>
          </a:r>
        </a:p>
      </dgm:t>
    </dgm:pt>
    <dgm:pt modelId="{F7E08307-C262-42A2-AFA8-F4EDF972CEC5}" type="parTrans" cxnId="{B320A6D7-13BE-4DE5-B90B-1ED8D7A375FF}">
      <dgm:prSet/>
      <dgm:spPr/>
      <dgm:t>
        <a:bodyPr/>
        <a:lstStyle/>
        <a:p>
          <a:endParaRPr lang="en-US"/>
        </a:p>
      </dgm:t>
    </dgm:pt>
    <dgm:pt modelId="{DF996687-0B87-4ED0-99D7-B7F2D5041BB8}" type="sibTrans" cxnId="{B320A6D7-13BE-4DE5-B90B-1ED8D7A375FF}">
      <dgm:prSet/>
      <dgm:spPr/>
      <dgm:t>
        <a:bodyPr/>
        <a:lstStyle/>
        <a:p>
          <a:endParaRPr lang="en-US"/>
        </a:p>
      </dgm:t>
    </dgm:pt>
    <dgm:pt modelId="{CC3A7934-FA75-4102-82D6-AA79C6D8F44E}">
      <dgm:prSet/>
      <dgm:spPr/>
      <dgm:t>
        <a:bodyPr/>
        <a:lstStyle/>
        <a:p>
          <a:r>
            <a:rPr lang="en-US"/>
            <a:t>Discover career opportunities</a:t>
          </a:r>
        </a:p>
      </dgm:t>
    </dgm:pt>
    <dgm:pt modelId="{BBC66890-41C7-403D-8E2D-C9B1056AA190}" type="parTrans" cxnId="{C363AAA2-7DDC-41E7-BD20-0FA5E4097B2F}">
      <dgm:prSet/>
      <dgm:spPr/>
      <dgm:t>
        <a:bodyPr/>
        <a:lstStyle/>
        <a:p>
          <a:endParaRPr lang="en-US"/>
        </a:p>
      </dgm:t>
    </dgm:pt>
    <dgm:pt modelId="{957B1CD5-29D9-4780-A896-EE008584DC46}" type="sibTrans" cxnId="{C363AAA2-7DDC-41E7-BD20-0FA5E4097B2F}">
      <dgm:prSet/>
      <dgm:spPr/>
      <dgm:t>
        <a:bodyPr/>
        <a:lstStyle/>
        <a:p>
          <a:endParaRPr lang="en-US"/>
        </a:p>
      </dgm:t>
    </dgm:pt>
    <dgm:pt modelId="{2DBD3B00-5E8F-4406-AD32-D83527E65244}">
      <dgm:prSet/>
      <dgm:spPr/>
      <dgm:t>
        <a:bodyPr/>
        <a:lstStyle/>
        <a:p>
          <a:r>
            <a:rPr lang="en-US"/>
            <a:t>Participate in workshops and labs</a:t>
          </a:r>
        </a:p>
      </dgm:t>
    </dgm:pt>
    <dgm:pt modelId="{EFB80E86-05B2-4561-886C-E1153E827EF6}" type="parTrans" cxnId="{847A2A41-9D46-46E5-8B04-B53EA6F147F4}">
      <dgm:prSet/>
      <dgm:spPr/>
      <dgm:t>
        <a:bodyPr/>
        <a:lstStyle/>
        <a:p>
          <a:endParaRPr lang="en-US"/>
        </a:p>
      </dgm:t>
    </dgm:pt>
    <dgm:pt modelId="{9D2D2C2C-FCA9-4245-85B7-767713F5D1E3}" type="sibTrans" cxnId="{847A2A41-9D46-46E5-8B04-B53EA6F147F4}">
      <dgm:prSet/>
      <dgm:spPr/>
      <dgm:t>
        <a:bodyPr/>
        <a:lstStyle/>
        <a:p>
          <a:endParaRPr lang="en-US"/>
        </a:p>
      </dgm:t>
    </dgm:pt>
    <dgm:pt modelId="{99810400-4808-478E-B9C2-79E895883207}">
      <dgm:prSet/>
      <dgm:spPr/>
      <dgm:t>
        <a:bodyPr/>
        <a:lstStyle/>
        <a:p>
          <a:r>
            <a:rPr lang="en-US"/>
            <a:t>Gain exposure to real-world case studies</a:t>
          </a:r>
        </a:p>
      </dgm:t>
    </dgm:pt>
    <dgm:pt modelId="{2050CD8A-99D7-4853-9184-56A712974F8D}" type="parTrans" cxnId="{257B556D-63D4-4E8E-AF11-DDE051B00723}">
      <dgm:prSet/>
      <dgm:spPr/>
      <dgm:t>
        <a:bodyPr/>
        <a:lstStyle/>
        <a:p>
          <a:endParaRPr lang="en-US"/>
        </a:p>
      </dgm:t>
    </dgm:pt>
    <dgm:pt modelId="{F1F5F650-2D9E-4F2C-AEEB-2979C4B5DA8D}" type="sibTrans" cxnId="{257B556D-63D4-4E8E-AF11-DDE051B00723}">
      <dgm:prSet/>
      <dgm:spPr/>
      <dgm:t>
        <a:bodyPr/>
        <a:lstStyle/>
        <a:p>
          <a:endParaRPr lang="en-US"/>
        </a:p>
      </dgm:t>
    </dgm:pt>
    <dgm:pt modelId="{E5F65598-44B7-4760-B1FF-0A1FFA30FEC2}" type="pres">
      <dgm:prSet presAssocID="{C90D4209-A052-4560-A367-0A6A92D29179}" presName="root" presStyleCnt="0">
        <dgm:presLayoutVars>
          <dgm:dir/>
          <dgm:resizeHandles val="exact"/>
        </dgm:presLayoutVars>
      </dgm:prSet>
      <dgm:spPr/>
    </dgm:pt>
    <dgm:pt modelId="{0F15C04B-C802-48D5-AAFE-E66A8A4ABD00}" type="pres">
      <dgm:prSet presAssocID="{8A453229-4C4F-4940-9095-9298B98201AB}" presName="compNode" presStyleCnt="0"/>
      <dgm:spPr/>
    </dgm:pt>
    <dgm:pt modelId="{68F8300D-B040-4A34-AF39-98B8D9AB979B}" type="pres">
      <dgm:prSet presAssocID="{8A453229-4C4F-4940-9095-9298B98201AB}" presName="bgRect" presStyleLbl="bgShp" presStyleIdx="0" presStyleCnt="5"/>
      <dgm:spPr/>
    </dgm:pt>
    <dgm:pt modelId="{2ECFDC21-96BB-47CF-826D-A6A6BAA9BBA0}" type="pres">
      <dgm:prSet presAssocID="{8A453229-4C4F-4940-9095-9298B98201A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D8ED7C7-41FD-4596-9BD9-5396ACAED70D}" type="pres">
      <dgm:prSet presAssocID="{8A453229-4C4F-4940-9095-9298B98201AB}" presName="spaceRect" presStyleCnt="0"/>
      <dgm:spPr/>
    </dgm:pt>
    <dgm:pt modelId="{DC6391E9-CC07-4630-9CC7-0126131D3493}" type="pres">
      <dgm:prSet presAssocID="{8A453229-4C4F-4940-9095-9298B98201AB}" presName="parTx" presStyleLbl="revTx" presStyleIdx="0" presStyleCnt="5">
        <dgm:presLayoutVars>
          <dgm:chMax val="0"/>
          <dgm:chPref val="0"/>
        </dgm:presLayoutVars>
      </dgm:prSet>
      <dgm:spPr/>
    </dgm:pt>
    <dgm:pt modelId="{25A365EE-B7D9-45BB-96CC-0FFA9488475C}" type="pres">
      <dgm:prSet presAssocID="{0B7DE581-6765-4A35-8888-F24A25B4F69F}" presName="sibTrans" presStyleCnt="0"/>
      <dgm:spPr/>
    </dgm:pt>
    <dgm:pt modelId="{BC44A316-B8CB-43F8-ACEC-CD65A70BF71F}" type="pres">
      <dgm:prSet presAssocID="{C634A544-E7B1-4D92-835D-BCA2B8BC78A9}" presName="compNode" presStyleCnt="0"/>
      <dgm:spPr/>
    </dgm:pt>
    <dgm:pt modelId="{7AD739D7-5D30-48EC-9538-0D79E466E666}" type="pres">
      <dgm:prSet presAssocID="{C634A544-E7B1-4D92-835D-BCA2B8BC78A9}" presName="bgRect" presStyleLbl="bgShp" presStyleIdx="1" presStyleCnt="5"/>
      <dgm:spPr/>
    </dgm:pt>
    <dgm:pt modelId="{F7C50808-C2B2-4EC7-BF30-D9C200666D5F}" type="pres">
      <dgm:prSet presAssocID="{C634A544-E7B1-4D92-835D-BCA2B8BC78A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2497E48-1539-42B5-B8BE-3E0E0C555C82}" type="pres">
      <dgm:prSet presAssocID="{C634A544-E7B1-4D92-835D-BCA2B8BC78A9}" presName="spaceRect" presStyleCnt="0"/>
      <dgm:spPr/>
    </dgm:pt>
    <dgm:pt modelId="{16D056B8-652F-44C9-B481-7EB48C030101}" type="pres">
      <dgm:prSet presAssocID="{C634A544-E7B1-4D92-835D-BCA2B8BC78A9}" presName="parTx" presStyleLbl="revTx" presStyleIdx="1" presStyleCnt="5">
        <dgm:presLayoutVars>
          <dgm:chMax val="0"/>
          <dgm:chPref val="0"/>
        </dgm:presLayoutVars>
      </dgm:prSet>
      <dgm:spPr/>
    </dgm:pt>
    <dgm:pt modelId="{9AA55885-0C70-4EF7-AD59-734A2045EBF4}" type="pres">
      <dgm:prSet presAssocID="{DF996687-0B87-4ED0-99D7-B7F2D5041BB8}" presName="sibTrans" presStyleCnt="0"/>
      <dgm:spPr/>
    </dgm:pt>
    <dgm:pt modelId="{F9F0261A-4A00-454D-9D08-2FAAA620E35C}" type="pres">
      <dgm:prSet presAssocID="{CC3A7934-FA75-4102-82D6-AA79C6D8F44E}" presName="compNode" presStyleCnt="0"/>
      <dgm:spPr/>
    </dgm:pt>
    <dgm:pt modelId="{88918CEB-5FBA-4F4F-83B1-D8D486B3AA92}" type="pres">
      <dgm:prSet presAssocID="{CC3A7934-FA75-4102-82D6-AA79C6D8F44E}" presName="bgRect" presStyleLbl="bgShp" presStyleIdx="2" presStyleCnt="5"/>
      <dgm:spPr/>
    </dgm:pt>
    <dgm:pt modelId="{5C92DED9-519E-4042-84EE-308D13E3A227}" type="pres">
      <dgm:prSet presAssocID="{CC3A7934-FA75-4102-82D6-AA79C6D8F44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efcase"/>
        </a:ext>
      </dgm:extLst>
    </dgm:pt>
    <dgm:pt modelId="{C0239C45-6C99-4314-AE19-45DC2AFCE166}" type="pres">
      <dgm:prSet presAssocID="{CC3A7934-FA75-4102-82D6-AA79C6D8F44E}" presName="spaceRect" presStyleCnt="0"/>
      <dgm:spPr/>
    </dgm:pt>
    <dgm:pt modelId="{5270C5A1-78E3-428F-87E4-B8F69383A1F4}" type="pres">
      <dgm:prSet presAssocID="{CC3A7934-FA75-4102-82D6-AA79C6D8F44E}" presName="parTx" presStyleLbl="revTx" presStyleIdx="2" presStyleCnt="5">
        <dgm:presLayoutVars>
          <dgm:chMax val="0"/>
          <dgm:chPref val="0"/>
        </dgm:presLayoutVars>
      </dgm:prSet>
      <dgm:spPr/>
    </dgm:pt>
    <dgm:pt modelId="{92F5DBD3-BF3D-458D-8109-BDC087825F0B}" type="pres">
      <dgm:prSet presAssocID="{957B1CD5-29D9-4780-A896-EE008584DC46}" presName="sibTrans" presStyleCnt="0"/>
      <dgm:spPr/>
    </dgm:pt>
    <dgm:pt modelId="{F26C528C-E699-4E18-9A62-EE7F9FB0319F}" type="pres">
      <dgm:prSet presAssocID="{2DBD3B00-5E8F-4406-AD32-D83527E65244}" presName="compNode" presStyleCnt="0"/>
      <dgm:spPr/>
    </dgm:pt>
    <dgm:pt modelId="{B0D89051-F5E6-4501-930E-36CB822914FA}" type="pres">
      <dgm:prSet presAssocID="{2DBD3B00-5E8F-4406-AD32-D83527E65244}" presName="bgRect" presStyleLbl="bgShp" presStyleIdx="3" presStyleCnt="5"/>
      <dgm:spPr/>
    </dgm:pt>
    <dgm:pt modelId="{1215CCBA-9A0D-4192-B609-2520DA9253DE}" type="pres">
      <dgm:prSet presAssocID="{2DBD3B00-5E8F-4406-AD32-D83527E6524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BBF9DE6D-EC5E-4AD7-8196-5C6668E70F20}" type="pres">
      <dgm:prSet presAssocID="{2DBD3B00-5E8F-4406-AD32-D83527E65244}" presName="spaceRect" presStyleCnt="0"/>
      <dgm:spPr/>
    </dgm:pt>
    <dgm:pt modelId="{946CEC64-5EFA-4178-9B0E-C4190CAB5896}" type="pres">
      <dgm:prSet presAssocID="{2DBD3B00-5E8F-4406-AD32-D83527E65244}" presName="parTx" presStyleLbl="revTx" presStyleIdx="3" presStyleCnt="5">
        <dgm:presLayoutVars>
          <dgm:chMax val="0"/>
          <dgm:chPref val="0"/>
        </dgm:presLayoutVars>
      </dgm:prSet>
      <dgm:spPr/>
    </dgm:pt>
    <dgm:pt modelId="{E9ABDCE7-9D0F-4BC6-B21F-70C5D05F37F7}" type="pres">
      <dgm:prSet presAssocID="{9D2D2C2C-FCA9-4245-85B7-767713F5D1E3}" presName="sibTrans" presStyleCnt="0"/>
      <dgm:spPr/>
    </dgm:pt>
    <dgm:pt modelId="{6979D6F8-122D-48C1-9842-832E8970CD45}" type="pres">
      <dgm:prSet presAssocID="{99810400-4808-478E-B9C2-79E895883207}" presName="compNode" presStyleCnt="0"/>
      <dgm:spPr/>
    </dgm:pt>
    <dgm:pt modelId="{2A1043B1-086C-4B04-AEDB-69591E4446F0}" type="pres">
      <dgm:prSet presAssocID="{99810400-4808-478E-B9C2-79E895883207}" presName="bgRect" presStyleLbl="bgShp" presStyleIdx="4" presStyleCnt="5"/>
      <dgm:spPr/>
    </dgm:pt>
    <dgm:pt modelId="{10E27309-F6FC-4347-BF69-E2743E30A0A9}" type="pres">
      <dgm:prSet presAssocID="{99810400-4808-478E-B9C2-79E89588320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3591A61-7C1D-4BDB-8143-23F520C1F2B9}" type="pres">
      <dgm:prSet presAssocID="{99810400-4808-478E-B9C2-79E895883207}" presName="spaceRect" presStyleCnt="0"/>
      <dgm:spPr/>
    </dgm:pt>
    <dgm:pt modelId="{C93E486E-CF46-484D-BBC3-3E034410FCA9}" type="pres">
      <dgm:prSet presAssocID="{99810400-4808-478E-B9C2-79E89588320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3544204-F6AE-4F0B-96B6-6E96E36F68A4}" type="presOf" srcId="{8A453229-4C4F-4940-9095-9298B98201AB}" destId="{DC6391E9-CC07-4630-9CC7-0126131D3493}" srcOrd="0" destOrd="0" presId="urn:microsoft.com/office/officeart/2018/2/layout/IconVerticalSolidList"/>
    <dgm:cxn modelId="{847A2A41-9D46-46E5-8B04-B53EA6F147F4}" srcId="{C90D4209-A052-4560-A367-0A6A92D29179}" destId="{2DBD3B00-5E8F-4406-AD32-D83527E65244}" srcOrd="3" destOrd="0" parTransId="{EFB80E86-05B2-4561-886C-E1153E827EF6}" sibTransId="{9D2D2C2C-FCA9-4245-85B7-767713F5D1E3}"/>
    <dgm:cxn modelId="{2389B342-1AF7-4A7C-AD05-0F26D9493673}" type="presOf" srcId="{2DBD3B00-5E8F-4406-AD32-D83527E65244}" destId="{946CEC64-5EFA-4178-9B0E-C4190CAB5896}" srcOrd="0" destOrd="0" presId="urn:microsoft.com/office/officeart/2018/2/layout/IconVerticalSolidList"/>
    <dgm:cxn modelId="{257B556D-63D4-4E8E-AF11-DDE051B00723}" srcId="{C90D4209-A052-4560-A367-0A6A92D29179}" destId="{99810400-4808-478E-B9C2-79E895883207}" srcOrd="4" destOrd="0" parTransId="{2050CD8A-99D7-4853-9184-56A712974F8D}" sibTransId="{F1F5F650-2D9E-4F2C-AEEB-2979C4B5DA8D}"/>
    <dgm:cxn modelId="{04D81883-164F-4C62-B612-CC02E5EC9A81}" type="presOf" srcId="{C634A544-E7B1-4D92-835D-BCA2B8BC78A9}" destId="{16D056B8-652F-44C9-B481-7EB48C030101}" srcOrd="0" destOrd="0" presId="urn:microsoft.com/office/officeart/2018/2/layout/IconVerticalSolidList"/>
    <dgm:cxn modelId="{2076F092-9A69-4150-8909-E7EB479C9003}" srcId="{C90D4209-A052-4560-A367-0A6A92D29179}" destId="{8A453229-4C4F-4940-9095-9298B98201AB}" srcOrd="0" destOrd="0" parTransId="{75F6466C-9CD7-4117-875D-2EC042203B8A}" sibTransId="{0B7DE581-6765-4A35-8888-F24A25B4F69F}"/>
    <dgm:cxn modelId="{C363AAA2-7DDC-41E7-BD20-0FA5E4097B2F}" srcId="{C90D4209-A052-4560-A367-0A6A92D29179}" destId="{CC3A7934-FA75-4102-82D6-AA79C6D8F44E}" srcOrd="2" destOrd="0" parTransId="{BBC66890-41C7-403D-8E2D-C9B1056AA190}" sibTransId="{957B1CD5-29D9-4780-A896-EE008584DC46}"/>
    <dgm:cxn modelId="{9ED4CCA9-AB9F-4F13-A627-666ED791784E}" type="presOf" srcId="{C90D4209-A052-4560-A367-0A6A92D29179}" destId="{E5F65598-44B7-4760-B1FF-0A1FFA30FEC2}" srcOrd="0" destOrd="0" presId="urn:microsoft.com/office/officeart/2018/2/layout/IconVerticalSolidList"/>
    <dgm:cxn modelId="{E338C0B3-7CA3-4A63-B5A9-2C0A642B11EA}" type="presOf" srcId="{CC3A7934-FA75-4102-82D6-AA79C6D8F44E}" destId="{5270C5A1-78E3-428F-87E4-B8F69383A1F4}" srcOrd="0" destOrd="0" presId="urn:microsoft.com/office/officeart/2018/2/layout/IconVerticalSolidList"/>
    <dgm:cxn modelId="{F0667ACF-73EA-48CF-BCAA-7D66F5D3DE79}" type="presOf" srcId="{99810400-4808-478E-B9C2-79E895883207}" destId="{C93E486E-CF46-484D-BBC3-3E034410FCA9}" srcOrd="0" destOrd="0" presId="urn:microsoft.com/office/officeart/2018/2/layout/IconVerticalSolidList"/>
    <dgm:cxn modelId="{B320A6D7-13BE-4DE5-B90B-1ED8D7A375FF}" srcId="{C90D4209-A052-4560-A367-0A6A92D29179}" destId="{C634A544-E7B1-4D92-835D-BCA2B8BC78A9}" srcOrd="1" destOrd="0" parTransId="{F7E08307-C262-42A2-AFA8-F4EDF972CEC5}" sibTransId="{DF996687-0B87-4ED0-99D7-B7F2D5041BB8}"/>
    <dgm:cxn modelId="{DD1C5A20-543F-441B-B08C-CF5378D565E1}" type="presParOf" srcId="{E5F65598-44B7-4760-B1FF-0A1FFA30FEC2}" destId="{0F15C04B-C802-48D5-AAFE-E66A8A4ABD00}" srcOrd="0" destOrd="0" presId="urn:microsoft.com/office/officeart/2018/2/layout/IconVerticalSolidList"/>
    <dgm:cxn modelId="{270349A9-FCF7-412F-9457-CC36B8A84827}" type="presParOf" srcId="{0F15C04B-C802-48D5-AAFE-E66A8A4ABD00}" destId="{68F8300D-B040-4A34-AF39-98B8D9AB979B}" srcOrd="0" destOrd="0" presId="urn:microsoft.com/office/officeart/2018/2/layout/IconVerticalSolidList"/>
    <dgm:cxn modelId="{8B351ED3-8CB5-4328-ACA7-00F43F76F181}" type="presParOf" srcId="{0F15C04B-C802-48D5-AAFE-E66A8A4ABD00}" destId="{2ECFDC21-96BB-47CF-826D-A6A6BAA9BBA0}" srcOrd="1" destOrd="0" presId="urn:microsoft.com/office/officeart/2018/2/layout/IconVerticalSolidList"/>
    <dgm:cxn modelId="{57BD6E31-F18D-4201-A26F-A3A0DCEF3E92}" type="presParOf" srcId="{0F15C04B-C802-48D5-AAFE-E66A8A4ABD00}" destId="{FD8ED7C7-41FD-4596-9BD9-5396ACAED70D}" srcOrd="2" destOrd="0" presId="urn:microsoft.com/office/officeart/2018/2/layout/IconVerticalSolidList"/>
    <dgm:cxn modelId="{5DF1874A-F764-44C0-8DA8-FEA3B4F90A2F}" type="presParOf" srcId="{0F15C04B-C802-48D5-AAFE-E66A8A4ABD00}" destId="{DC6391E9-CC07-4630-9CC7-0126131D3493}" srcOrd="3" destOrd="0" presId="urn:microsoft.com/office/officeart/2018/2/layout/IconVerticalSolidList"/>
    <dgm:cxn modelId="{0BD3EB33-9A21-445D-B072-22554173C885}" type="presParOf" srcId="{E5F65598-44B7-4760-B1FF-0A1FFA30FEC2}" destId="{25A365EE-B7D9-45BB-96CC-0FFA9488475C}" srcOrd="1" destOrd="0" presId="urn:microsoft.com/office/officeart/2018/2/layout/IconVerticalSolidList"/>
    <dgm:cxn modelId="{BA1887B8-5FBE-4B51-9679-B1822BEEFB31}" type="presParOf" srcId="{E5F65598-44B7-4760-B1FF-0A1FFA30FEC2}" destId="{BC44A316-B8CB-43F8-ACEC-CD65A70BF71F}" srcOrd="2" destOrd="0" presId="urn:microsoft.com/office/officeart/2018/2/layout/IconVerticalSolidList"/>
    <dgm:cxn modelId="{3B5F103E-7737-45B6-B15B-DE8BE6344931}" type="presParOf" srcId="{BC44A316-B8CB-43F8-ACEC-CD65A70BF71F}" destId="{7AD739D7-5D30-48EC-9538-0D79E466E666}" srcOrd="0" destOrd="0" presId="urn:microsoft.com/office/officeart/2018/2/layout/IconVerticalSolidList"/>
    <dgm:cxn modelId="{ED7C118C-7F13-4E48-8532-D611007BF2A5}" type="presParOf" srcId="{BC44A316-B8CB-43F8-ACEC-CD65A70BF71F}" destId="{F7C50808-C2B2-4EC7-BF30-D9C200666D5F}" srcOrd="1" destOrd="0" presId="urn:microsoft.com/office/officeart/2018/2/layout/IconVerticalSolidList"/>
    <dgm:cxn modelId="{F1DC8BC9-CB0C-41A7-8D5C-AD539AE85570}" type="presParOf" srcId="{BC44A316-B8CB-43F8-ACEC-CD65A70BF71F}" destId="{02497E48-1539-42B5-B8BE-3E0E0C555C82}" srcOrd="2" destOrd="0" presId="urn:microsoft.com/office/officeart/2018/2/layout/IconVerticalSolidList"/>
    <dgm:cxn modelId="{9497F6DB-13E6-4DF3-9560-94CD43B8F710}" type="presParOf" srcId="{BC44A316-B8CB-43F8-ACEC-CD65A70BF71F}" destId="{16D056B8-652F-44C9-B481-7EB48C030101}" srcOrd="3" destOrd="0" presId="urn:microsoft.com/office/officeart/2018/2/layout/IconVerticalSolidList"/>
    <dgm:cxn modelId="{E85721ED-C774-41A8-9467-0C05AE3105E0}" type="presParOf" srcId="{E5F65598-44B7-4760-B1FF-0A1FFA30FEC2}" destId="{9AA55885-0C70-4EF7-AD59-734A2045EBF4}" srcOrd="3" destOrd="0" presId="urn:microsoft.com/office/officeart/2018/2/layout/IconVerticalSolidList"/>
    <dgm:cxn modelId="{85FCFE68-A9B0-4AFD-849D-C57009CE42FC}" type="presParOf" srcId="{E5F65598-44B7-4760-B1FF-0A1FFA30FEC2}" destId="{F9F0261A-4A00-454D-9D08-2FAAA620E35C}" srcOrd="4" destOrd="0" presId="urn:microsoft.com/office/officeart/2018/2/layout/IconVerticalSolidList"/>
    <dgm:cxn modelId="{102E1C8A-FAFD-4732-B109-B7C3F331D3F1}" type="presParOf" srcId="{F9F0261A-4A00-454D-9D08-2FAAA620E35C}" destId="{88918CEB-5FBA-4F4F-83B1-D8D486B3AA92}" srcOrd="0" destOrd="0" presId="urn:microsoft.com/office/officeart/2018/2/layout/IconVerticalSolidList"/>
    <dgm:cxn modelId="{B6A90E43-28B0-487C-ADB8-07FCBA2918DB}" type="presParOf" srcId="{F9F0261A-4A00-454D-9D08-2FAAA620E35C}" destId="{5C92DED9-519E-4042-84EE-308D13E3A227}" srcOrd="1" destOrd="0" presId="urn:microsoft.com/office/officeart/2018/2/layout/IconVerticalSolidList"/>
    <dgm:cxn modelId="{2CC085B1-3046-4421-992A-DE3579E9E40C}" type="presParOf" srcId="{F9F0261A-4A00-454D-9D08-2FAAA620E35C}" destId="{C0239C45-6C99-4314-AE19-45DC2AFCE166}" srcOrd="2" destOrd="0" presId="urn:microsoft.com/office/officeart/2018/2/layout/IconVerticalSolidList"/>
    <dgm:cxn modelId="{8F819844-7DA3-464C-9C59-FCA7388453D9}" type="presParOf" srcId="{F9F0261A-4A00-454D-9D08-2FAAA620E35C}" destId="{5270C5A1-78E3-428F-87E4-B8F69383A1F4}" srcOrd="3" destOrd="0" presId="urn:microsoft.com/office/officeart/2018/2/layout/IconVerticalSolidList"/>
    <dgm:cxn modelId="{8FD0DB65-31DF-4E2B-904B-6DD775AA3BA3}" type="presParOf" srcId="{E5F65598-44B7-4760-B1FF-0A1FFA30FEC2}" destId="{92F5DBD3-BF3D-458D-8109-BDC087825F0B}" srcOrd="5" destOrd="0" presId="urn:microsoft.com/office/officeart/2018/2/layout/IconVerticalSolidList"/>
    <dgm:cxn modelId="{742CC6BF-B715-4876-AC52-D3460E4BCFEB}" type="presParOf" srcId="{E5F65598-44B7-4760-B1FF-0A1FFA30FEC2}" destId="{F26C528C-E699-4E18-9A62-EE7F9FB0319F}" srcOrd="6" destOrd="0" presId="urn:microsoft.com/office/officeart/2018/2/layout/IconVerticalSolidList"/>
    <dgm:cxn modelId="{BFCAF666-7CF2-45AD-B352-55EAFB867AEE}" type="presParOf" srcId="{F26C528C-E699-4E18-9A62-EE7F9FB0319F}" destId="{B0D89051-F5E6-4501-930E-36CB822914FA}" srcOrd="0" destOrd="0" presId="urn:microsoft.com/office/officeart/2018/2/layout/IconVerticalSolidList"/>
    <dgm:cxn modelId="{C0E4E241-5930-4585-BB2A-70C59BB7B1F6}" type="presParOf" srcId="{F26C528C-E699-4E18-9A62-EE7F9FB0319F}" destId="{1215CCBA-9A0D-4192-B609-2520DA9253DE}" srcOrd="1" destOrd="0" presId="urn:microsoft.com/office/officeart/2018/2/layout/IconVerticalSolidList"/>
    <dgm:cxn modelId="{64402DD4-9E1C-401D-9BC5-07334EAEC5EC}" type="presParOf" srcId="{F26C528C-E699-4E18-9A62-EE7F9FB0319F}" destId="{BBF9DE6D-EC5E-4AD7-8196-5C6668E70F20}" srcOrd="2" destOrd="0" presId="urn:microsoft.com/office/officeart/2018/2/layout/IconVerticalSolidList"/>
    <dgm:cxn modelId="{30651891-133E-46F0-809B-9ACEB9C7956A}" type="presParOf" srcId="{F26C528C-E699-4E18-9A62-EE7F9FB0319F}" destId="{946CEC64-5EFA-4178-9B0E-C4190CAB5896}" srcOrd="3" destOrd="0" presId="urn:microsoft.com/office/officeart/2018/2/layout/IconVerticalSolidList"/>
    <dgm:cxn modelId="{F5A22642-0DAB-4B16-B3D3-A812E24E2B38}" type="presParOf" srcId="{E5F65598-44B7-4760-B1FF-0A1FFA30FEC2}" destId="{E9ABDCE7-9D0F-4BC6-B21F-70C5D05F37F7}" srcOrd="7" destOrd="0" presId="urn:microsoft.com/office/officeart/2018/2/layout/IconVerticalSolidList"/>
    <dgm:cxn modelId="{659F46FF-EE61-4758-A8BA-0C9D0B64C058}" type="presParOf" srcId="{E5F65598-44B7-4760-B1FF-0A1FFA30FEC2}" destId="{6979D6F8-122D-48C1-9842-832E8970CD45}" srcOrd="8" destOrd="0" presId="urn:microsoft.com/office/officeart/2018/2/layout/IconVerticalSolidList"/>
    <dgm:cxn modelId="{05332DA5-B31E-4B6D-8226-DC0CB414B2AD}" type="presParOf" srcId="{6979D6F8-122D-48C1-9842-832E8970CD45}" destId="{2A1043B1-086C-4B04-AEDB-69591E4446F0}" srcOrd="0" destOrd="0" presId="urn:microsoft.com/office/officeart/2018/2/layout/IconVerticalSolidList"/>
    <dgm:cxn modelId="{DEDAE6D8-29DB-4651-85FD-62FAB1E3B93B}" type="presParOf" srcId="{6979D6F8-122D-48C1-9842-832E8970CD45}" destId="{10E27309-F6FC-4347-BF69-E2743E30A0A9}" srcOrd="1" destOrd="0" presId="urn:microsoft.com/office/officeart/2018/2/layout/IconVerticalSolidList"/>
    <dgm:cxn modelId="{C8D981B0-A3F5-4BBD-8F3E-4FE2EA2AF94D}" type="presParOf" srcId="{6979D6F8-122D-48C1-9842-832E8970CD45}" destId="{83591A61-7C1D-4BDB-8143-23F520C1F2B9}" srcOrd="2" destOrd="0" presId="urn:microsoft.com/office/officeart/2018/2/layout/IconVerticalSolidList"/>
    <dgm:cxn modelId="{6A10756C-D9DA-49CD-83FC-B0FC6734D073}" type="presParOf" srcId="{6979D6F8-122D-48C1-9842-832E8970CD45}" destId="{C93E486E-CF46-484D-BBC3-3E034410FC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37FD0F8-0E89-465A-9E51-15C3A98D5B6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23BFFF7-3F90-4C29-9594-23683A1C9331}">
      <dgm:prSet/>
      <dgm:spPr/>
      <dgm:t>
        <a:bodyPr/>
        <a:lstStyle/>
        <a:p>
          <a:r>
            <a:rPr lang="en-US"/>
            <a:t>WiCyS Conference</a:t>
          </a:r>
        </a:p>
      </dgm:t>
    </dgm:pt>
    <dgm:pt modelId="{D9DE68D9-DAA2-4DFC-9BD9-0DD32D2925F8}" type="parTrans" cxnId="{8F52B368-CE00-4C2F-9E0B-BA622BD37D57}">
      <dgm:prSet/>
      <dgm:spPr/>
      <dgm:t>
        <a:bodyPr/>
        <a:lstStyle/>
        <a:p>
          <a:endParaRPr lang="en-US"/>
        </a:p>
      </dgm:t>
    </dgm:pt>
    <dgm:pt modelId="{750EE83C-08EA-4AD9-A6D6-9280C07ECA30}" type="sibTrans" cxnId="{8F52B368-CE00-4C2F-9E0B-BA622BD37D57}">
      <dgm:prSet/>
      <dgm:spPr/>
      <dgm:t>
        <a:bodyPr/>
        <a:lstStyle/>
        <a:p>
          <a:endParaRPr lang="en-US"/>
        </a:p>
      </dgm:t>
    </dgm:pt>
    <dgm:pt modelId="{B13ADF41-7367-4692-86C8-355C1A19BACB}">
      <dgm:prSet/>
      <dgm:spPr/>
      <dgm:t>
        <a:bodyPr/>
        <a:lstStyle/>
        <a:p>
          <a:r>
            <a:rPr lang="en-US"/>
            <a:t>Black Hat</a:t>
          </a:r>
        </a:p>
      </dgm:t>
    </dgm:pt>
    <dgm:pt modelId="{9B469ECF-4942-44EF-BA00-62CDE714D507}" type="parTrans" cxnId="{A7797E13-6995-4D57-9A79-436010B1EF6B}">
      <dgm:prSet/>
      <dgm:spPr/>
      <dgm:t>
        <a:bodyPr/>
        <a:lstStyle/>
        <a:p>
          <a:endParaRPr lang="en-US"/>
        </a:p>
      </dgm:t>
    </dgm:pt>
    <dgm:pt modelId="{9F47095E-9127-46C6-9C69-8E0C5F93794A}" type="sibTrans" cxnId="{A7797E13-6995-4D57-9A79-436010B1EF6B}">
      <dgm:prSet/>
      <dgm:spPr/>
      <dgm:t>
        <a:bodyPr/>
        <a:lstStyle/>
        <a:p>
          <a:endParaRPr lang="en-US"/>
        </a:p>
      </dgm:t>
    </dgm:pt>
    <dgm:pt modelId="{C800E4DC-B146-4B17-9536-93D4BE7CD6E1}">
      <dgm:prSet/>
      <dgm:spPr/>
      <dgm:t>
        <a:bodyPr/>
        <a:lstStyle/>
        <a:p>
          <a:r>
            <a:rPr lang="en-US"/>
            <a:t>DEF CON</a:t>
          </a:r>
        </a:p>
      </dgm:t>
    </dgm:pt>
    <dgm:pt modelId="{72621C4E-72DE-4270-B2C5-F81EC5644C6F}" type="parTrans" cxnId="{6F4DC043-B4E3-4AB8-B149-2D1841D0F536}">
      <dgm:prSet/>
      <dgm:spPr/>
      <dgm:t>
        <a:bodyPr/>
        <a:lstStyle/>
        <a:p>
          <a:endParaRPr lang="en-US"/>
        </a:p>
      </dgm:t>
    </dgm:pt>
    <dgm:pt modelId="{44CDC548-56AB-4911-B1F3-2FB07636BAED}" type="sibTrans" cxnId="{6F4DC043-B4E3-4AB8-B149-2D1841D0F536}">
      <dgm:prSet/>
      <dgm:spPr/>
      <dgm:t>
        <a:bodyPr/>
        <a:lstStyle/>
        <a:p>
          <a:endParaRPr lang="en-US"/>
        </a:p>
      </dgm:t>
    </dgm:pt>
    <dgm:pt modelId="{AA57744D-9F1F-4B02-A46E-C101F7CFF30E}">
      <dgm:prSet/>
      <dgm:spPr/>
      <dgm:t>
        <a:bodyPr/>
        <a:lstStyle/>
        <a:p>
          <a:r>
            <a:rPr lang="en-US"/>
            <a:t>RSA Conference</a:t>
          </a:r>
        </a:p>
      </dgm:t>
    </dgm:pt>
    <dgm:pt modelId="{CAC41A2E-6040-4C36-84E2-A70CCA45C79C}" type="parTrans" cxnId="{4D319CEC-2627-4EA0-A3EE-5645673D280B}">
      <dgm:prSet/>
      <dgm:spPr/>
      <dgm:t>
        <a:bodyPr/>
        <a:lstStyle/>
        <a:p>
          <a:endParaRPr lang="en-US"/>
        </a:p>
      </dgm:t>
    </dgm:pt>
    <dgm:pt modelId="{BDB1665F-F506-4F78-839A-B6E1E2EA8FA2}" type="sibTrans" cxnId="{4D319CEC-2627-4EA0-A3EE-5645673D280B}">
      <dgm:prSet/>
      <dgm:spPr/>
      <dgm:t>
        <a:bodyPr/>
        <a:lstStyle/>
        <a:p>
          <a:endParaRPr lang="en-US"/>
        </a:p>
      </dgm:t>
    </dgm:pt>
    <dgm:pt modelId="{EFF29275-DDA6-43FD-913C-FFAD4B398473}">
      <dgm:prSet/>
      <dgm:spPr/>
      <dgm:t>
        <a:bodyPr/>
        <a:lstStyle/>
        <a:p>
          <a:r>
            <a:rPr lang="en-US"/>
            <a:t>SANS Summits</a:t>
          </a:r>
        </a:p>
      </dgm:t>
    </dgm:pt>
    <dgm:pt modelId="{15E7FDA1-FAE4-4F9E-9A8C-3444C900A960}" type="parTrans" cxnId="{2E957DAA-6ACD-4D55-8ABC-4A892E273189}">
      <dgm:prSet/>
      <dgm:spPr/>
      <dgm:t>
        <a:bodyPr/>
        <a:lstStyle/>
        <a:p>
          <a:endParaRPr lang="en-US"/>
        </a:p>
      </dgm:t>
    </dgm:pt>
    <dgm:pt modelId="{25E1F5BE-BDD6-44FF-835C-96834BE1C501}" type="sibTrans" cxnId="{2E957DAA-6ACD-4D55-8ABC-4A892E273189}">
      <dgm:prSet/>
      <dgm:spPr/>
      <dgm:t>
        <a:bodyPr/>
        <a:lstStyle/>
        <a:p>
          <a:endParaRPr lang="en-US"/>
        </a:p>
      </dgm:t>
    </dgm:pt>
    <dgm:pt modelId="{885E89BD-77D4-4CA7-B7CE-5A416E4526DB}">
      <dgm:prSet/>
      <dgm:spPr/>
      <dgm:t>
        <a:bodyPr/>
        <a:lstStyle/>
        <a:p>
          <a:r>
            <a:rPr lang="en-US"/>
            <a:t>ICS Security Conferences</a:t>
          </a:r>
        </a:p>
      </dgm:t>
    </dgm:pt>
    <dgm:pt modelId="{F90BF1BA-F766-41E1-9B63-9FE79138BC9E}" type="parTrans" cxnId="{69F6BB6C-13F3-4C23-A99B-3FC04D4FB80D}">
      <dgm:prSet/>
      <dgm:spPr/>
      <dgm:t>
        <a:bodyPr/>
        <a:lstStyle/>
        <a:p>
          <a:endParaRPr lang="en-US"/>
        </a:p>
      </dgm:t>
    </dgm:pt>
    <dgm:pt modelId="{1D0BE7BA-9CBF-40A3-8970-19B28DB47641}" type="sibTrans" cxnId="{69F6BB6C-13F3-4C23-A99B-3FC04D4FB80D}">
      <dgm:prSet/>
      <dgm:spPr/>
      <dgm:t>
        <a:bodyPr/>
        <a:lstStyle/>
        <a:p>
          <a:endParaRPr lang="en-US"/>
        </a:p>
      </dgm:t>
    </dgm:pt>
    <dgm:pt modelId="{DF11B52E-C35B-47D3-A581-EED151D7B7BD}" type="pres">
      <dgm:prSet presAssocID="{837FD0F8-0E89-465A-9E51-15C3A98D5B68}" presName="linear" presStyleCnt="0">
        <dgm:presLayoutVars>
          <dgm:animLvl val="lvl"/>
          <dgm:resizeHandles val="exact"/>
        </dgm:presLayoutVars>
      </dgm:prSet>
      <dgm:spPr/>
    </dgm:pt>
    <dgm:pt modelId="{96F6EEFD-FD39-4CDD-AE14-F272B165C38D}" type="pres">
      <dgm:prSet presAssocID="{623BFFF7-3F90-4C29-9594-23683A1C933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F189AE9-B070-496D-8470-8D76AF50E617}" type="pres">
      <dgm:prSet presAssocID="{750EE83C-08EA-4AD9-A6D6-9280C07ECA30}" presName="spacer" presStyleCnt="0"/>
      <dgm:spPr/>
    </dgm:pt>
    <dgm:pt modelId="{D74213E2-5343-49E2-AEA6-DA3048AD9D6C}" type="pres">
      <dgm:prSet presAssocID="{B13ADF41-7367-4692-86C8-355C1A19BAC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BA677DE-20A6-4A30-904E-5AEBEE2F1F8E}" type="pres">
      <dgm:prSet presAssocID="{9F47095E-9127-46C6-9C69-8E0C5F93794A}" presName="spacer" presStyleCnt="0"/>
      <dgm:spPr/>
    </dgm:pt>
    <dgm:pt modelId="{BD753E0F-EA4B-4666-9AC5-C8D5DE225D35}" type="pres">
      <dgm:prSet presAssocID="{C800E4DC-B146-4B17-9536-93D4BE7CD6E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98FBB59-24F7-4779-BBC7-F8FC5CADFDEB}" type="pres">
      <dgm:prSet presAssocID="{44CDC548-56AB-4911-B1F3-2FB07636BAED}" presName="spacer" presStyleCnt="0"/>
      <dgm:spPr/>
    </dgm:pt>
    <dgm:pt modelId="{ED3449F6-0528-4894-87A6-9A33B351A425}" type="pres">
      <dgm:prSet presAssocID="{AA57744D-9F1F-4B02-A46E-C101F7CFF30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ADA2693-FE65-486F-B56A-37D49052F96C}" type="pres">
      <dgm:prSet presAssocID="{BDB1665F-F506-4F78-839A-B6E1E2EA8FA2}" presName="spacer" presStyleCnt="0"/>
      <dgm:spPr/>
    </dgm:pt>
    <dgm:pt modelId="{06A25C32-116A-4BAF-B0A4-2F2C9A8FA291}" type="pres">
      <dgm:prSet presAssocID="{EFF29275-DDA6-43FD-913C-FFAD4B39847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7DB3473-A1B5-415B-AA90-A3EBF86EDF7E}" type="pres">
      <dgm:prSet presAssocID="{25E1F5BE-BDD6-44FF-835C-96834BE1C501}" presName="spacer" presStyleCnt="0"/>
      <dgm:spPr/>
    </dgm:pt>
    <dgm:pt modelId="{20670CB3-6883-4905-AADF-023B10658CB3}" type="pres">
      <dgm:prSet presAssocID="{885E89BD-77D4-4CA7-B7CE-5A416E4526D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7797E13-6995-4D57-9A79-436010B1EF6B}" srcId="{837FD0F8-0E89-465A-9E51-15C3A98D5B68}" destId="{B13ADF41-7367-4692-86C8-355C1A19BACB}" srcOrd="1" destOrd="0" parTransId="{9B469ECF-4942-44EF-BA00-62CDE714D507}" sibTransId="{9F47095E-9127-46C6-9C69-8E0C5F93794A}"/>
    <dgm:cxn modelId="{9B458C1A-D100-496E-A9AD-65EA5FCD1014}" type="presOf" srcId="{885E89BD-77D4-4CA7-B7CE-5A416E4526DB}" destId="{20670CB3-6883-4905-AADF-023B10658CB3}" srcOrd="0" destOrd="0" presId="urn:microsoft.com/office/officeart/2005/8/layout/vList2"/>
    <dgm:cxn modelId="{9C0C695B-C6E5-4FFD-9DE3-F4BED1C11D9C}" type="presOf" srcId="{C800E4DC-B146-4B17-9536-93D4BE7CD6E1}" destId="{BD753E0F-EA4B-4666-9AC5-C8D5DE225D35}" srcOrd="0" destOrd="0" presId="urn:microsoft.com/office/officeart/2005/8/layout/vList2"/>
    <dgm:cxn modelId="{D1288743-FB3B-4B48-8987-72B4447EA368}" type="presOf" srcId="{EFF29275-DDA6-43FD-913C-FFAD4B398473}" destId="{06A25C32-116A-4BAF-B0A4-2F2C9A8FA291}" srcOrd="0" destOrd="0" presId="urn:microsoft.com/office/officeart/2005/8/layout/vList2"/>
    <dgm:cxn modelId="{6F4DC043-B4E3-4AB8-B149-2D1841D0F536}" srcId="{837FD0F8-0E89-465A-9E51-15C3A98D5B68}" destId="{C800E4DC-B146-4B17-9536-93D4BE7CD6E1}" srcOrd="2" destOrd="0" parTransId="{72621C4E-72DE-4270-B2C5-F81EC5644C6F}" sibTransId="{44CDC548-56AB-4911-B1F3-2FB07636BAED}"/>
    <dgm:cxn modelId="{8F52B368-CE00-4C2F-9E0B-BA622BD37D57}" srcId="{837FD0F8-0E89-465A-9E51-15C3A98D5B68}" destId="{623BFFF7-3F90-4C29-9594-23683A1C9331}" srcOrd="0" destOrd="0" parTransId="{D9DE68D9-DAA2-4DFC-9BD9-0DD32D2925F8}" sibTransId="{750EE83C-08EA-4AD9-A6D6-9280C07ECA30}"/>
    <dgm:cxn modelId="{138EB96B-A57F-478A-93FF-ED023566324F}" type="presOf" srcId="{AA57744D-9F1F-4B02-A46E-C101F7CFF30E}" destId="{ED3449F6-0528-4894-87A6-9A33B351A425}" srcOrd="0" destOrd="0" presId="urn:microsoft.com/office/officeart/2005/8/layout/vList2"/>
    <dgm:cxn modelId="{69F6BB6C-13F3-4C23-A99B-3FC04D4FB80D}" srcId="{837FD0F8-0E89-465A-9E51-15C3A98D5B68}" destId="{885E89BD-77D4-4CA7-B7CE-5A416E4526DB}" srcOrd="5" destOrd="0" parTransId="{F90BF1BA-F766-41E1-9B63-9FE79138BC9E}" sibTransId="{1D0BE7BA-9CBF-40A3-8970-19B28DB47641}"/>
    <dgm:cxn modelId="{8B8638A7-818A-4EA5-9760-C632C622502F}" type="presOf" srcId="{623BFFF7-3F90-4C29-9594-23683A1C9331}" destId="{96F6EEFD-FD39-4CDD-AE14-F272B165C38D}" srcOrd="0" destOrd="0" presId="urn:microsoft.com/office/officeart/2005/8/layout/vList2"/>
    <dgm:cxn modelId="{2E957DAA-6ACD-4D55-8ABC-4A892E273189}" srcId="{837FD0F8-0E89-465A-9E51-15C3A98D5B68}" destId="{EFF29275-DDA6-43FD-913C-FFAD4B398473}" srcOrd="4" destOrd="0" parTransId="{15E7FDA1-FAE4-4F9E-9A8C-3444C900A960}" sibTransId="{25E1F5BE-BDD6-44FF-835C-96834BE1C501}"/>
    <dgm:cxn modelId="{41FCEABD-0B8E-4C0D-AB95-5DEFA7FE3D12}" type="presOf" srcId="{B13ADF41-7367-4692-86C8-355C1A19BACB}" destId="{D74213E2-5343-49E2-AEA6-DA3048AD9D6C}" srcOrd="0" destOrd="0" presId="urn:microsoft.com/office/officeart/2005/8/layout/vList2"/>
    <dgm:cxn modelId="{DE4FB9C4-9E8F-4BE2-B21B-86136A58FDAD}" type="presOf" srcId="{837FD0F8-0E89-465A-9E51-15C3A98D5B68}" destId="{DF11B52E-C35B-47D3-A581-EED151D7B7BD}" srcOrd="0" destOrd="0" presId="urn:microsoft.com/office/officeart/2005/8/layout/vList2"/>
    <dgm:cxn modelId="{4D319CEC-2627-4EA0-A3EE-5645673D280B}" srcId="{837FD0F8-0E89-465A-9E51-15C3A98D5B68}" destId="{AA57744D-9F1F-4B02-A46E-C101F7CFF30E}" srcOrd="3" destOrd="0" parTransId="{CAC41A2E-6040-4C36-84E2-A70CCA45C79C}" sibTransId="{BDB1665F-F506-4F78-839A-B6E1E2EA8FA2}"/>
    <dgm:cxn modelId="{5754C20D-104B-42D7-9AC1-57F6E71290E5}" type="presParOf" srcId="{DF11B52E-C35B-47D3-A581-EED151D7B7BD}" destId="{96F6EEFD-FD39-4CDD-AE14-F272B165C38D}" srcOrd="0" destOrd="0" presId="urn:microsoft.com/office/officeart/2005/8/layout/vList2"/>
    <dgm:cxn modelId="{11CA88C2-4388-426D-A993-2A4E968BFE58}" type="presParOf" srcId="{DF11B52E-C35B-47D3-A581-EED151D7B7BD}" destId="{4F189AE9-B070-496D-8470-8D76AF50E617}" srcOrd="1" destOrd="0" presId="urn:microsoft.com/office/officeart/2005/8/layout/vList2"/>
    <dgm:cxn modelId="{0A794442-5D8E-4381-A2D6-A250FCC98D8C}" type="presParOf" srcId="{DF11B52E-C35B-47D3-A581-EED151D7B7BD}" destId="{D74213E2-5343-49E2-AEA6-DA3048AD9D6C}" srcOrd="2" destOrd="0" presId="urn:microsoft.com/office/officeart/2005/8/layout/vList2"/>
    <dgm:cxn modelId="{07389270-DEE1-4E88-9D66-528FB01A5C0B}" type="presParOf" srcId="{DF11B52E-C35B-47D3-A581-EED151D7B7BD}" destId="{BBA677DE-20A6-4A30-904E-5AEBEE2F1F8E}" srcOrd="3" destOrd="0" presId="urn:microsoft.com/office/officeart/2005/8/layout/vList2"/>
    <dgm:cxn modelId="{6EBE83C5-1256-417D-A9ED-5D92EBDAAB1E}" type="presParOf" srcId="{DF11B52E-C35B-47D3-A581-EED151D7B7BD}" destId="{BD753E0F-EA4B-4666-9AC5-C8D5DE225D35}" srcOrd="4" destOrd="0" presId="urn:microsoft.com/office/officeart/2005/8/layout/vList2"/>
    <dgm:cxn modelId="{95AE7E92-9A7F-49C0-83DE-A622EA8FCDA9}" type="presParOf" srcId="{DF11B52E-C35B-47D3-A581-EED151D7B7BD}" destId="{598FBB59-24F7-4779-BBC7-F8FC5CADFDEB}" srcOrd="5" destOrd="0" presId="urn:microsoft.com/office/officeart/2005/8/layout/vList2"/>
    <dgm:cxn modelId="{36AB7313-131A-462C-84FE-0169F9292B40}" type="presParOf" srcId="{DF11B52E-C35B-47D3-A581-EED151D7B7BD}" destId="{ED3449F6-0528-4894-87A6-9A33B351A425}" srcOrd="6" destOrd="0" presId="urn:microsoft.com/office/officeart/2005/8/layout/vList2"/>
    <dgm:cxn modelId="{3A85625C-63AB-4527-9ECE-0AAF16061572}" type="presParOf" srcId="{DF11B52E-C35B-47D3-A581-EED151D7B7BD}" destId="{6ADA2693-FE65-486F-B56A-37D49052F96C}" srcOrd="7" destOrd="0" presId="urn:microsoft.com/office/officeart/2005/8/layout/vList2"/>
    <dgm:cxn modelId="{732DCA9E-3462-4C5D-9F10-726AFC35D88A}" type="presParOf" srcId="{DF11B52E-C35B-47D3-A581-EED151D7B7BD}" destId="{06A25C32-116A-4BAF-B0A4-2F2C9A8FA291}" srcOrd="8" destOrd="0" presId="urn:microsoft.com/office/officeart/2005/8/layout/vList2"/>
    <dgm:cxn modelId="{034FB74A-A73A-4349-BCB7-2BAADCED9B28}" type="presParOf" srcId="{DF11B52E-C35B-47D3-A581-EED151D7B7BD}" destId="{57DB3473-A1B5-415B-AA90-A3EBF86EDF7E}" srcOrd="9" destOrd="0" presId="urn:microsoft.com/office/officeart/2005/8/layout/vList2"/>
    <dgm:cxn modelId="{ACD751D7-95D9-426E-A1C5-0E2880B4F112}" type="presParOf" srcId="{DF11B52E-C35B-47D3-A581-EED151D7B7BD}" destId="{20670CB3-6883-4905-AADF-023B10658CB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140BF654-58D5-48C8-8446-4E9575CEFD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DE73E4-0DBE-4C16-AC83-D15E3E635B69}">
      <dgm:prSet/>
      <dgm:spPr/>
      <dgm:t>
        <a:bodyPr/>
        <a:lstStyle/>
        <a:p>
          <a:r>
            <a:rPr lang="en-US"/>
            <a:t>List 3 cybersecurity roles that interest you</a:t>
          </a:r>
        </a:p>
      </dgm:t>
    </dgm:pt>
    <dgm:pt modelId="{34911F85-41A5-49A0-B469-AAF28648B3A2}" type="parTrans" cxnId="{FF2981F9-C4D6-4AB5-8ECA-D5E17BF84BE8}">
      <dgm:prSet/>
      <dgm:spPr/>
      <dgm:t>
        <a:bodyPr/>
        <a:lstStyle/>
        <a:p>
          <a:endParaRPr lang="en-US"/>
        </a:p>
      </dgm:t>
    </dgm:pt>
    <dgm:pt modelId="{AF264630-195A-4C2F-8221-9EAA4E204D46}" type="sibTrans" cxnId="{FF2981F9-C4D6-4AB5-8ECA-D5E17BF84BE8}">
      <dgm:prSet/>
      <dgm:spPr/>
      <dgm:t>
        <a:bodyPr/>
        <a:lstStyle/>
        <a:p>
          <a:endParaRPr lang="en-US"/>
        </a:p>
      </dgm:t>
    </dgm:pt>
    <dgm:pt modelId="{F06BE8BD-0002-485F-8A0C-F7A8DBC7B781}">
      <dgm:prSet/>
      <dgm:spPr/>
      <dgm:t>
        <a:bodyPr/>
        <a:lstStyle/>
        <a:p>
          <a:r>
            <a:rPr lang="en-US"/>
            <a:t>Identify skills required for each role</a:t>
          </a:r>
        </a:p>
      </dgm:t>
    </dgm:pt>
    <dgm:pt modelId="{7247A507-B135-4AFC-BECA-1A993410CB84}" type="parTrans" cxnId="{8E8E3BF5-875B-48AE-8D2D-0779A0CDCC06}">
      <dgm:prSet/>
      <dgm:spPr/>
      <dgm:t>
        <a:bodyPr/>
        <a:lstStyle/>
        <a:p>
          <a:endParaRPr lang="en-US"/>
        </a:p>
      </dgm:t>
    </dgm:pt>
    <dgm:pt modelId="{097E2E2A-B23F-41D5-8794-10674116E6DD}" type="sibTrans" cxnId="{8E8E3BF5-875B-48AE-8D2D-0779A0CDCC06}">
      <dgm:prSet/>
      <dgm:spPr/>
      <dgm:t>
        <a:bodyPr/>
        <a:lstStyle/>
        <a:p>
          <a:endParaRPr lang="en-US"/>
        </a:p>
      </dgm:t>
    </dgm:pt>
    <dgm:pt modelId="{D0689A3D-D457-4950-8BD9-BC5B2E1A2EA6}">
      <dgm:prSet/>
      <dgm:spPr/>
      <dgm:t>
        <a:bodyPr/>
        <a:lstStyle/>
        <a:p>
          <a:r>
            <a:rPr lang="en-US"/>
            <a:t>Rate your current skill level (1–5)</a:t>
          </a:r>
        </a:p>
      </dgm:t>
    </dgm:pt>
    <dgm:pt modelId="{54ECCFE6-C8F9-443A-A677-7519AAF8326E}" type="parTrans" cxnId="{5714462E-F494-4C38-8D9B-EAF2FB61F0B5}">
      <dgm:prSet/>
      <dgm:spPr/>
      <dgm:t>
        <a:bodyPr/>
        <a:lstStyle/>
        <a:p>
          <a:endParaRPr lang="en-US"/>
        </a:p>
      </dgm:t>
    </dgm:pt>
    <dgm:pt modelId="{8F483F89-20AE-4E73-842F-E3A72259D9D4}" type="sibTrans" cxnId="{5714462E-F494-4C38-8D9B-EAF2FB61F0B5}">
      <dgm:prSet/>
      <dgm:spPr/>
      <dgm:t>
        <a:bodyPr/>
        <a:lstStyle/>
        <a:p>
          <a:endParaRPr lang="en-US"/>
        </a:p>
      </dgm:t>
    </dgm:pt>
    <dgm:pt modelId="{AEC68D34-FA85-42C4-AEA4-698B79620B03}">
      <dgm:prSet/>
      <dgm:spPr/>
      <dgm:t>
        <a:bodyPr/>
        <a:lstStyle/>
        <a:p>
          <a:r>
            <a:rPr lang="en-US"/>
            <a:t>Choose one role to explore deeper this month</a:t>
          </a:r>
        </a:p>
      </dgm:t>
    </dgm:pt>
    <dgm:pt modelId="{AAE2884E-8A2A-4ED1-8C46-6BAD8D5ED10E}" type="parTrans" cxnId="{B3F216A5-3129-478C-9AFD-32AED0DC734E}">
      <dgm:prSet/>
      <dgm:spPr/>
      <dgm:t>
        <a:bodyPr/>
        <a:lstStyle/>
        <a:p>
          <a:endParaRPr lang="en-US"/>
        </a:p>
      </dgm:t>
    </dgm:pt>
    <dgm:pt modelId="{76522319-A1A5-42A9-BCFC-0230632909AB}" type="sibTrans" cxnId="{B3F216A5-3129-478C-9AFD-32AED0DC734E}">
      <dgm:prSet/>
      <dgm:spPr/>
      <dgm:t>
        <a:bodyPr/>
        <a:lstStyle/>
        <a:p>
          <a:endParaRPr lang="en-US"/>
        </a:p>
      </dgm:t>
    </dgm:pt>
    <dgm:pt modelId="{A8780D83-A512-4E48-A7B4-33845C5A5408}">
      <dgm:prSet/>
      <dgm:spPr/>
      <dgm:t>
        <a:bodyPr/>
        <a:lstStyle/>
        <a:p>
          <a:r>
            <a:rPr lang="en-US"/>
            <a:t>Share with cohort</a:t>
          </a:r>
        </a:p>
      </dgm:t>
    </dgm:pt>
    <dgm:pt modelId="{989C75C0-86FA-480D-B8A7-88686539C072}" type="parTrans" cxnId="{CFF64249-5907-43C0-9526-9AB27F3C84C2}">
      <dgm:prSet/>
      <dgm:spPr/>
      <dgm:t>
        <a:bodyPr/>
        <a:lstStyle/>
        <a:p>
          <a:endParaRPr lang="en-US"/>
        </a:p>
      </dgm:t>
    </dgm:pt>
    <dgm:pt modelId="{CF9BCA95-A23F-412E-97FE-E4C8860C7CA1}" type="sibTrans" cxnId="{CFF64249-5907-43C0-9526-9AB27F3C84C2}">
      <dgm:prSet/>
      <dgm:spPr/>
      <dgm:t>
        <a:bodyPr/>
        <a:lstStyle/>
        <a:p>
          <a:endParaRPr lang="en-US"/>
        </a:p>
      </dgm:t>
    </dgm:pt>
    <dgm:pt modelId="{6F62B331-82FF-4CC3-804A-15CD3BD25D0F}" type="pres">
      <dgm:prSet presAssocID="{140BF654-58D5-48C8-8446-4E9575CEFD9A}" presName="root" presStyleCnt="0">
        <dgm:presLayoutVars>
          <dgm:dir/>
          <dgm:resizeHandles val="exact"/>
        </dgm:presLayoutVars>
      </dgm:prSet>
      <dgm:spPr/>
    </dgm:pt>
    <dgm:pt modelId="{AEC9FA74-A47F-4CC6-9075-3EEE52E3EC6D}" type="pres">
      <dgm:prSet presAssocID="{64DE73E4-0DBE-4C16-AC83-D15E3E635B69}" presName="compNode" presStyleCnt="0"/>
      <dgm:spPr/>
    </dgm:pt>
    <dgm:pt modelId="{03D1F33A-B690-4440-9FDF-975C166C15FA}" type="pres">
      <dgm:prSet presAssocID="{64DE73E4-0DBE-4C16-AC83-D15E3E635B69}" presName="bgRect" presStyleLbl="bgShp" presStyleIdx="0" presStyleCnt="5"/>
      <dgm:spPr/>
    </dgm:pt>
    <dgm:pt modelId="{C6AA9EFA-B40A-481B-874D-F4129BB2BCCB}" type="pres">
      <dgm:prSet presAssocID="{64DE73E4-0DBE-4C16-AC83-D15E3E635B6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E058CFA-8E19-4782-9C09-65BE25F893A2}" type="pres">
      <dgm:prSet presAssocID="{64DE73E4-0DBE-4C16-AC83-D15E3E635B69}" presName="spaceRect" presStyleCnt="0"/>
      <dgm:spPr/>
    </dgm:pt>
    <dgm:pt modelId="{98331974-069D-4395-94FE-936CBC04C6C3}" type="pres">
      <dgm:prSet presAssocID="{64DE73E4-0DBE-4C16-AC83-D15E3E635B69}" presName="parTx" presStyleLbl="revTx" presStyleIdx="0" presStyleCnt="5">
        <dgm:presLayoutVars>
          <dgm:chMax val="0"/>
          <dgm:chPref val="0"/>
        </dgm:presLayoutVars>
      </dgm:prSet>
      <dgm:spPr/>
    </dgm:pt>
    <dgm:pt modelId="{36708718-C6BB-4E51-8BC5-02467ECFB9FD}" type="pres">
      <dgm:prSet presAssocID="{AF264630-195A-4C2F-8221-9EAA4E204D46}" presName="sibTrans" presStyleCnt="0"/>
      <dgm:spPr/>
    </dgm:pt>
    <dgm:pt modelId="{74641D5D-7922-4712-92C6-C4E7F527123F}" type="pres">
      <dgm:prSet presAssocID="{F06BE8BD-0002-485F-8A0C-F7A8DBC7B781}" presName="compNode" presStyleCnt="0"/>
      <dgm:spPr/>
    </dgm:pt>
    <dgm:pt modelId="{8A5C1F6A-A2E9-4878-AEB2-6A1156B8F840}" type="pres">
      <dgm:prSet presAssocID="{F06BE8BD-0002-485F-8A0C-F7A8DBC7B781}" presName="bgRect" presStyleLbl="bgShp" presStyleIdx="1" presStyleCnt="5"/>
      <dgm:spPr/>
    </dgm:pt>
    <dgm:pt modelId="{67DE8A29-A914-4816-8F06-BBDC5D3166C7}" type="pres">
      <dgm:prSet presAssocID="{F06BE8BD-0002-485F-8A0C-F7A8DBC7B78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C10B1FE-7B7D-40F6-BE24-D070DDA67042}" type="pres">
      <dgm:prSet presAssocID="{F06BE8BD-0002-485F-8A0C-F7A8DBC7B781}" presName="spaceRect" presStyleCnt="0"/>
      <dgm:spPr/>
    </dgm:pt>
    <dgm:pt modelId="{DFBADC57-3DF2-4A54-9160-2F9176E25503}" type="pres">
      <dgm:prSet presAssocID="{F06BE8BD-0002-485F-8A0C-F7A8DBC7B781}" presName="parTx" presStyleLbl="revTx" presStyleIdx="1" presStyleCnt="5">
        <dgm:presLayoutVars>
          <dgm:chMax val="0"/>
          <dgm:chPref val="0"/>
        </dgm:presLayoutVars>
      </dgm:prSet>
      <dgm:spPr/>
    </dgm:pt>
    <dgm:pt modelId="{D4CF113C-F436-4FB3-859A-5E391E86B4FA}" type="pres">
      <dgm:prSet presAssocID="{097E2E2A-B23F-41D5-8794-10674116E6DD}" presName="sibTrans" presStyleCnt="0"/>
      <dgm:spPr/>
    </dgm:pt>
    <dgm:pt modelId="{772FDCF6-2B8A-4B04-9051-240F950888AD}" type="pres">
      <dgm:prSet presAssocID="{D0689A3D-D457-4950-8BD9-BC5B2E1A2EA6}" presName="compNode" presStyleCnt="0"/>
      <dgm:spPr/>
    </dgm:pt>
    <dgm:pt modelId="{01C64817-9573-44C6-910B-D8DA286A5753}" type="pres">
      <dgm:prSet presAssocID="{D0689A3D-D457-4950-8BD9-BC5B2E1A2EA6}" presName="bgRect" presStyleLbl="bgShp" presStyleIdx="2" presStyleCnt="5"/>
      <dgm:spPr/>
    </dgm:pt>
    <dgm:pt modelId="{47956B35-8A61-4ED3-BADB-6C189F00A532}" type="pres">
      <dgm:prSet presAssocID="{D0689A3D-D457-4950-8BD9-BC5B2E1A2EA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imbing"/>
        </a:ext>
      </dgm:extLst>
    </dgm:pt>
    <dgm:pt modelId="{E9F86B80-88E5-4ADA-9041-A8D5F3492697}" type="pres">
      <dgm:prSet presAssocID="{D0689A3D-D457-4950-8BD9-BC5B2E1A2EA6}" presName="spaceRect" presStyleCnt="0"/>
      <dgm:spPr/>
    </dgm:pt>
    <dgm:pt modelId="{44FD7803-3AA4-4803-A551-D57B43A5B7E0}" type="pres">
      <dgm:prSet presAssocID="{D0689A3D-D457-4950-8BD9-BC5B2E1A2EA6}" presName="parTx" presStyleLbl="revTx" presStyleIdx="2" presStyleCnt="5">
        <dgm:presLayoutVars>
          <dgm:chMax val="0"/>
          <dgm:chPref val="0"/>
        </dgm:presLayoutVars>
      </dgm:prSet>
      <dgm:spPr/>
    </dgm:pt>
    <dgm:pt modelId="{339413F4-5FB0-4513-BEB6-6F5CEC9B106E}" type="pres">
      <dgm:prSet presAssocID="{8F483F89-20AE-4E73-842F-E3A72259D9D4}" presName="sibTrans" presStyleCnt="0"/>
      <dgm:spPr/>
    </dgm:pt>
    <dgm:pt modelId="{985CE06D-D048-4BC4-9163-5D50114527A4}" type="pres">
      <dgm:prSet presAssocID="{AEC68D34-FA85-42C4-AEA4-698B79620B03}" presName="compNode" presStyleCnt="0"/>
      <dgm:spPr/>
    </dgm:pt>
    <dgm:pt modelId="{653F2716-5701-491B-AA95-E6B223CC5853}" type="pres">
      <dgm:prSet presAssocID="{AEC68D34-FA85-42C4-AEA4-698B79620B03}" presName="bgRect" presStyleLbl="bgShp" presStyleIdx="3" presStyleCnt="5"/>
      <dgm:spPr/>
    </dgm:pt>
    <dgm:pt modelId="{FFDAA39D-3E28-4486-8F12-4D680C0F1475}" type="pres">
      <dgm:prSet presAssocID="{AEC68D34-FA85-42C4-AEA4-698B79620B0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706344B-9AF7-4B85-851A-77F8C03D5379}" type="pres">
      <dgm:prSet presAssocID="{AEC68D34-FA85-42C4-AEA4-698B79620B03}" presName="spaceRect" presStyleCnt="0"/>
      <dgm:spPr/>
    </dgm:pt>
    <dgm:pt modelId="{CC7714DC-8E4B-4DC1-A8B2-A520F83B3FD6}" type="pres">
      <dgm:prSet presAssocID="{AEC68D34-FA85-42C4-AEA4-698B79620B03}" presName="parTx" presStyleLbl="revTx" presStyleIdx="3" presStyleCnt="5">
        <dgm:presLayoutVars>
          <dgm:chMax val="0"/>
          <dgm:chPref val="0"/>
        </dgm:presLayoutVars>
      </dgm:prSet>
      <dgm:spPr/>
    </dgm:pt>
    <dgm:pt modelId="{6EF4A3F0-6F29-46CB-828F-D19F4D69D03A}" type="pres">
      <dgm:prSet presAssocID="{76522319-A1A5-42A9-BCFC-0230632909AB}" presName="sibTrans" presStyleCnt="0"/>
      <dgm:spPr/>
    </dgm:pt>
    <dgm:pt modelId="{AC9495F0-6B4F-4FA7-9F09-81EFEBDC5D8E}" type="pres">
      <dgm:prSet presAssocID="{A8780D83-A512-4E48-A7B4-33845C5A5408}" presName="compNode" presStyleCnt="0"/>
      <dgm:spPr/>
    </dgm:pt>
    <dgm:pt modelId="{7F285D7B-AE1D-4C37-BA65-53D69B2FBF07}" type="pres">
      <dgm:prSet presAssocID="{A8780D83-A512-4E48-A7B4-33845C5A5408}" presName="bgRect" presStyleLbl="bgShp" presStyleIdx="4" presStyleCnt="5"/>
      <dgm:spPr/>
    </dgm:pt>
    <dgm:pt modelId="{70D3F37D-E40E-4A32-B394-F4D34D872254}" type="pres">
      <dgm:prSet presAssocID="{A8780D83-A512-4E48-A7B4-33845C5A540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E39DCB91-F38A-4EF5-A36C-1FEE5C6290B0}" type="pres">
      <dgm:prSet presAssocID="{A8780D83-A512-4E48-A7B4-33845C5A5408}" presName="spaceRect" presStyleCnt="0"/>
      <dgm:spPr/>
    </dgm:pt>
    <dgm:pt modelId="{FB3D3E55-485F-4D4A-8815-281F7CCE4C8A}" type="pres">
      <dgm:prSet presAssocID="{A8780D83-A512-4E48-A7B4-33845C5A540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42EC907-BFAC-41B8-BA02-7875F8D446D8}" type="presOf" srcId="{A8780D83-A512-4E48-A7B4-33845C5A5408}" destId="{FB3D3E55-485F-4D4A-8815-281F7CCE4C8A}" srcOrd="0" destOrd="0" presId="urn:microsoft.com/office/officeart/2018/2/layout/IconVerticalSolidList"/>
    <dgm:cxn modelId="{5714462E-F494-4C38-8D9B-EAF2FB61F0B5}" srcId="{140BF654-58D5-48C8-8446-4E9575CEFD9A}" destId="{D0689A3D-D457-4950-8BD9-BC5B2E1A2EA6}" srcOrd="2" destOrd="0" parTransId="{54ECCFE6-C8F9-443A-A677-7519AAF8326E}" sibTransId="{8F483F89-20AE-4E73-842F-E3A72259D9D4}"/>
    <dgm:cxn modelId="{0548525F-19F0-4A09-B042-BF7ABFD9C089}" type="presOf" srcId="{64DE73E4-0DBE-4C16-AC83-D15E3E635B69}" destId="{98331974-069D-4395-94FE-936CBC04C6C3}" srcOrd="0" destOrd="0" presId="urn:microsoft.com/office/officeart/2018/2/layout/IconVerticalSolidList"/>
    <dgm:cxn modelId="{CFF64249-5907-43C0-9526-9AB27F3C84C2}" srcId="{140BF654-58D5-48C8-8446-4E9575CEFD9A}" destId="{A8780D83-A512-4E48-A7B4-33845C5A5408}" srcOrd="4" destOrd="0" parTransId="{989C75C0-86FA-480D-B8A7-88686539C072}" sibTransId="{CF9BCA95-A23F-412E-97FE-E4C8860C7CA1}"/>
    <dgm:cxn modelId="{96EA0B83-C29A-40F7-AD7E-349DFFF9B2FE}" type="presOf" srcId="{140BF654-58D5-48C8-8446-4E9575CEFD9A}" destId="{6F62B331-82FF-4CC3-804A-15CD3BD25D0F}" srcOrd="0" destOrd="0" presId="urn:microsoft.com/office/officeart/2018/2/layout/IconVerticalSolidList"/>
    <dgm:cxn modelId="{B3F216A5-3129-478C-9AFD-32AED0DC734E}" srcId="{140BF654-58D5-48C8-8446-4E9575CEFD9A}" destId="{AEC68D34-FA85-42C4-AEA4-698B79620B03}" srcOrd="3" destOrd="0" parTransId="{AAE2884E-8A2A-4ED1-8C46-6BAD8D5ED10E}" sibTransId="{76522319-A1A5-42A9-BCFC-0230632909AB}"/>
    <dgm:cxn modelId="{A0A78CAD-7153-4766-AC13-F0999BB78F5B}" type="presOf" srcId="{F06BE8BD-0002-485F-8A0C-F7A8DBC7B781}" destId="{DFBADC57-3DF2-4A54-9160-2F9176E25503}" srcOrd="0" destOrd="0" presId="urn:microsoft.com/office/officeart/2018/2/layout/IconVerticalSolidList"/>
    <dgm:cxn modelId="{5AE6C2DB-3FF4-46A2-A3CD-7A47383B9C96}" type="presOf" srcId="{AEC68D34-FA85-42C4-AEA4-698B79620B03}" destId="{CC7714DC-8E4B-4DC1-A8B2-A520F83B3FD6}" srcOrd="0" destOrd="0" presId="urn:microsoft.com/office/officeart/2018/2/layout/IconVerticalSolidList"/>
    <dgm:cxn modelId="{8E8E3BF5-875B-48AE-8D2D-0779A0CDCC06}" srcId="{140BF654-58D5-48C8-8446-4E9575CEFD9A}" destId="{F06BE8BD-0002-485F-8A0C-F7A8DBC7B781}" srcOrd="1" destOrd="0" parTransId="{7247A507-B135-4AFC-BECA-1A993410CB84}" sibTransId="{097E2E2A-B23F-41D5-8794-10674116E6DD}"/>
    <dgm:cxn modelId="{FF2981F9-C4D6-4AB5-8ECA-D5E17BF84BE8}" srcId="{140BF654-58D5-48C8-8446-4E9575CEFD9A}" destId="{64DE73E4-0DBE-4C16-AC83-D15E3E635B69}" srcOrd="0" destOrd="0" parTransId="{34911F85-41A5-49A0-B469-AAF28648B3A2}" sibTransId="{AF264630-195A-4C2F-8221-9EAA4E204D46}"/>
    <dgm:cxn modelId="{042453FC-97EC-4555-9E75-54C46DA4B431}" type="presOf" srcId="{D0689A3D-D457-4950-8BD9-BC5B2E1A2EA6}" destId="{44FD7803-3AA4-4803-A551-D57B43A5B7E0}" srcOrd="0" destOrd="0" presId="urn:microsoft.com/office/officeart/2018/2/layout/IconVerticalSolidList"/>
    <dgm:cxn modelId="{82207432-BA0F-4BF0-8298-769D60D05285}" type="presParOf" srcId="{6F62B331-82FF-4CC3-804A-15CD3BD25D0F}" destId="{AEC9FA74-A47F-4CC6-9075-3EEE52E3EC6D}" srcOrd="0" destOrd="0" presId="urn:microsoft.com/office/officeart/2018/2/layout/IconVerticalSolidList"/>
    <dgm:cxn modelId="{88029938-4044-4452-933E-0D21F62738A9}" type="presParOf" srcId="{AEC9FA74-A47F-4CC6-9075-3EEE52E3EC6D}" destId="{03D1F33A-B690-4440-9FDF-975C166C15FA}" srcOrd="0" destOrd="0" presId="urn:microsoft.com/office/officeart/2018/2/layout/IconVerticalSolidList"/>
    <dgm:cxn modelId="{54902C20-2F36-41AB-865B-7AD05C46C2C2}" type="presParOf" srcId="{AEC9FA74-A47F-4CC6-9075-3EEE52E3EC6D}" destId="{C6AA9EFA-B40A-481B-874D-F4129BB2BCCB}" srcOrd="1" destOrd="0" presId="urn:microsoft.com/office/officeart/2018/2/layout/IconVerticalSolidList"/>
    <dgm:cxn modelId="{977C501E-8081-444C-A305-0B029BD6D6EA}" type="presParOf" srcId="{AEC9FA74-A47F-4CC6-9075-3EEE52E3EC6D}" destId="{AE058CFA-8E19-4782-9C09-65BE25F893A2}" srcOrd="2" destOrd="0" presId="urn:microsoft.com/office/officeart/2018/2/layout/IconVerticalSolidList"/>
    <dgm:cxn modelId="{E547A381-A31E-4AED-AF54-8C3A6B70B474}" type="presParOf" srcId="{AEC9FA74-A47F-4CC6-9075-3EEE52E3EC6D}" destId="{98331974-069D-4395-94FE-936CBC04C6C3}" srcOrd="3" destOrd="0" presId="urn:microsoft.com/office/officeart/2018/2/layout/IconVerticalSolidList"/>
    <dgm:cxn modelId="{CBCBB15B-BFDD-4461-A051-EDD826DE82DB}" type="presParOf" srcId="{6F62B331-82FF-4CC3-804A-15CD3BD25D0F}" destId="{36708718-C6BB-4E51-8BC5-02467ECFB9FD}" srcOrd="1" destOrd="0" presId="urn:microsoft.com/office/officeart/2018/2/layout/IconVerticalSolidList"/>
    <dgm:cxn modelId="{851AE64A-703E-43EB-BCCC-BE8FF55568C7}" type="presParOf" srcId="{6F62B331-82FF-4CC3-804A-15CD3BD25D0F}" destId="{74641D5D-7922-4712-92C6-C4E7F527123F}" srcOrd="2" destOrd="0" presId="urn:microsoft.com/office/officeart/2018/2/layout/IconVerticalSolidList"/>
    <dgm:cxn modelId="{4368B579-D1B2-4874-A1DC-1F8E8928A4FB}" type="presParOf" srcId="{74641D5D-7922-4712-92C6-C4E7F527123F}" destId="{8A5C1F6A-A2E9-4878-AEB2-6A1156B8F840}" srcOrd="0" destOrd="0" presId="urn:microsoft.com/office/officeart/2018/2/layout/IconVerticalSolidList"/>
    <dgm:cxn modelId="{12728064-5EF9-4363-AEBE-05FB07F64AD7}" type="presParOf" srcId="{74641D5D-7922-4712-92C6-C4E7F527123F}" destId="{67DE8A29-A914-4816-8F06-BBDC5D3166C7}" srcOrd="1" destOrd="0" presId="urn:microsoft.com/office/officeart/2018/2/layout/IconVerticalSolidList"/>
    <dgm:cxn modelId="{1704C57B-92BC-4668-AF83-3D7B197511F3}" type="presParOf" srcId="{74641D5D-7922-4712-92C6-C4E7F527123F}" destId="{9C10B1FE-7B7D-40F6-BE24-D070DDA67042}" srcOrd="2" destOrd="0" presId="urn:microsoft.com/office/officeart/2018/2/layout/IconVerticalSolidList"/>
    <dgm:cxn modelId="{DC77D6E9-E80B-4E87-B3A7-935635B71507}" type="presParOf" srcId="{74641D5D-7922-4712-92C6-C4E7F527123F}" destId="{DFBADC57-3DF2-4A54-9160-2F9176E25503}" srcOrd="3" destOrd="0" presId="urn:microsoft.com/office/officeart/2018/2/layout/IconVerticalSolidList"/>
    <dgm:cxn modelId="{050DB633-2928-444D-93B8-847CB14E3C0F}" type="presParOf" srcId="{6F62B331-82FF-4CC3-804A-15CD3BD25D0F}" destId="{D4CF113C-F436-4FB3-859A-5E391E86B4FA}" srcOrd="3" destOrd="0" presId="urn:microsoft.com/office/officeart/2018/2/layout/IconVerticalSolidList"/>
    <dgm:cxn modelId="{963B1B5B-BA77-45F7-BA8C-05E699F7818C}" type="presParOf" srcId="{6F62B331-82FF-4CC3-804A-15CD3BD25D0F}" destId="{772FDCF6-2B8A-4B04-9051-240F950888AD}" srcOrd="4" destOrd="0" presId="urn:microsoft.com/office/officeart/2018/2/layout/IconVerticalSolidList"/>
    <dgm:cxn modelId="{C3ED1906-D136-4D21-BC89-73040FE2E4F3}" type="presParOf" srcId="{772FDCF6-2B8A-4B04-9051-240F950888AD}" destId="{01C64817-9573-44C6-910B-D8DA286A5753}" srcOrd="0" destOrd="0" presId="urn:microsoft.com/office/officeart/2018/2/layout/IconVerticalSolidList"/>
    <dgm:cxn modelId="{424C7EFD-F7EC-42B9-94DC-9A09FCED268D}" type="presParOf" srcId="{772FDCF6-2B8A-4B04-9051-240F950888AD}" destId="{47956B35-8A61-4ED3-BADB-6C189F00A532}" srcOrd="1" destOrd="0" presId="urn:microsoft.com/office/officeart/2018/2/layout/IconVerticalSolidList"/>
    <dgm:cxn modelId="{872D37C2-BDD3-4DE9-ACD9-A81C4932A0B3}" type="presParOf" srcId="{772FDCF6-2B8A-4B04-9051-240F950888AD}" destId="{E9F86B80-88E5-4ADA-9041-A8D5F3492697}" srcOrd="2" destOrd="0" presId="urn:microsoft.com/office/officeart/2018/2/layout/IconVerticalSolidList"/>
    <dgm:cxn modelId="{B7AB2DD4-81F6-4556-B515-6C6FCAB51824}" type="presParOf" srcId="{772FDCF6-2B8A-4B04-9051-240F950888AD}" destId="{44FD7803-3AA4-4803-A551-D57B43A5B7E0}" srcOrd="3" destOrd="0" presId="urn:microsoft.com/office/officeart/2018/2/layout/IconVerticalSolidList"/>
    <dgm:cxn modelId="{FD24B08F-4D1D-4256-A453-0CEEE52C61D3}" type="presParOf" srcId="{6F62B331-82FF-4CC3-804A-15CD3BD25D0F}" destId="{339413F4-5FB0-4513-BEB6-6F5CEC9B106E}" srcOrd="5" destOrd="0" presId="urn:microsoft.com/office/officeart/2018/2/layout/IconVerticalSolidList"/>
    <dgm:cxn modelId="{62666ABD-BBCC-4183-9AFC-0CF0CFF1FBD8}" type="presParOf" srcId="{6F62B331-82FF-4CC3-804A-15CD3BD25D0F}" destId="{985CE06D-D048-4BC4-9163-5D50114527A4}" srcOrd="6" destOrd="0" presId="urn:microsoft.com/office/officeart/2018/2/layout/IconVerticalSolidList"/>
    <dgm:cxn modelId="{74797152-E119-478D-8763-E3C70CE9C090}" type="presParOf" srcId="{985CE06D-D048-4BC4-9163-5D50114527A4}" destId="{653F2716-5701-491B-AA95-E6B223CC5853}" srcOrd="0" destOrd="0" presId="urn:microsoft.com/office/officeart/2018/2/layout/IconVerticalSolidList"/>
    <dgm:cxn modelId="{FFEE8C8D-B8D9-4E0F-90EE-4BDFD3472FEF}" type="presParOf" srcId="{985CE06D-D048-4BC4-9163-5D50114527A4}" destId="{FFDAA39D-3E28-4486-8F12-4D680C0F1475}" srcOrd="1" destOrd="0" presId="urn:microsoft.com/office/officeart/2018/2/layout/IconVerticalSolidList"/>
    <dgm:cxn modelId="{FAB86A62-27A2-4E14-804C-D96CFC0F282B}" type="presParOf" srcId="{985CE06D-D048-4BC4-9163-5D50114527A4}" destId="{4706344B-9AF7-4B85-851A-77F8C03D5379}" srcOrd="2" destOrd="0" presId="urn:microsoft.com/office/officeart/2018/2/layout/IconVerticalSolidList"/>
    <dgm:cxn modelId="{5569DC4A-BAC5-433A-A8AB-EECD787B96CC}" type="presParOf" srcId="{985CE06D-D048-4BC4-9163-5D50114527A4}" destId="{CC7714DC-8E4B-4DC1-A8B2-A520F83B3FD6}" srcOrd="3" destOrd="0" presId="urn:microsoft.com/office/officeart/2018/2/layout/IconVerticalSolidList"/>
    <dgm:cxn modelId="{5E201432-210A-4EE5-8DA0-AC551B2C4DA0}" type="presParOf" srcId="{6F62B331-82FF-4CC3-804A-15CD3BD25D0F}" destId="{6EF4A3F0-6F29-46CB-828F-D19F4D69D03A}" srcOrd="7" destOrd="0" presId="urn:microsoft.com/office/officeart/2018/2/layout/IconVerticalSolidList"/>
    <dgm:cxn modelId="{4A5EF979-7DBF-4E77-95E1-861E409DE23F}" type="presParOf" srcId="{6F62B331-82FF-4CC3-804A-15CD3BD25D0F}" destId="{AC9495F0-6B4F-4FA7-9F09-81EFEBDC5D8E}" srcOrd="8" destOrd="0" presId="urn:microsoft.com/office/officeart/2018/2/layout/IconVerticalSolidList"/>
    <dgm:cxn modelId="{E452C5DF-592B-45F0-8D69-FC8F62E7059D}" type="presParOf" srcId="{AC9495F0-6B4F-4FA7-9F09-81EFEBDC5D8E}" destId="{7F285D7B-AE1D-4C37-BA65-53D69B2FBF07}" srcOrd="0" destOrd="0" presId="urn:microsoft.com/office/officeart/2018/2/layout/IconVerticalSolidList"/>
    <dgm:cxn modelId="{A5E40AA0-81F2-4C9A-8658-0062978AF00C}" type="presParOf" srcId="{AC9495F0-6B4F-4FA7-9F09-81EFEBDC5D8E}" destId="{70D3F37D-E40E-4A32-B394-F4D34D872254}" srcOrd="1" destOrd="0" presId="urn:microsoft.com/office/officeart/2018/2/layout/IconVerticalSolidList"/>
    <dgm:cxn modelId="{42BFE0C6-3FE3-4027-975D-F0F27FB9BA64}" type="presParOf" srcId="{AC9495F0-6B4F-4FA7-9F09-81EFEBDC5D8E}" destId="{E39DCB91-F38A-4EF5-A36C-1FEE5C6290B0}" srcOrd="2" destOrd="0" presId="urn:microsoft.com/office/officeart/2018/2/layout/IconVerticalSolidList"/>
    <dgm:cxn modelId="{9B9543BF-3C76-42DE-83C7-8771F8E2BF62}" type="presParOf" srcId="{AC9495F0-6B4F-4FA7-9F09-81EFEBDC5D8E}" destId="{FB3D3E55-485F-4D4A-8815-281F7CCE4C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79E2480-BDF6-4C85-9ADF-78460C197041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A6023CD-672F-4361-9138-2E7DBFFE6C36}">
      <dgm:prSet/>
      <dgm:spPr/>
      <dgm:t>
        <a:bodyPr/>
        <a:lstStyle/>
        <a:p>
          <a:r>
            <a:rPr lang="en-US"/>
            <a:t>Choose a system (banking app, hospital, smart home)</a:t>
          </a:r>
        </a:p>
      </dgm:t>
    </dgm:pt>
    <dgm:pt modelId="{C7F7E6CA-7677-46DB-8476-925302782988}" type="parTrans" cxnId="{AFC5256D-D160-410D-A65F-1786004930AB}">
      <dgm:prSet/>
      <dgm:spPr/>
      <dgm:t>
        <a:bodyPr/>
        <a:lstStyle/>
        <a:p>
          <a:endParaRPr lang="en-US"/>
        </a:p>
      </dgm:t>
    </dgm:pt>
    <dgm:pt modelId="{973AD372-07E8-48CF-AE4E-1D0643A5570A}" type="sibTrans" cxnId="{AFC5256D-D160-410D-A65F-1786004930A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B77BBC1-45B5-4063-96A0-6EF20C3517A2}">
      <dgm:prSet/>
      <dgm:spPr/>
      <dgm:t>
        <a:bodyPr/>
        <a:lstStyle/>
        <a:p>
          <a:r>
            <a:rPr lang="en-US"/>
            <a:t>Identify assets that must be protected</a:t>
          </a:r>
        </a:p>
      </dgm:t>
    </dgm:pt>
    <dgm:pt modelId="{7D59E082-6A87-4CFB-A6BB-2B4F0965223B}" type="parTrans" cxnId="{E64E857C-3139-494B-9400-A31C5A72D84A}">
      <dgm:prSet/>
      <dgm:spPr/>
      <dgm:t>
        <a:bodyPr/>
        <a:lstStyle/>
        <a:p>
          <a:endParaRPr lang="en-US"/>
        </a:p>
      </dgm:t>
    </dgm:pt>
    <dgm:pt modelId="{6784B41E-F9C1-49CA-AFE6-4DB99701AA9C}" type="sibTrans" cxnId="{E64E857C-3139-494B-9400-A31C5A72D84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9D947A9-DDF2-4DF9-8F16-948B101A48CA}">
      <dgm:prSet/>
      <dgm:spPr/>
      <dgm:t>
        <a:bodyPr/>
        <a:lstStyle/>
        <a:p>
          <a:r>
            <a:rPr lang="en-US"/>
            <a:t>Identify possible attackers</a:t>
          </a:r>
        </a:p>
      </dgm:t>
    </dgm:pt>
    <dgm:pt modelId="{A91736B0-CF78-4F86-A4A6-3983178FAB8C}" type="parTrans" cxnId="{116EDCC2-F098-46F9-B754-9A3E535FFB52}">
      <dgm:prSet/>
      <dgm:spPr/>
      <dgm:t>
        <a:bodyPr/>
        <a:lstStyle/>
        <a:p>
          <a:endParaRPr lang="en-US"/>
        </a:p>
      </dgm:t>
    </dgm:pt>
    <dgm:pt modelId="{B18CC778-4973-45B9-A811-23A9A8E9706D}" type="sibTrans" cxnId="{116EDCC2-F098-46F9-B754-9A3E535FFB5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C5B358F-A191-48B7-B3A0-84A775E526B7}">
      <dgm:prSet/>
      <dgm:spPr/>
      <dgm:t>
        <a:bodyPr/>
        <a:lstStyle/>
        <a:p>
          <a:r>
            <a:rPr lang="en-US"/>
            <a:t>Identify potential threats</a:t>
          </a:r>
        </a:p>
      </dgm:t>
    </dgm:pt>
    <dgm:pt modelId="{3B644448-B377-4715-B813-33A9AF7F4D1E}" type="parTrans" cxnId="{2A99E568-C4E6-4449-94C6-CB8F2B7A8A08}">
      <dgm:prSet/>
      <dgm:spPr/>
      <dgm:t>
        <a:bodyPr/>
        <a:lstStyle/>
        <a:p>
          <a:endParaRPr lang="en-US"/>
        </a:p>
      </dgm:t>
    </dgm:pt>
    <dgm:pt modelId="{A11C589C-73E5-46F6-95AF-9C081F930874}" type="sibTrans" cxnId="{2A99E568-C4E6-4449-94C6-CB8F2B7A8A08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F476C1C-D6A5-4F0A-B643-20274A4FFA10}">
      <dgm:prSet/>
      <dgm:spPr/>
      <dgm:t>
        <a:bodyPr/>
        <a:lstStyle/>
        <a:p>
          <a:r>
            <a:rPr lang="en-US"/>
            <a:t>Discuss mitigation strategies</a:t>
          </a:r>
        </a:p>
      </dgm:t>
    </dgm:pt>
    <dgm:pt modelId="{F3D83F16-429B-483D-A431-BCD2CC8EF00C}" type="parTrans" cxnId="{13AA3684-3A4D-46CF-B3AE-FAFA63F81047}">
      <dgm:prSet/>
      <dgm:spPr/>
      <dgm:t>
        <a:bodyPr/>
        <a:lstStyle/>
        <a:p>
          <a:endParaRPr lang="en-US"/>
        </a:p>
      </dgm:t>
    </dgm:pt>
    <dgm:pt modelId="{DDC62D19-0004-433E-8A43-738FAC21102C}" type="sibTrans" cxnId="{13AA3684-3A4D-46CF-B3AE-FAFA63F81047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3E4634F-4BB1-4E3C-A89F-3EA2C3512351}" type="pres">
      <dgm:prSet presAssocID="{079E2480-BDF6-4C85-9ADF-78460C197041}" presName="linearFlow" presStyleCnt="0">
        <dgm:presLayoutVars>
          <dgm:dir/>
          <dgm:animLvl val="lvl"/>
          <dgm:resizeHandles val="exact"/>
        </dgm:presLayoutVars>
      </dgm:prSet>
      <dgm:spPr/>
    </dgm:pt>
    <dgm:pt modelId="{666CB651-25E9-4F30-AA2E-634F14CA2FD4}" type="pres">
      <dgm:prSet presAssocID="{3A6023CD-672F-4361-9138-2E7DBFFE6C36}" presName="compositeNode" presStyleCnt="0"/>
      <dgm:spPr/>
    </dgm:pt>
    <dgm:pt modelId="{2C7E7CFB-DC8D-455D-B916-D1528CAD5207}" type="pres">
      <dgm:prSet presAssocID="{3A6023CD-672F-4361-9138-2E7DBFFE6C3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38C090E-C667-4BEA-8AD0-F42FCBE15200}" type="pres">
      <dgm:prSet presAssocID="{3A6023CD-672F-4361-9138-2E7DBFFE6C36}" presName="parSh" presStyleCnt="0"/>
      <dgm:spPr/>
    </dgm:pt>
    <dgm:pt modelId="{F7E19D34-9012-4755-B5CF-D600668C3ABD}" type="pres">
      <dgm:prSet presAssocID="{3A6023CD-672F-4361-9138-2E7DBFFE6C36}" presName="lineNode" presStyleLbl="alignAccFollowNode1" presStyleIdx="0" presStyleCnt="15"/>
      <dgm:spPr/>
    </dgm:pt>
    <dgm:pt modelId="{15B0EA6D-4F9F-44C6-B36C-9F601D2B298B}" type="pres">
      <dgm:prSet presAssocID="{3A6023CD-672F-4361-9138-2E7DBFFE6C36}" presName="lineArrowNode" presStyleLbl="alignAccFollowNode1" presStyleIdx="1" presStyleCnt="15"/>
      <dgm:spPr/>
    </dgm:pt>
    <dgm:pt modelId="{CD6C5D4B-069F-4C96-8DFE-BC6B224EC9E9}" type="pres">
      <dgm:prSet presAssocID="{973AD372-07E8-48CF-AE4E-1D0643A5570A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09BE3E7D-B9FB-4478-A8B6-2752BDF09647}" type="pres">
      <dgm:prSet presAssocID="{973AD372-07E8-48CF-AE4E-1D0643A5570A}" presName="spacerBetweenCircleAndCallout" presStyleCnt="0">
        <dgm:presLayoutVars/>
      </dgm:prSet>
      <dgm:spPr/>
    </dgm:pt>
    <dgm:pt modelId="{6410EC8D-DEEC-4F2E-96EE-832C3D57DC30}" type="pres">
      <dgm:prSet presAssocID="{3A6023CD-672F-4361-9138-2E7DBFFE6C36}" presName="nodeText" presStyleLbl="alignAccFollowNode1" presStyleIdx="2" presStyleCnt="15">
        <dgm:presLayoutVars>
          <dgm:bulletEnabled val="1"/>
        </dgm:presLayoutVars>
      </dgm:prSet>
      <dgm:spPr/>
    </dgm:pt>
    <dgm:pt modelId="{D50FCC7E-225B-41BE-B156-993F4A856DB7}" type="pres">
      <dgm:prSet presAssocID="{973AD372-07E8-48CF-AE4E-1D0643A5570A}" presName="sibTransComposite" presStyleCnt="0"/>
      <dgm:spPr/>
    </dgm:pt>
    <dgm:pt modelId="{042988AA-B1A0-4BF1-B4EF-26A40F8FA671}" type="pres">
      <dgm:prSet presAssocID="{5B77BBC1-45B5-4063-96A0-6EF20C3517A2}" presName="compositeNode" presStyleCnt="0"/>
      <dgm:spPr/>
    </dgm:pt>
    <dgm:pt modelId="{F0D580A6-A750-4654-B1DE-59DBDE7910C2}" type="pres">
      <dgm:prSet presAssocID="{5B77BBC1-45B5-4063-96A0-6EF20C3517A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065CED5-20F7-4535-B929-B7958F72A3D4}" type="pres">
      <dgm:prSet presAssocID="{5B77BBC1-45B5-4063-96A0-6EF20C3517A2}" presName="parSh" presStyleCnt="0"/>
      <dgm:spPr/>
    </dgm:pt>
    <dgm:pt modelId="{A9F333FF-D852-4DA8-B212-DE177FAAE887}" type="pres">
      <dgm:prSet presAssocID="{5B77BBC1-45B5-4063-96A0-6EF20C3517A2}" presName="lineNode" presStyleLbl="alignAccFollowNode1" presStyleIdx="3" presStyleCnt="15"/>
      <dgm:spPr/>
    </dgm:pt>
    <dgm:pt modelId="{A56640F7-A4EB-4FFB-89C4-EBDF6F5E635E}" type="pres">
      <dgm:prSet presAssocID="{5B77BBC1-45B5-4063-96A0-6EF20C3517A2}" presName="lineArrowNode" presStyleLbl="alignAccFollowNode1" presStyleIdx="4" presStyleCnt="15"/>
      <dgm:spPr/>
    </dgm:pt>
    <dgm:pt modelId="{F602F38A-F471-407E-B915-E7031E190D2F}" type="pres">
      <dgm:prSet presAssocID="{6784B41E-F9C1-49CA-AFE6-4DB99701AA9C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32625C8C-B0FE-44E1-A81A-20320752510C}" type="pres">
      <dgm:prSet presAssocID="{6784B41E-F9C1-49CA-AFE6-4DB99701AA9C}" presName="spacerBetweenCircleAndCallout" presStyleCnt="0">
        <dgm:presLayoutVars/>
      </dgm:prSet>
      <dgm:spPr/>
    </dgm:pt>
    <dgm:pt modelId="{0B571A1E-62E6-427C-8FA7-85A593BFC008}" type="pres">
      <dgm:prSet presAssocID="{5B77BBC1-45B5-4063-96A0-6EF20C3517A2}" presName="nodeText" presStyleLbl="alignAccFollowNode1" presStyleIdx="5" presStyleCnt="15">
        <dgm:presLayoutVars>
          <dgm:bulletEnabled val="1"/>
        </dgm:presLayoutVars>
      </dgm:prSet>
      <dgm:spPr/>
    </dgm:pt>
    <dgm:pt modelId="{8E07CE74-9199-44AA-A927-B274A5A88742}" type="pres">
      <dgm:prSet presAssocID="{6784B41E-F9C1-49CA-AFE6-4DB99701AA9C}" presName="sibTransComposite" presStyleCnt="0"/>
      <dgm:spPr/>
    </dgm:pt>
    <dgm:pt modelId="{D6E9C07C-8AEE-4988-A672-2148C5F9E99A}" type="pres">
      <dgm:prSet presAssocID="{29D947A9-DDF2-4DF9-8F16-948B101A48CA}" presName="compositeNode" presStyleCnt="0"/>
      <dgm:spPr/>
    </dgm:pt>
    <dgm:pt modelId="{AC463BCB-CADB-44BE-8898-F34E74AA3914}" type="pres">
      <dgm:prSet presAssocID="{29D947A9-DDF2-4DF9-8F16-948B101A48C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BFAD78C-FFCA-4615-BF3E-133CB43B843D}" type="pres">
      <dgm:prSet presAssocID="{29D947A9-DDF2-4DF9-8F16-948B101A48CA}" presName="parSh" presStyleCnt="0"/>
      <dgm:spPr/>
    </dgm:pt>
    <dgm:pt modelId="{B60C4D44-A8B9-4760-BA43-ACA00E77E207}" type="pres">
      <dgm:prSet presAssocID="{29D947A9-DDF2-4DF9-8F16-948B101A48CA}" presName="lineNode" presStyleLbl="alignAccFollowNode1" presStyleIdx="6" presStyleCnt="15"/>
      <dgm:spPr/>
    </dgm:pt>
    <dgm:pt modelId="{E2F746D9-B446-4042-997A-AA6FCE15F0F1}" type="pres">
      <dgm:prSet presAssocID="{29D947A9-DDF2-4DF9-8F16-948B101A48CA}" presName="lineArrowNode" presStyleLbl="alignAccFollowNode1" presStyleIdx="7" presStyleCnt="15"/>
      <dgm:spPr/>
    </dgm:pt>
    <dgm:pt modelId="{0C88B141-25F2-4D97-9AFB-F515BAB38323}" type="pres">
      <dgm:prSet presAssocID="{B18CC778-4973-45B9-A811-23A9A8E9706D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00CD46BE-C789-41DA-AABE-0E0761FE6ADE}" type="pres">
      <dgm:prSet presAssocID="{B18CC778-4973-45B9-A811-23A9A8E9706D}" presName="spacerBetweenCircleAndCallout" presStyleCnt="0">
        <dgm:presLayoutVars/>
      </dgm:prSet>
      <dgm:spPr/>
    </dgm:pt>
    <dgm:pt modelId="{BE4481E8-C7EC-4271-BEF4-FEBE237A7774}" type="pres">
      <dgm:prSet presAssocID="{29D947A9-DDF2-4DF9-8F16-948B101A48CA}" presName="nodeText" presStyleLbl="alignAccFollowNode1" presStyleIdx="8" presStyleCnt="15">
        <dgm:presLayoutVars>
          <dgm:bulletEnabled val="1"/>
        </dgm:presLayoutVars>
      </dgm:prSet>
      <dgm:spPr/>
    </dgm:pt>
    <dgm:pt modelId="{2F9CC984-9E7C-4F04-847E-ACD31714D264}" type="pres">
      <dgm:prSet presAssocID="{B18CC778-4973-45B9-A811-23A9A8E9706D}" presName="sibTransComposite" presStyleCnt="0"/>
      <dgm:spPr/>
    </dgm:pt>
    <dgm:pt modelId="{DF5DCCDD-1D64-48FB-8FCF-D5336C7C62CA}" type="pres">
      <dgm:prSet presAssocID="{DC5B358F-A191-48B7-B3A0-84A775E526B7}" presName="compositeNode" presStyleCnt="0"/>
      <dgm:spPr/>
    </dgm:pt>
    <dgm:pt modelId="{28BB8072-7F38-42A8-82D1-A494669FD1C7}" type="pres">
      <dgm:prSet presAssocID="{DC5B358F-A191-48B7-B3A0-84A775E526B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975130C-DCC5-4B8F-8EFA-2014117DC53E}" type="pres">
      <dgm:prSet presAssocID="{DC5B358F-A191-48B7-B3A0-84A775E526B7}" presName="parSh" presStyleCnt="0"/>
      <dgm:spPr/>
    </dgm:pt>
    <dgm:pt modelId="{2DAFA5AC-F43C-43FC-B129-E986E8AB7985}" type="pres">
      <dgm:prSet presAssocID="{DC5B358F-A191-48B7-B3A0-84A775E526B7}" presName="lineNode" presStyleLbl="alignAccFollowNode1" presStyleIdx="9" presStyleCnt="15"/>
      <dgm:spPr/>
    </dgm:pt>
    <dgm:pt modelId="{761851A3-C84B-480C-A906-0D3EFE98A323}" type="pres">
      <dgm:prSet presAssocID="{DC5B358F-A191-48B7-B3A0-84A775E526B7}" presName="lineArrowNode" presStyleLbl="alignAccFollowNode1" presStyleIdx="10" presStyleCnt="15"/>
      <dgm:spPr/>
    </dgm:pt>
    <dgm:pt modelId="{CBDD5E86-9A77-4B0D-81B2-1F729259CB3D}" type="pres">
      <dgm:prSet presAssocID="{A11C589C-73E5-46F6-95AF-9C081F930874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6299C308-424E-44D6-983A-C35D6C9BAC63}" type="pres">
      <dgm:prSet presAssocID="{A11C589C-73E5-46F6-95AF-9C081F930874}" presName="spacerBetweenCircleAndCallout" presStyleCnt="0">
        <dgm:presLayoutVars/>
      </dgm:prSet>
      <dgm:spPr/>
    </dgm:pt>
    <dgm:pt modelId="{44E0BB5C-2362-42C0-8192-497AE8C1A5B6}" type="pres">
      <dgm:prSet presAssocID="{DC5B358F-A191-48B7-B3A0-84A775E526B7}" presName="nodeText" presStyleLbl="alignAccFollowNode1" presStyleIdx="11" presStyleCnt="15">
        <dgm:presLayoutVars>
          <dgm:bulletEnabled val="1"/>
        </dgm:presLayoutVars>
      </dgm:prSet>
      <dgm:spPr/>
    </dgm:pt>
    <dgm:pt modelId="{134E9C4B-11A4-4A7B-B565-FC90764177AD}" type="pres">
      <dgm:prSet presAssocID="{A11C589C-73E5-46F6-95AF-9C081F930874}" presName="sibTransComposite" presStyleCnt="0"/>
      <dgm:spPr/>
    </dgm:pt>
    <dgm:pt modelId="{2B9FA8BA-16EF-43EE-8757-A2877123DD9E}" type="pres">
      <dgm:prSet presAssocID="{9F476C1C-D6A5-4F0A-B643-20274A4FFA10}" presName="compositeNode" presStyleCnt="0"/>
      <dgm:spPr/>
    </dgm:pt>
    <dgm:pt modelId="{70A91162-EED9-4BCF-9230-AD1D661BEE17}" type="pres">
      <dgm:prSet presAssocID="{9F476C1C-D6A5-4F0A-B643-20274A4FFA1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72B3F59-55B5-4995-8A84-7C49A9545122}" type="pres">
      <dgm:prSet presAssocID="{9F476C1C-D6A5-4F0A-B643-20274A4FFA10}" presName="parSh" presStyleCnt="0"/>
      <dgm:spPr/>
    </dgm:pt>
    <dgm:pt modelId="{B4D62143-2734-466A-B81D-76AC67892C49}" type="pres">
      <dgm:prSet presAssocID="{9F476C1C-D6A5-4F0A-B643-20274A4FFA10}" presName="lineNode" presStyleLbl="alignAccFollowNode1" presStyleIdx="12" presStyleCnt="15"/>
      <dgm:spPr/>
    </dgm:pt>
    <dgm:pt modelId="{86320C78-056B-47C8-B7B2-55653D800810}" type="pres">
      <dgm:prSet presAssocID="{9F476C1C-D6A5-4F0A-B643-20274A4FFA10}" presName="lineArrowNode" presStyleLbl="alignAccFollowNode1" presStyleIdx="13" presStyleCnt="15"/>
      <dgm:spPr/>
    </dgm:pt>
    <dgm:pt modelId="{950435A9-EA06-419A-914D-2051C6B67244}" type="pres">
      <dgm:prSet presAssocID="{DDC62D19-0004-433E-8A43-738FAC21102C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271F52D3-D157-4A53-BB06-2458B14DA773}" type="pres">
      <dgm:prSet presAssocID="{DDC62D19-0004-433E-8A43-738FAC21102C}" presName="spacerBetweenCircleAndCallout" presStyleCnt="0">
        <dgm:presLayoutVars/>
      </dgm:prSet>
      <dgm:spPr/>
    </dgm:pt>
    <dgm:pt modelId="{052F6A1A-D935-4401-AEB9-C479491E51A3}" type="pres">
      <dgm:prSet presAssocID="{9F476C1C-D6A5-4F0A-B643-20274A4FFA10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214C4C01-1881-480D-8297-FD132BACBD07}" type="presOf" srcId="{973AD372-07E8-48CF-AE4E-1D0643A5570A}" destId="{CD6C5D4B-069F-4C96-8DFE-BC6B224EC9E9}" srcOrd="0" destOrd="0" presId="urn:microsoft.com/office/officeart/2016/7/layout/LinearArrowProcessNumbered"/>
    <dgm:cxn modelId="{7D05E11B-467E-4619-82AC-991762ED747F}" type="presOf" srcId="{DC5B358F-A191-48B7-B3A0-84A775E526B7}" destId="{44E0BB5C-2362-42C0-8192-497AE8C1A5B6}" srcOrd="0" destOrd="0" presId="urn:microsoft.com/office/officeart/2016/7/layout/LinearArrowProcessNumbered"/>
    <dgm:cxn modelId="{2A99E568-C4E6-4449-94C6-CB8F2B7A8A08}" srcId="{079E2480-BDF6-4C85-9ADF-78460C197041}" destId="{DC5B358F-A191-48B7-B3A0-84A775E526B7}" srcOrd="3" destOrd="0" parTransId="{3B644448-B377-4715-B813-33A9AF7F4D1E}" sibTransId="{A11C589C-73E5-46F6-95AF-9C081F930874}"/>
    <dgm:cxn modelId="{4F3E3169-022F-4955-BB79-D6534A5E77CB}" type="presOf" srcId="{B18CC778-4973-45B9-A811-23A9A8E9706D}" destId="{0C88B141-25F2-4D97-9AFB-F515BAB38323}" srcOrd="0" destOrd="0" presId="urn:microsoft.com/office/officeart/2016/7/layout/LinearArrowProcessNumbered"/>
    <dgm:cxn modelId="{AFC5256D-D160-410D-A65F-1786004930AB}" srcId="{079E2480-BDF6-4C85-9ADF-78460C197041}" destId="{3A6023CD-672F-4361-9138-2E7DBFFE6C36}" srcOrd="0" destOrd="0" parTransId="{C7F7E6CA-7677-46DB-8476-925302782988}" sibTransId="{973AD372-07E8-48CF-AE4E-1D0643A5570A}"/>
    <dgm:cxn modelId="{8BA7E96F-65D0-4109-9639-618271681593}" type="presOf" srcId="{3A6023CD-672F-4361-9138-2E7DBFFE6C36}" destId="{6410EC8D-DEEC-4F2E-96EE-832C3D57DC30}" srcOrd="0" destOrd="0" presId="urn:microsoft.com/office/officeart/2016/7/layout/LinearArrowProcessNumbered"/>
    <dgm:cxn modelId="{9989E170-6D4C-40FB-B337-F7E150C1DA3E}" type="presOf" srcId="{A11C589C-73E5-46F6-95AF-9C081F930874}" destId="{CBDD5E86-9A77-4B0D-81B2-1F729259CB3D}" srcOrd="0" destOrd="0" presId="urn:microsoft.com/office/officeart/2016/7/layout/LinearArrowProcessNumbered"/>
    <dgm:cxn modelId="{629CD659-8F70-4D19-B146-0C869E1E4067}" type="presOf" srcId="{29D947A9-DDF2-4DF9-8F16-948B101A48CA}" destId="{BE4481E8-C7EC-4271-BEF4-FEBE237A7774}" srcOrd="0" destOrd="0" presId="urn:microsoft.com/office/officeart/2016/7/layout/LinearArrowProcessNumbered"/>
    <dgm:cxn modelId="{E64E857C-3139-494B-9400-A31C5A72D84A}" srcId="{079E2480-BDF6-4C85-9ADF-78460C197041}" destId="{5B77BBC1-45B5-4063-96A0-6EF20C3517A2}" srcOrd="1" destOrd="0" parTransId="{7D59E082-6A87-4CFB-A6BB-2B4F0965223B}" sibTransId="{6784B41E-F9C1-49CA-AFE6-4DB99701AA9C}"/>
    <dgm:cxn modelId="{13AA3684-3A4D-46CF-B3AE-FAFA63F81047}" srcId="{079E2480-BDF6-4C85-9ADF-78460C197041}" destId="{9F476C1C-D6A5-4F0A-B643-20274A4FFA10}" srcOrd="4" destOrd="0" parTransId="{F3D83F16-429B-483D-A431-BCD2CC8EF00C}" sibTransId="{DDC62D19-0004-433E-8A43-738FAC21102C}"/>
    <dgm:cxn modelId="{3145238E-EFF0-47A3-8B95-F63EC0D8B058}" type="presOf" srcId="{9F476C1C-D6A5-4F0A-B643-20274A4FFA10}" destId="{052F6A1A-D935-4401-AEB9-C479491E51A3}" srcOrd="0" destOrd="0" presId="urn:microsoft.com/office/officeart/2016/7/layout/LinearArrowProcessNumbered"/>
    <dgm:cxn modelId="{CE41EE99-2CDE-4574-B6B5-B5F9E5C59C97}" type="presOf" srcId="{5B77BBC1-45B5-4063-96A0-6EF20C3517A2}" destId="{0B571A1E-62E6-427C-8FA7-85A593BFC008}" srcOrd="0" destOrd="0" presId="urn:microsoft.com/office/officeart/2016/7/layout/LinearArrowProcessNumbered"/>
    <dgm:cxn modelId="{396CBCA5-9D3E-4E0A-8DF6-6B4698700978}" type="presOf" srcId="{079E2480-BDF6-4C85-9ADF-78460C197041}" destId="{53E4634F-4BB1-4E3C-A89F-3EA2C3512351}" srcOrd="0" destOrd="0" presId="urn:microsoft.com/office/officeart/2016/7/layout/LinearArrowProcessNumbered"/>
    <dgm:cxn modelId="{116EDCC2-F098-46F9-B754-9A3E535FFB52}" srcId="{079E2480-BDF6-4C85-9ADF-78460C197041}" destId="{29D947A9-DDF2-4DF9-8F16-948B101A48CA}" srcOrd="2" destOrd="0" parTransId="{A91736B0-CF78-4F86-A4A6-3983178FAB8C}" sibTransId="{B18CC778-4973-45B9-A811-23A9A8E9706D}"/>
    <dgm:cxn modelId="{7C57F3C3-F09A-4695-ACB7-9A567C8E353A}" type="presOf" srcId="{DDC62D19-0004-433E-8A43-738FAC21102C}" destId="{950435A9-EA06-419A-914D-2051C6B67244}" srcOrd="0" destOrd="0" presId="urn:microsoft.com/office/officeart/2016/7/layout/LinearArrowProcessNumbered"/>
    <dgm:cxn modelId="{5B32A0ED-2D40-43F2-9C79-3F4B89EA96C1}" type="presOf" srcId="{6784B41E-F9C1-49CA-AFE6-4DB99701AA9C}" destId="{F602F38A-F471-407E-B915-E7031E190D2F}" srcOrd="0" destOrd="0" presId="urn:microsoft.com/office/officeart/2016/7/layout/LinearArrowProcessNumbered"/>
    <dgm:cxn modelId="{7AD98172-6110-4930-910A-91305CA2437A}" type="presParOf" srcId="{53E4634F-4BB1-4E3C-A89F-3EA2C3512351}" destId="{666CB651-25E9-4F30-AA2E-634F14CA2FD4}" srcOrd="0" destOrd="0" presId="urn:microsoft.com/office/officeart/2016/7/layout/LinearArrowProcessNumbered"/>
    <dgm:cxn modelId="{97EB2364-8D50-42CF-8503-4356320D4F20}" type="presParOf" srcId="{666CB651-25E9-4F30-AA2E-634F14CA2FD4}" destId="{2C7E7CFB-DC8D-455D-B916-D1528CAD5207}" srcOrd="0" destOrd="0" presId="urn:microsoft.com/office/officeart/2016/7/layout/LinearArrowProcessNumbered"/>
    <dgm:cxn modelId="{45DBCBF2-070C-4DC6-9756-76464ABA6D5A}" type="presParOf" srcId="{666CB651-25E9-4F30-AA2E-634F14CA2FD4}" destId="{338C090E-C667-4BEA-8AD0-F42FCBE15200}" srcOrd="1" destOrd="0" presId="urn:microsoft.com/office/officeart/2016/7/layout/LinearArrowProcessNumbered"/>
    <dgm:cxn modelId="{F3B4C51C-E802-4C8E-B7C0-37B8770E0B13}" type="presParOf" srcId="{338C090E-C667-4BEA-8AD0-F42FCBE15200}" destId="{F7E19D34-9012-4755-B5CF-D600668C3ABD}" srcOrd="0" destOrd="0" presId="urn:microsoft.com/office/officeart/2016/7/layout/LinearArrowProcessNumbered"/>
    <dgm:cxn modelId="{FF618B1C-FC8E-49FE-8BEC-22F7EBB5AAAA}" type="presParOf" srcId="{338C090E-C667-4BEA-8AD0-F42FCBE15200}" destId="{15B0EA6D-4F9F-44C6-B36C-9F601D2B298B}" srcOrd="1" destOrd="0" presId="urn:microsoft.com/office/officeart/2016/7/layout/LinearArrowProcessNumbered"/>
    <dgm:cxn modelId="{6030441C-0A31-4D6C-9EB9-12C0F55225E5}" type="presParOf" srcId="{338C090E-C667-4BEA-8AD0-F42FCBE15200}" destId="{CD6C5D4B-069F-4C96-8DFE-BC6B224EC9E9}" srcOrd="2" destOrd="0" presId="urn:microsoft.com/office/officeart/2016/7/layout/LinearArrowProcessNumbered"/>
    <dgm:cxn modelId="{F5BA655F-9238-468D-8B14-E2DD25D1AEF7}" type="presParOf" srcId="{338C090E-C667-4BEA-8AD0-F42FCBE15200}" destId="{09BE3E7D-B9FB-4478-A8B6-2752BDF09647}" srcOrd="3" destOrd="0" presId="urn:microsoft.com/office/officeart/2016/7/layout/LinearArrowProcessNumbered"/>
    <dgm:cxn modelId="{9BFA30C0-B5B6-43F7-8CEC-E05843B92E72}" type="presParOf" srcId="{666CB651-25E9-4F30-AA2E-634F14CA2FD4}" destId="{6410EC8D-DEEC-4F2E-96EE-832C3D57DC30}" srcOrd="2" destOrd="0" presId="urn:microsoft.com/office/officeart/2016/7/layout/LinearArrowProcessNumbered"/>
    <dgm:cxn modelId="{59FD7896-4366-4E2F-B8BD-571D31EA481E}" type="presParOf" srcId="{53E4634F-4BB1-4E3C-A89F-3EA2C3512351}" destId="{D50FCC7E-225B-41BE-B156-993F4A856DB7}" srcOrd="1" destOrd="0" presId="urn:microsoft.com/office/officeart/2016/7/layout/LinearArrowProcessNumbered"/>
    <dgm:cxn modelId="{F6197CD1-5BDA-48E2-9A7B-05AEDA8278C7}" type="presParOf" srcId="{53E4634F-4BB1-4E3C-A89F-3EA2C3512351}" destId="{042988AA-B1A0-4BF1-B4EF-26A40F8FA671}" srcOrd="2" destOrd="0" presId="urn:microsoft.com/office/officeart/2016/7/layout/LinearArrowProcessNumbered"/>
    <dgm:cxn modelId="{5BF0126E-8C3A-4C90-9B81-F146A7A88D98}" type="presParOf" srcId="{042988AA-B1A0-4BF1-B4EF-26A40F8FA671}" destId="{F0D580A6-A750-4654-B1DE-59DBDE7910C2}" srcOrd="0" destOrd="0" presId="urn:microsoft.com/office/officeart/2016/7/layout/LinearArrowProcessNumbered"/>
    <dgm:cxn modelId="{0D55A1B2-CFAB-4F97-98A0-EC268D68FA34}" type="presParOf" srcId="{042988AA-B1A0-4BF1-B4EF-26A40F8FA671}" destId="{D065CED5-20F7-4535-B929-B7958F72A3D4}" srcOrd="1" destOrd="0" presId="urn:microsoft.com/office/officeart/2016/7/layout/LinearArrowProcessNumbered"/>
    <dgm:cxn modelId="{D8A8B527-8073-4D95-9D28-AC75D784A85E}" type="presParOf" srcId="{D065CED5-20F7-4535-B929-B7958F72A3D4}" destId="{A9F333FF-D852-4DA8-B212-DE177FAAE887}" srcOrd="0" destOrd="0" presId="urn:microsoft.com/office/officeart/2016/7/layout/LinearArrowProcessNumbered"/>
    <dgm:cxn modelId="{21162D2A-16EC-40C7-8FAF-4614E05ADCA7}" type="presParOf" srcId="{D065CED5-20F7-4535-B929-B7958F72A3D4}" destId="{A56640F7-A4EB-4FFB-89C4-EBDF6F5E635E}" srcOrd="1" destOrd="0" presId="urn:microsoft.com/office/officeart/2016/7/layout/LinearArrowProcessNumbered"/>
    <dgm:cxn modelId="{7D3335E4-E724-420F-8A0D-8790AE7814AF}" type="presParOf" srcId="{D065CED5-20F7-4535-B929-B7958F72A3D4}" destId="{F602F38A-F471-407E-B915-E7031E190D2F}" srcOrd="2" destOrd="0" presId="urn:microsoft.com/office/officeart/2016/7/layout/LinearArrowProcessNumbered"/>
    <dgm:cxn modelId="{29120154-D6BF-417C-AFFF-1DEEE9326A9D}" type="presParOf" srcId="{D065CED5-20F7-4535-B929-B7958F72A3D4}" destId="{32625C8C-B0FE-44E1-A81A-20320752510C}" srcOrd="3" destOrd="0" presId="urn:microsoft.com/office/officeart/2016/7/layout/LinearArrowProcessNumbered"/>
    <dgm:cxn modelId="{D0B39BF1-AA56-421D-B84A-4D8D7E2CC6C2}" type="presParOf" srcId="{042988AA-B1A0-4BF1-B4EF-26A40F8FA671}" destId="{0B571A1E-62E6-427C-8FA7-85A593BFC008}" srcOrd="2" destOrd="0" presId="urn:microsoft.com/office/officeart/2016/7/layout/LinearArrowProcessNumbered"/>
    <dgm:cxn modelId="{5E77F27F-99FA-4755-8F8A-F27E9EE1566D}" type="presParOf" srcId="{53E4634F-4BB1-4E3C-A89F-3EA2C3512351}" destId="{8E07CE74-9199-44AA-A927-B274A5A88742}" srcOrd="3" destOrd="0" presId="urn:microsoft.com/office/officeart/2016/7/layout/LinearArrowProcessNumbered"/>
    <dgm:cxn modelId="{563D7CAB-6D10-4EC4-8E7C-F73C0008B766}" type="presParOf" srcId="{53E4634F-4BB1-4E3C-A89F-3EA2C3512351}" destId="{D6E9C07C-8AEE-4988-A672-2148C5F9E99A}" srcOrd="4" destOrd="0" presId="urn:microsoft.com/office/officeart/2016/7/layout/LinearArrowProcessNumbered"/>
    <dgm:cxn modelId="{DB2BD035-BD66-4F32-A62C-03340404A52D}" type="presParOf" srcId="{D6E9C07C-8AEE-4988-A672-2148C5F9E99A}" destId="{AC463BCB-CADB-44BE-8898-F34E74AA3914}" srcOrd="0" destOrd="0" presId="urn:microsoft.com/office/officeart/2016/7/layout/LinearArrowProcessNumbered"/>
    <dgm:cxn modelId="{32AA1ABC-F3F9-4E48-BBD9-181BE669C499}" type="presParOf" srcId="{D6E9C07C-8AEE-4988-A672-2148C5F9E99A}" destId="{DBFAD78C-FFCA-4615-BF3E-133CB43B843D}" srcOrd="1" destOrd="0" presId="urn:microsoft.com/office/officeart/2016/7/layout/LinearArrowProcessNumbered"/>
    <dgm:cxn modelId="{EE17EA8C-9479-4065-AFFD-435CADED5629}" type="presParOf" srcId="{DBFAD78C-FFCA-4615-BF3E-133CB43B843D}" destId="{B60C4D44-A8B9-4760-BA43-ACA00E77E207}" srcOrd="0" destOrd="0" presId="urn:microsoft.com/office/officeart/2016/7/layout/LinearArrowProcessNumbered"/>
    <dgm:cxn modelId="{76E907CC-1AF5-495E-988A-E787D614F1D8}" type="presParOf" srcId="{DBFAD78C-FFCA-4615-BF3E-133CB43B843D}" destId="{E2F746D9-B446-4042-997A-AA6FCE15F0F1}" srcOrd="1" destOrd="0" presId="urn:microsoft.com/office/officeart/2016/7/layout/LinearArrowProcessNumbered"/>
    <dgm:cxn modelId="{793C8B6F-C907-401A-9310-6F9C1B9D3A6E}" type="presParOf" srcId="{DBFAD78C-FFCA-4615-BF3E-133CB43B843D}" destId="{0C88B141-25F2-4D97-9AFB-F515BAB38323}" srcOrd="2" destOrd="0" presId="urn:microsoft.com/office/officeart/2016/7/layout/LinearArrowProcessNumbered"/>
    <dgm:cxn modelId="{61C03FA6-0F7D-4FC0-9B70-06EAA5724972}" type="presParOf" srcId="{DBFAD78C-FFCA-4615-BF3E-133CB43B843D}" destId="{00CD46BE-C789-41DA-AABE-0E0761FE6ADE}" srcOrd="3" destOrd="0" presId="urn:microsoft.com/office/officeart/2016/7/layout/LinearArrowProcessNumbered"/>
    <dgm:cxn modelId="{ECF5310D-4136-4222-8D53-39193335EAF5}" type="presParOf" srcId="{D6E9C07C-8AEE-4988-A672-2148C5F9E99A}" destId="{BE4481E8-C7EC-4271-BEF4-FEBE237A7774}" srcOrd="2" destOrd="0" presId="urn:microsoft.com/office/officeart/2016/7/layout/LinearArrowProcessNumbered"/>
    <dgm:cxn modelId="{2FF5F8FA-63A0-4236-B1FD-DE4A4703D382}" type="presParOf" srcId="{53E4634F-4BB1-4E3C-A89F-3EA2C3512351}" destId="{2F9CC984-9E7C-4F04-847E-ACD31714D264}" srcOrd="5" destOrd="0" presId="urn:microsoft.com/office/officeart/2016/7/layout/LinearArrowProcessNumbered"/>
    <dgm:cxn modelId="{45A7CDDE-A7FD-4218-BE36-48964B7D5A16}" type="presParOf" srcId="{53E4634F-4BB1-4E3C-A89F-3EA2C3512351}" destId="{DF5DCCDD-1D64-48FB-8FCF-D5336C7C62CA}" srcOrd="6" destOrd="0" presId="urn:microsoft.com/office/officeart/2016/7/layout/LinearArrowProcessNumbered"/>
    <dgm:cxn modelId="{9359B653-DB5F-4E80-8295-29D0DD00F925}" type="presParOf" srcId="{DF5DCCDD-1D64-48FB-8FCF-D5336C7C62CA}" destId="{28BB8072-7F38-42A8-82D1-A494669FD1C7}" srcOrd="0" destOrd="0" presId="urn:microsoft.com/office/officeart/2016/7/layout/LinearArrowProcessNumbered"/>
    <dgm:cxn modelId="{6D882D68-FEB6-4E46-B9E3-D7C3CB7BA423}" type="presParOf" srcId="{DF5DCCDD-1D64-48FB-8FCF-D5336C7C62CA}" destId="{E975130C-DCC5-4B8F-8EFA-2014117DC53E}" srcOrd="1" destOrd="0" presId="urn:microsoft.com/office/officeart/2016/7/layout/LinearArrowProcessNumbered"/>
    <dgm:cxn modelId="{CA5FF54B-46FC-4343-811B-39EAC92D523A}" type="presParOf" srcId="{E975130C-DCC5-4B8F-8EFA-2014117DC53E}" destId="{2DAFA5AC-F43C-43FC-B129-E986E8AB7985}" srcOrd="0" destOrd="0" presId="urn:microsoft.com/office/officeart/2016/7/layout/LinearArrowProcessNumbered"/>
    <dgm:cxn modelId="{A68DCE7A-3BD5-4CCF-BBF9-42EDBA4D4042}" type="presParOf" srcId="{E975130C-DCC5-4B8F-8EFA-2014117DC53E}" destId="{761851A3-C84B-480C-A906-0D3EFE98A323}" srcOrd="1" destOrd="0" presId="urn:microsoft.com/office/officeart/2016/7/layout/LinearArrowProcessNumbered"/>
    <dgm:cxn modelId="{D516A02F-6D95-41BC-9B49-5FA91EFB39A2}" type="presParOf" srcId="{E975130C-DCC5-4B8F-8EFA-2014117DC53E}" destId="{CBDD5E86-9A77-4B0D-81B2-1F729259CB3D}" srcOrd="2" destOrd="0" presId="urn:microsoft.com/office/officeart/2016/7/layout/LinearArrowProcessNumbered"/>
    <dgm:cxn modelId="{25775E80-06A1-41E8-8BFA-93B52D1BBFA5}" type="presParOf" srcId="{E975130C-DCC5-4B8F-8EFA-2014117DC53E}" destId="{6299C308-424E-44D6-983A-C35D6C9BAC63}" srcOrd="3" destOrd="0" presId="urn:microsoft.com/office/officeart/2016/7/layout/LinearArrowProcessNumbered"/>
    <dgm:cxn modelId="{888922BC-8AD1-4B0D-AF8F-246DF12BE575}" type="presParOf" srcId="{DF5DCCDD-1D64-48FB-8FCF-D5336C7C62CA}" destId="{44E0BB5C-2362-42C0-8192-497AE8C1A5B6}" srcOrd="2" destOrd="0" presId="urn:microsoft.com/office/officeart/2016/7/layout/LinearArrowProcessNumbered"/>
    <dgm:cxn modelId="{68EB9711-79E5-47E0-AE5D-7B9EA979CBEE}" type="presParOf" srcId="{53E4634F-4BB1-4E3C-A89F-3EA2C3512351}" destId="{134E9C4B-11A4-4A7B-B565-FC90764177AD}" srcOrd="7" destOrd="0" presId="urn:microsoft.com/office/officeart/2016/7/layout/LinearArrowProcessNumbered"/>
    <dgm:cxn modelId="{744BD25A-CE65-4FBB-849F-24DA68BC934A}" type="presParOf" srcId="{53E4634F-4BB1-4E3C-A89F-3EA2C3512351}" destId="{2B9FA8BA-16EF-43EE-8757-A2877123DD9E}" srcOrd="8" destOrd="0" presId="urn:microsoft.com/office/officeart/2016/7/layout/LinearArrowProcessNumbered"/>
    <dgm:cxn modelId="{9E94313D-02FE-4456-A7D0-8F4F5D41F2F7}" type="presParOf" srcId="{2B9FA8BA-16EF-43EE-8757-A2877123DD9E}" destId="{70A91162-EED9-4BCF-9230-AD1D661BEE17}" srcOrd="0" destOrd="0" presId="urn:microsoft.com/office/officeart/2016/7/layout/LinearArrowProcessNumbered"/>
    <dgm:cxn modelId="{F6464E4B-EE9F-452C-B87E-B36D44BD61C2}" type="presParOf" srcId="{2B9FA8BA-16EF-43EE-8757-A2877123DD9E}" destId="{372B3F59-55B5-4995-8A84-7C49A9545122}" srcOrd="1" destOrd="0" presId="urn:microsoft.com/office/officeart/2016/7/layout/LinearArrowProcessNumbered"/>
    <dgm:cxn modelId="{263C36BF-1B58-4422-80D8-25AFA0B3416E}" type="presParOf" srcId="{372B3F59-55B5-4995-8A84-7C49A9545122}" destId="{B4D62143-2734-466A-B81D-76AC67892C49}" srcOrd="0" destOrd="0" presId="urn:microsoft.com/office/officeart/2016/7/layout/LinearArrowProcessNumbered"/>
    <dgm:cxn modelId="{8F4323EF-E938-4E69-A412-348D1DC85C34}" type="presParOf" srcId="{372B3F59-55B5-4995-8A84-7C49A9545122}" destId="{86320C78-056B-47C8-B7B2-55653D800810}" srcOrd="1" destOrd="0" presId="urn:microsoft.com/office/officeart/2016/7/layout/LinearArrowProcessNumbered"/>
    <dgm:cxn modelId="{C4206190-1CD4-4AA6-A5CB-64077648060A}" type="presParOf" srcId="{372B3F59-55B5-4995-8A84-7C49A9545122}" destId="{950435A9-EA06-419A-914D-2051C6B67244}" srcOrd="2" destOrd="0" presId="urn:microsoft.com/office/officeart/2016/7/layout/LinearArrowProcessNumbered"/>
    <dgm:cxn modelId="{A41CE601-851C-4269-A65B-AAAD4C31E68A}" type="presParOf" srcId="{372B3F59-55B5-4995-8A84-7C49A9545122}" destId="{271F52D3-D157-4A53-BB06-2458B14DA773}" srcOrd="3" destOrd="0" presId="urn:microsoft.com/office/officeart/2016/7/layout/LinearArrowProcessNumbered"/>
    <dgm:cxn modelId="{89AF7CD7-A892-4C67-9336-618BC53FE103}" type="presParOf" srcId="{2B9FA8BA-16EF-43EE-8757-A2877123DD9E}" destId="{052F6A1A-D935-4401-AEB9-C479491E51A3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77CB10E6-A556-4281-A2AB-49929E29739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E60CD9A-3B01-4662-BCBC-7E074D9DC539}">
      <dgm:prSet/>
      <dgm:spPr/>
      <dgm:t>
        <a:bodyPr/>
        <a:lstStyle/>
        <a:p>
          <a:r>
            <a:rPr lang="en-US"/>
            <a:t>Identify a company system</a:t>
          </a:r>
        </a:p>
      </dgm:t>
    </dgm:pt>
    <dgm:pt modelId="{35C3FC55-D9E7-40EA-8B6B-4FAD01F8D952}" type="parTrans" cxnId="{7130F505-3063-4440-BDDA-DBF0D58C8EE2}">
      <dgm:prSet/>
      <dgm:spPr/>
      <dgm:t>
        <a:bodyPr/>
        <a:lstStyle/>
        <a:p>
          <a:endParaRPr lang="en-US"/>
        </a:p>
      </dgm:t>
    </dgm:pt>
    <dgm:pt modelId="{D371375B-C77E-4C68-B1BD-1E3E1272FDAF}" type="sibTrans" cxnId="{7130F505-3063-4440-BDDA-DBF0D58C8EE2}">
      <dgm:prSet/>
      <dgm:spPr/>
      <dgm:t>
        <a:bodyPr/>
        <a:lstStyle/>
        <a:p>
          <a:endParaRPr lang="en-US"/>
        </a:p>
      </dgm:t>
    </dgm:pt>
    <dgm:pt modelId="{D12D94FD-7FED-4174-8692-FB8F5B13265E}">
      <dgm:prSet/>
      <dgm:spPr/>
      <dgm:t>
        <a:bodyPr/>
        <a:lstStyle/>
        <a:p>
          <a:r>
            <a:rPr lang="en-US"/>
            <a:t>Perform OSINT (DNS &amp; MX lookups)</a:t>
          </a:r>
        </a:p>
      </dgm:t>
    </dgm:pt>
    <dgm:pt modelId="{FBFF3050-C4FE-48CC-BE12-D018DA795ADB}" type="parTrans" cxnId="{FD5B63D4-91D8-46C0-B711-B87FBDD7C5C1}">
      <dgm:prSet/>
      <dgm:spPr/>
      <dgm:t>
        <a:bodyPr/>
        <a:lstStyle/>
        <a:p>
          <a:endParaRPr lang="en-US"/>
        </a:p>
      </dgm:t>
    </dgm:pt>
    <dgm:pt modelId="{CD7CF7E1-1CF8-45F8-92BC-BAA5309AE0D3}" type="sibTrans" cxnId="{FD5B63D4-91D8-46C0-B711-B87FBDD7C5C1}">
      <dgm:prSet/>
      <dgm:spPr/>
      <dgm:t>
        <a:bodyPr/>
        <a:lstStyle/>
        <a:p>
          <a:endParaRPr lang="en-US"/>
        </a:p>
      </dgm:t>
    </dgm:pt>
    <dgm:pt modelId="{E2E978F6-22A9-4D4A-9ECB-889CF60737DC}">
      <dgm:prSet/>
      <dgm:spPr/>
      <dgm:t>
        <a:bodyPr/>
        <a:lstStyle/>
        <a:p>
          <a:r>
            <a:rPr lang="en-US"/>
            <a:t>List threats and vulnerabilities (Public CVE and vulnerability databases)</a:t>
          </a:r>
        </a:p>
      </dgm:t>
    </dgm:pt>
    <dgm:pt modelId="{9EDEA76E-6CE7-4C9F-B976-059BF6297C46}" type="parTrans" cxnId="{80BDD731-4A58-4FE3-9FBB-D8E5AA57EDC6}">
      <dgm:prSet/>
      <dgm:spPr/>
      <dgm:t>
        <a:bodyPr/>
        <a:lstStyle/>
        <a:p>
          <a:endParaRPr lang="en-US"/>
        </a:p>
      </dgm:t>
    </dgm:pt>
    <dgm:pt modelId="{E309EB80-20BE-4774-94D9-4D8D78F4AE1F}" type="sibTrans" cxnId="{80BDD731-4A58-4FE3-9FBB-D8E5AA57EDC6}">
      <dgm:prSet/>
      <dgm:spPr/>
      <dgm:t>
        <a:bodyPr/>
        <a:lstStyle/>
        <a:p>
          <a:endParaRPr lang="en-US"/>
        </a:p>
      </dgm:t>
    </dgm:pt>
    <dgm:pt modelId="{C55C36D9-4995-4579-BDC3-26C25A72AD2E}">
      <dgm:prSet/>
      <dgm:spPr/>
      <dgm:t>
        <a:bodyPr/>
        <a:lstStyle/>
        <a:p>
          <a:r>
            <a:rPr lang="en-US"/>
            <a:t>Estimate likelihood and impact</a:t>
          </a:r>
        </a:p>
      </dgm:t>
    </dgm:pt>
    <dgm:pt modelId="{44342B92-D51F-42A7-8970-1F562945C98E}" type="parTrans" cxnId="{D201CC8B-BF18-458C-8BB8-586ECAC28E3B}">
      <dgm:prSet/>
      <dgm:spPr/>
      <dgm:t>
        <a:bodyPr/>
        <a:lstStyle/>
        <a:p>
          <a:endParaRPr lang="en-US"/>
        </a:p>
      </dgm:t>
    </dgm:pt>
    <dgm:pt modelId="{07507B6C-CBC1-41C4-B866-5DCEFDD33A82}" type="sibTrans" cxnId="{D201CC8B-BF18-458C-8BB8-586ECAC28E3B}">
      <dgm:prSet/>
      <dgm:spPr/>
      <dgm:t>
        <a:bodyPr/>
        <a:lstStyle/>
        <a:p>
          <a:endParaRPr lang="en-US"/>
        </a:p>
      </dgm:t>
    </dgm:pt>
    <dgm:pt modelId="{6F185B40-2D50-47DE-8034-44E6C663B35B}">
      <dgm:prSet/>
      <dgm:spPr/>
      <dgm:t>
        <a:bodyPr/>
        <a:lstStyle/>
        <a:p>
          <a:r>
            <a:rPr lang="en-US"/>
            <a:t>Assign risk level (low / medium / high)</a:t>
          </a:r>
        </a:p>
      </dgm:t>
    </dgm:pt>
    <dgm:pt modelId="{18AA9CB3-4D70-4C0B-A410-62D20FDE6EF5}" type="parTrans" cxnId="{F80FAB9D-DFB8-4489-83F7-522ED9C24DFA}">
      <dgm:prSet/>
      <dgm:spPr/>
      <dgm:t>
        <a:bodyPr/>
        <a:lstStyle/>
        <a:p>
          <a:endParaRPr lang="en-US"/>
        </a:p>
      </dgm:t>
    </dgm:pt>
    <dgm:pt modelId="{85EA7590-62BC-445B-AF87-B17A7A8CCBEF}" type="sibTrans" cxnId="{F80FAB9D-DFB8-4489-83F7-522ED9C24DFA}">
      <dgm:prSet/>
      <dgm:spPr/>
      <dgm:t>
        <a:bodyPr/>
        <a:lstStyle/>
        <a:p>
          <a:endParaRPr lang="en-US"/>
        </a:p>
      </dgm:t>
    </dgm:pt>
    <dgm:pt modelId="{64566230-7D35-416E-BE2E-5487882F01C1}">
      <dgm:prSet/>
      <dgm:spPr/>
      <dgm:t>
        <a:bodyPr/>
        <a:lstStyle/>
        <a:p>
          <a:r>
            <a:rPr lang="en-US"/>
            <a:t>Propose risk mitigation plan</a:t>
          </a:r>
        </a:p>
      </dgm:t>
    </dgm:pt>
    <dgm:pt modelId="{6B69522C-5E90-4312-A030-9D38D83D4A82}" type="parTrans" cxnId="{A83A3251-784C-4611-B617-B3D5A99F6F57}">
      <dgm:prSet/>
      <dgm:spPr/>
      <dgm:t>
        <a:bodyPr/>
        <a:lstStyle/>
        <a:p>
          <a:endParaRPr lang="en-US"/>
        </a:p>
      </dgm:t>
    </dgm:pt>
    <dgm:pt modelId="{9D66DA2D-8F21-4377-AD94-5376D5892AA2}" type="sibTrans" cxnId="{A83A3251-784C-4611-B617-B3D5A99F6F57}">
      <dgm:prSet/>
      <dgm:spPr/>
      <dgm:t>
        <a:bodyPr/>
        <a:lstStyle/>
        <a:p>
          <a:endParaRPr lang="en-US"/>
        </a:p>
      </dgm:t>
    </dgm:pt>
    <dgm:pt modelId="{C82CA927-F3C0-464E-AE51-F524A05F31EA}" type="pres">
      <dgm:prSet presAssocID="{77CB10E6-A556-4281-A2AB-49929E297399}" presName="Name0" presStyleCnt="0">
        <dgm:presLayoutVars>
          <dgm:dir/>
          <dgm:resizeHandles val="exact"/>
        </dgm:presLayoutVars>
      </dgm:prSet>
      <dgm:spPr/>
    </dgm:pt>
    <dgm:pt modelId="{F7A3AFAE-98CB-42D9-B3E6-9CB2C2BC71C3}" type="pres">
      <dgm:prSet presAssocID="{BE60CD9A-3B01-4662-BCBC-7E074D9DC539}" presName="node" presStyleLbl="node1" presStyleIdx="0" presStyleCnt="6">
        <dgm:presLayoutVars>
          <dgm:bulletEnabled val="1"/>
        </dgm:presLayoutVars>
      </dgm:prSet>
      <dgm:spPr/>
    </dgm:pt>
    <dgm:pt modelId="{0346AB13-1B25-430A-80F8-D6F82B577F30}" type="pres">
      <dgm:prSet presAssocID="{D371375B-C77E-4C68-B1BD-1E3E1272FDAF}" presName="sibTrans" presStyleLbl="sibTrans1D1" presStyleIdx="0" presStyleCnt="5"/>
      <dgm:spPr/>
    </dgm:pt>
    <dgm:pt modelId="{C4C3EA1D-7B7A-4DAC-8EC4-32893A23FB30}" type="pres">
      <dgm:prSet presAssocID="{D371375B-C77E-4C68-B1BD-1E3E1272FDAF}" presName="connectorText" presStyleLbl="sibTrans1D1" presStyleIdx="0" presStyleCnt="5"/>
      <dgm:spPr/>
    </dgm:pt>
    <dgm:pt modelId="{177B867B-76CE-41AB-892A-C13FD5EB1381}" type="pres">
      <dgm:prSet presAssocID="{D12D94FD-7FED-4174-8692-FB8F5B13265E}" presName="node" presStyleLbl="node1" presStyleIdx="1" presStyleCnt="6">
        <dgm:presLayoutVars>
          <dgm:bulletEnabled val="1"/>
        </dgm:presLayoutVars>
      </dgm:prSet>
      <dgm:spPr/>
    </dgm:pt>
    <dgm:pt modelId="{B867D512-EFC8-4CDE-939D-8248EA132617}" type="pres">
      <dgm:prSet presAssocID="{CD7CF7E1-1CF8-45F8-92BC-BAA5309AE0D3}" presName="sibTrans" presStyleLbl="sibTrans1D1" presStyleIdx="1" presStyleCnt="5"/>
      <dgm:spPr/>
    </dgm:pt>
    <dgm:pt modelId="{0FCC9D7F-CCEA-426C-BCE0-245E5D57BD04}" type="pres">
      <dgm:prSet presAssocID="{CD7CF7E1-1CF8-45F8-92BC-BAA5309AE0D3}" presName="connectorText" presStyleLbl="sibTrans1D1" presStyleIdx="1" presStyleCnt="5"/>
      <dgm:spPr/>
    </dgm:pt>
    <dgm:pt modelId="{38C597EF-1DE8-42CE-8D24-DDF81A567695}" type="pres">
      <dgm:prSet presAssocID="{E2E978F6-22A9-4D4A-9ECB-889CF60737DC}" presName="node" presStyleLbl="node1" presStyleIdx="2" presStyleCnt="6">
        <dgm:presLayoutVars>
          <dgm:bulletEnabled val="1"/>
        </dgm:presLayoutVars>
      </dgm:prSet>
      <dgm:spPr/>
    </dgm:pt>
    <dgm:pt modelId="{4F4A5991-E238-4A32-95D1-F9BBE014BC08}" type="pres">
      <dgm:prSet presAssocID="{E309EB80-20BE-4774-94D9-4D8D78F4AE1F}" presName="sibTrans" presStyleLbl="sibTrans1D1" presStyleIdx="2" presStyleCnt="5"/>
      <dgm:spPr/>
    </dgm:pt>
    <dgm:pt modelId="{757A7324-4599-4FB7-A360-B28F0441F384}" type="pres">
      <dgm:prSet presAssocID="{E309EB80-20BE-4774-94D9-4D8D78F4AE1F}" presName="connectorText" presStyleLbl="sibTrans1D1" presStyleIdx="2" presStyleCnt="5"/>
      <dgm:spPr/>
    </dgm:pt>
    <dgm:pt modelId="{D237D22C-0B87-439C-873E-9CD87AD75125}" type="pres">
      <dgm:prSet presAssocID="{C55C36D9-4995-4579-BDC3-26C25A72AD2E}" presName="node" presStyleLbl="node1" presStyleIdx="3" presStyleCnt="6">
        <dgm:presLayoutVars>
          <dgm:bulletEnabled val="1"/>
        </dgm:presLayoutVars>
      </dgm:prSet>
      <dgm:spPr/>
    </dgm:pt>
    <dgm:pt modelId="{0D693144-9848-487A-8AA5-C4D75D9B59EE}" type="pres">
      <dgm:prSet presAssocID="{07507B6C-CBC1-41C4-B866-5DCEFDD33A82}" presName="sibTrans" presStyleLbl="sibTrans1D1" presStyleIdx="3" presStyleCnt="5"/>
      <dgm:spPr/>
    </dgm:pt>
    <dgm:pt modelId="{1800503F-3875-40B2-8FD2-B59E1EA706F0}" type="pres">
      <dgm:prSet presAssocID="{07507B6C-CBC1-41C4-B866-5DCEFDD33A82}" presName="connectorText" presStyleLbl="sibTrans1D1" presStyleIdx="3" presStyleCnt="5"/>
      <dgm:spPr/>
    </dgm:pt>
    <dgm:pt modelId="{211E891B-F39D-4538-A19A-88FBFB47FA1D}" type="pres">
      <dgm:prSet presAssocID="{6F185B40-2D50-47DE-8034-44E6C663B35B}" presName="node" presStyleLbl="node1" presStyleIdx="4" presStyleCnt="6">
        <dgm:presLayoutVars>
          <dgm:bulletEnabled val="1"/>
        </dgm:presLayoutVars>
      </dgm:prSet>
      <dgm:spPr/>
    </dgm:pt>
    <dgm:pt modelId="{70C26D66-3D07-4614-9D75-125F076176B0}" type="pres">
      <dgm:prSet presAssocID="{85EA7590-62BC-445B-AF87-B17A7A8CCBEF}" presName="sibTrans" presStyleLbl="sibTrans1D1" presStyleIdx="4" presStyleCnt="5"/>
      <dgm:spPr/>
    </dgm:pt>
    <dgm:pt modelId="{691B79A1-D0FC-4895-8DA6-463E0BC37442}" type="pres">
      <dgm:prSet presAssocID="{85EA7590-62BC-445B-AF87-B17A7A8CCBEF}" presName="connectorText" presStyleLbl="sibTrans1D1" presStyleIdx="4" presStyleCnt="5"/>
      <dgm:spPr/>
    </dgm:pt>
    <dgm:pt modelId="{58A47DE0-FD4B-4C63-8EB7-82D776A5F9A1}" type="pres">
      <dgm:prSet presAssocID="{64566230-7D35-416E-BE2E-5487882F01C1}" presName="node" presStyleLbl="node1" presStyleIdx="5" presStyleCnt="6">
        <dgm:presLayoutVars>
          <dgm:bulletEnabled val="1"/>
        </dgm:presLayoutVars>
      </dgm:prSet>
      <dgm:spPr/>
    </dgm:pt>
  </dgm:ptLst>
  <dgm:cxnLst>
    <dgm:cxn modelId="{7130F505-3063-4440-BDDA-DBF0D58C8EE2}" srcId="{77CB10E6-A556-4281-A2AB-49929E297399}" destId="{BE60CD9A-3B01-4662-BCBC-7E074D9DC539}" srcOrd="0" destOrd="0" parTransId="{35C3FC55-D9E7-40EA-8B6B-4FAD01F8D952}" sibTransId="{D371375B-C77E-4C68-B1BD-1E3E1272FDAF}"/>
    <dgm:cxn modelId="{6A432C19-8F71-4AAB-8B44-4863FA52B27E}" type="presOf" srcId="{64566230-7D35-416E-BE2E-5487882F01C1}" destId="{58A47DE0-FD4B-4C63-8EB7-82D776A5F9A1}" srcOrd="0" destOrd="0" presId="urn:microsoft.com/office/officeart/2016/7/layout/RepeatingBendingProcessNew"/>
    <dgm:cxn modelId="{B2A7C01C-01C5-43D1-BC3A-6AF473701C59}" type="presOf" srcId="{D12D94FD-7FED-4174-8692-FB8F5B13265E}" destId="{177B867B-76CE-41AB-892A-C13FD5EB1381}" srcOrd="0" destOrd="0" presId="urn:microsoft.com/office/officeart/2016/7/layout/RepeatingBendingProcessNew"/>
    <dgm:cxn modelId="{80BDD731-4A58-4FE3-9FBB-D8E5AA57EDC6}" srcId="{77CB10E6-A556-4281-A2AB-49929E297399}" destId="{E2E978F6-22A9-4D4A-9ECB-889CF60737DC}" srcOrd="2" destOrd="0" parTransId="{9EDEA76E-6CE7-4C9F-B976-059BF6297C46}" sibTransId="{E309EB80-20BE-4774-94D9-4D8D78F4AE1F}"/>
    <dgm:cxn modelId="{AFEEAF5D-3160-47AD-BD6E-48C88D6F0162}" type="presOf" srcId="{D371375B-C77E-4C68-B1BD-1E3E1272FDAF}" destId="{0346AB13-1B25-430A-80F8-D6F82B577F30}" srcOrd="0" destOrd="0" presId="urn:microsoft.com/office/officeart/2016/7/layout/RepeatingBendingProcessNew"/>
    <dgm:cxn modelId="{08C1BA6B-A9B5-4898-822C-F45BF59102F6}" type="presOf" srcId="{E309EB80-20BE-4774-94D9-4D8D78F4AE1F}" destId="{757A7324-4599-4FB7-A360-B28F0441F384}" srcOrd="1" destOrd="0" presId="urn:microsoft.com/office/officeart/2016/7/layout/RepeatingBendingProcessNew"/>
    <dgm:cxn modelId="{7E21524E-AA64-45DA-9BCE-84B7FDAE30BE}" type="presOf" srcId="{E2E978F6-22A9-4D4A-9ECB-889CF60737DC}" destId="{38C597EF-1DE8-42CE-8D24-DDF81A567695}" srcOrd="0" destOrd="0" presId="urn:microsoft.com/office/officeart/2016/7/layout/RepeatingBendingProcessNew"/>
    <dgm:cxn modelId="{18911E6F-79CF-4499-9195-A0393C5DE0C8}" type="presOf" srcId="{CD7CF7E1-1CF8-45F8-92BC-BAA5309AE0D3}" destId="{0FCC9D7F-CCEA-426C-BCE0-245E5D57BD04}" srcOrd="1" destOrd="0" presId="urn:microsoft.com/office/officeart/2016/7/layout/RepeatingBendingProcessNew"/>
    <dgm:cxn modelId="{A83A3251-784C-4611-B617-B3D5A99F6F57}" srcId="{77CB10E6-A556-4281-A2AB-49929E297399}" destId="{64566230-7D35-416E-BE2E-5487882F01C1}" srcOrd="5" destOrd="0" parTransId="{6B69522C-5E90-4312-A030-9D38D83D4A82}" sibTransId="{9D66DA2D-8F21-4377-AD94-5376D5892AA2}"/>
    <dgm:cxn modelId="{24E52979-9928-44D3-B741-E967328067AD}" type="presOf" srcId="{07507B6C-CBC1-41C4-B866-5DCEFDD33A82}" destId="{1800503F-3875-40B2-8FD2-B59E1EA706F0}" srcOrd="1" destOrd="0" presId="urn:microsoft.com/office/officeart/2016/7/layout/RepeatingBendingProcessNew"/>
    <dgm:cxn modelId="{073A9382-8D29-4DE5-8250-E4B1641D692C}" type="presOf" srcId="{07507B6C-CBC1-41C4-B866-5DCEFDD33A82}" destId="{0D693144-9848-487A-8AA5-C4D75D9B59EE}" srcOrd="0" destOrd="0" presId="urn:microsoft.com/office/officeart/2016/7/layout/RepeatingBendingProcessNew"/>
    <dgm:cxn modelId="{DD6CA084-F86B-4551-A776-8F72232E2C88}" type="presOf" srcId="{E309EB80-20BE-4774-94D9-4D8D78F4AE1F}" destId="{4F4A5991-E238-4A32-95D1-F9BBE014BC08}" srcOrd="0" destOrd="0" presId="urn:microsoft.com/office/officeart/2016/7/layout/RepeatingBendingProcessNew"/>
    <dgm:cxn modelId="{D201CC8B-BF18-458C-8BB8-586ECAC28E3B}" srcId="{77CB10E6-A556-4281-A2AB-49929E297399}" destId="{C55C36D9-4995-4579-BDC3-26C25A72AD2E}" srcOrd="3" destOrd="0" parTransId="{44342B92-D51F-42A7-8970-1F562945C98E}" sibTransId="{07507B6C-CBC1-41C4-B866-5DCEFDD33A82}"/>
    <dgm:cxn modelId="{E9626197-F952-4FE7-A416-4B4C533BD34F}" type="presOf" srcId="{C55C36D9-4995-4579-BDC3-26C25A72AD2E}" destId="{D237D22C-0B87-439C-873E-9CD87AD75125}" srcOrd="0" destOrd="0" presId="urn:microsoft.com/office/officeart/2016/7/layout/RepeatingBendingProcessNew"/>
    <dgm:cxn modelId="{8AE9559A-C617-49A8-B72C-11FDB819BEB3}" type="presOf" srcId="{85EA7590-62BC-445B-AF87-B17A7A8CCBEF}" destId="{691B79A1-D0FC-4895-8DA6-463E0BC37442}" srcOrd="1" destOrd="0" presId="urn:microsoft.com/office/officeart/2016/7/layout/RepeatingBendingProcessNew"/>
    <dgm:cxn modelId="{F80FAB9D-DFB8-4489-83F7-522ED9C24DFA}" srcId="{77CB10E6-A556-4281-A2AB-49929E297399}" destId="{6F185B40-2D50-47DE-8034-44E6C663B35B}" srcOrd="4" destOrd="0" parTransId="{18AA9CB3-4D70-4C0B-A410-62D20FDE6EF5}" sibTransId="{85EA7590-62BC-445B-AF87-B17A7A8CCBEF}"/>
    <dgm:cxn modelId="{029E5D9F-7A35-4864-A6CC-78DFC299A03E}" type="presOf" srcId="{CD7CF7E1-1CF8-45F8-92BC-BAA5309AE0D3}" destId="{B867D512-EFC8-4CDE-939D-8248EA132617}" srcOrd="0" destOrd="0" presId="urn:microsoft.com/office/officeart/2016/7/layout/RepeatingBendingProcessNew"/>
    <dgm:cxn modelId="{04D166A4-1FB1-46C4-84AB-8449AD93AE25}" type="presOf" srcId="{BE60CD9A-3B01-4662-BCBC-7E074D9DC539}" destId="{F7A3AFAE-98CB-42D9-B3E6-9CB2C2BC71C3}" srcOrd="0" destOrd="0" presId="urn:microsoft.com/office/officeart/2016/7/layout/RepeatingBendingProcessNew"/>
    <dgm:cxn modelId="{FF5BAFA5-CCF9-4DAA-A99C-53E95ACD85FE}" type="presOf" srcId="{77CB10E6-A556-4281-A2AB-49929E297399}" destId="{C82CA927-F3C0-464E-AE51-F524A05F31EA}" srcOrd="0" destOrd="0" presId="urn:microsoft.com/office/officeart/2016/7/layout/RepeatingBendingProcessNew"/>
    <dgm:cxn modelId="{B8F72FD2-F004-4BE0-95E9-857C7E6DAD5A}" type="presOf" srcId="{6F185B40-2D50-47DE-8034-44E6C663B35B}" destId="{211E891B-F39D-4538-A19A-88FBFB47FA1D}" srcOrd="0" destOrd="0" presId="urn:microsoft.com/office/officeart/2016/7/layout/RepeatingBendingProcessNew"/>
    <dgm:cxn modelId="{FD5B63D4-91D8-46C0-B711-B87FBDD7C5C1}" srcId="{77CB10E6-A556-4281-A2AB-49929E297399}" destId="{D12D94FD-7FED-4174-8692-FB8F5B13265E}" srcOrd="1" destOrd="0" parTransId="{FBFF3050-C4FE-48CC-BE12-D018DA795ADB}" sibTransId="{CD7CF7E1-1CF8-45F8-92BC-BAA5309AE0D3}"/>
    <dgm:cxn modelId="{3AC934D8-17B5-43A6-9C49-FD474F89704A}" type="presOf" srcId="{D371375B-C77E-4C68-B1BD-1E3E1272FDAF}" destId="{C4C3EA1D-7B7A-4DAC-8EC4-32893A23FB30}" srcOrd="1" destOrd="0" presId="urn:microsoft.com/office/officeart/2016/7/layout/RepeatingBendingProcessNew"/>
    <dgm:cxn modelId="{511699F8-7CE6-4899-8A96-146B2BC22257}" type="presOf" srcId="{85EA7590-62BC-445B-AF87-B17A7A8CCBEF}" destId="{70C26D66-3D07-4614-9D75-125F076176B0}" srcOrd="0" destOrd="0" presId="urn:microsoft.com/office/officeart/2016/7/layout/RepeatingBendingProcessNew"/>
    <dgm:cxn modelId="{2A808550-A00F-487E-859B-D98067C786C2}" type="presParOf" srcId="{C82CA927-F3C0-464E-AE51-F524A05F31EA}" destId="{F7A3AFAE-98CB-42D9-B3E6-9CB2C2BC71C3}" srcOrd="0" destOrd="0" presId="urn:microsoft.com/office/officeart/2016/7/layout/RepeatingBendingProcessNew"/>
    <dgm:cxn modelId="{3CBC4281-F191-498F-90CA-0D6D902FFA8A}" type="presParOf" srcId="{C82CA927-F3C0-464E-AE51-F524A05F31EA}" destId="{0346AB13-1B25-430A-80F8-D6F82B577F30}" srcOrd="1" destOrd="0" presId="urn:microsoft.com/office/officeart/2016/7/layout/RepeatingBendingProcessNew"/>
    <dgm:cxn modelId="{6F2E31A6-B838-4751-9DCF-C122F3290558}" type="presParOf" srcId="{0346AB13-1B25-430A-80F8-D6F82B577F30}" destId="{C4C3EA1D-7B7A-4DAC-8EC4-32893A23FB30}" srcOrd="0" destOrd="0" presId="urn:microsoft.com/office/officeart/2016/7/layout/RepeatingBendingProcessNew"/>
    <dgm:cxn modelId="{FDDF4515-DED9-43CC-8345-1348A8CC24E2}" type="presParOf" srcId="{C82CA927-F3C0-464E-AE51-F524A05F31EA}" destId="{177B867B-76CE-41AB-892A-C13FD5EB1381}" srcOrd="2" destOrd="0" presId="urn:microsoft.com/office/officeart/2016/7/layout/RepeatingBendingProcessNew"/>
    <dgm:cxn modelId="{7BBE5EDE-7E8D-4A02-9C9C-720384A85539}" type="presParOf" srcId="{C82CA927-F3C0-464E-AE51-F524A05F31EA}" destId="{B867D512-EFC8-4CDE-939D-8248EA132617}" srcOrd="3" destOrd="0" presId="urn:microsoft.com/office/officeart/2016/7/layout/RepeatingBendingProcessNew"/>
    <dgm:cxn modelId="{F6025884-F57F-4C62-9DB5-4C6FD40FD42E}" type="presParOf" srcId="{B867D512-EFC8-4CDE-939D-8248EA132617}" destId="{0FCC9D7F-CCEA-426C-BCE0-245E5D57BD04}" srcOrd="0" destOrd="0" presId="urn:microsoft.com/office/officeart/2016/7/layout/RepeatingBendingProcessNew"/>
    <dgm:cxn modelId="{37B1D300-9AEF-4F2E-923A-B7F132615317}" type="presParOf" srcId="{C82CA927-F3C0-464E-AE51-F524A05F31EA}" destId="{38C597EF-1DE8-42CE-8D24-DDF81A567695}" srcOrd="4" destOrd="0" presId="urn:microsoft.com/office/officeart/2016/7/layout/RepeatingBendingProcessNew"/>
    <dgm:cxn modelId="{37AC3E29-12E5-43F4-AF39-41C5F81A9D37}" type="presParOf" srcId="{C82CA927-F3C0-464E-AE51-F524A05F31EA}" destId="{4F4A5991-E238-4A32-95D1-F9BBE014BC08}" srcOrd="5" destOrd="0" presId="urn:microsoft.com/office/officeart/2016/7/layout/RepeatingBendingProcessNew"/>
    <dgm:cxn modelId="{397D343D-77FE-419D-8160-D0B750A08FD9}" type="presParOf" srcId="{4F4A5991-E238-4A32-95D1-F9BBE014BC08}" destId="{757A7324-4599-4FB7-A360-B28F0441F384}" srcOrd="0" destOrd="0" presId="urn:microsoft.com/office/officeart/2016/7/layout/RepeatingBendingProcessNew"/>
    <dgm:cxn modelId="{AB9B9338-1319-48F2-85BC-F5FECEFB2B5D}" type="presParOf" srcId="{C82CA927-F3C0-464E-AE51-F524A05F31EA}" destId="{D237D22C-0B87-439C-873E-9CD87AD75125}" srcOrd="6" destOrd="0" presId="urn:microsoft.com/office/officeart/2016/7/layout/RepeatingBendingProcessNew"/>
    <dgm:cxn modelId="{278EE74D-5E6F-437C-8945-FC286B7E65C1}" type="presParOf" srcId="{C82CA927-F3C0-464E-AE51-F524A05F31EA}" destId="{0D693144-9848-487A-8AA5-C4D75D9B59EE}" srcOrd="7" destOrd="0" presId="urn:microsoft.com/office/officeart/2016/7/layout/RepeatingBendingProcessNew"/>
    <dgm:cxn modelId="{47D6936C-CFFB-4A90-9696-4C2918759B6B}" type="presParOf" srcId="{0D693144-9848-487A-8AA5-C4D75D9B59EE}" destId="{1800503F-3875-40B2-8FD2-B59E1EA706F0}" srcOrd="0" destOrd="0" presId="urn:microsoft.com/office/officeart/2016/7/layout/RepeatingBendingProcessNew"/>
    <dgm:cxn modelId="{AE94178D-6D23-48B8-8E38-137FBD8C2E62}" type="presParOf" srcId="{C82CA927-F3C0-464E-AE51-F524A05F31EA}" destId="{211E891B-F39D-4538-A19A-88FBFB47FA1D}" srcOrd="8" destOrd="0" presId="urn:microsoft.com/office/officeart/2016/7/layout/RepeatingBendingProcessNew"/>
    <dgm:cxn modelId="{136F528A-BFA1-40AB-B314-2DEB43D4D171}" type="presParOf" srcId="{C82CA927-F3C0-464E-AE51-F524A05F31EA}" destId="{70C26D66-3D07-4614-9D75-125F076176B0}" srcOrd="9" destOrd="0" presId="urn:microsoft.com/office/officeart/2016/7/layout/RepeatingBendingProcessNew"/>
    <dgm:cxn modelId="{8EE93A3B-D725-449C-A241-DB056C92FC1C}" type="presParOf" srcId="{70C26D66-3D07-4614-9D75-125F076176B0}" destId="{691B79A1-D0FC-4895-8DA6-463E0BC37442}" srcOrd="0" destOrd="0" presId="urn:microsoft.com/office/officeart/2016/7/layout/RepeatingBendingProcessNew"/>
    <dgm:cxn modelId="{22DCB30D-F6E2-48C1-A7DE-1F4074D72962}" type="presParOf" srcId="{C82CA927-F3C0-464E-AE51-F524A05F31EA}" destId="{58A47DE0-FD4B-4C63-8EB7-82D776A5F9A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319CA197-3637-407A-A3BB-035139D135B1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9A19E12-53AC-4EA4-9414-BE28F776E7D1}">
      <dgm:prSet/>
      <dgm:spPr/>
      <dgm:t>
        <a:bodyPr/>
        <a:lstStyle/>
        <a:p>
          <a:r>
            <a:rPr lang="en-US"/>
            <a:t>Pick a known cyber attack</a:t>
          </a:r>
        </a:p>
      </dgm:t>
    </dgm:pt>
    <dgm:pt modelId="{E13E1BCD-96B3-4B9F-BD0E-8CF26D21F442}" type="parTrans" cxnId="{0DE31482-8978-4701-BC7E-5484F0D1133E}">
      <dgm:prSet/>
      <dgm:spPr/>
      <dgm:t>
        <a:bodyPr/>
        <a:lstStyle/>
        <a:p>
          <a:endParaRPr lang="en-US"/>
        </a:p>
      </dgm:t>
    </dgm:pt>
    <dgm:pt modelId="{D6A0635F-540B-4E43-ABEA-0B6E2B525477}" type="sibTrans" cxnId="{0DE31482-8978-4701-BC7E-5484F0D1133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27B0E898-24E5-4299-9980-B4D78454DC16}">
      <dgm:prSet/>
      <dgm:spPr/>
      <dgm:t>
        <a:bodyPr/>
        <a:lstStyle/>
        <a:p>
          <a:r>
            <a:rPr lang="en-US"/>
            <a:t>Map attacker steps (recon → access → persistence → exfiltration)</a:t>
          </a:r>
        </a:p>
      </dgm:t>
    </dgm:pt>
    <dgm:pt modelId="{8D641227-84C8-4C4E-9AD9-7D759E00F851}" type="parTrans" cxnId="{9F586105-1D98-4A17-817B-9A22107B37AB}">
      <dgm:prSet/>
      <dgm:spPr/>
      <dgm:t>
        <a:bodyPr/>
        <a:lstStyle/>
        <a:p>
          <a:endParaRPr lang="en-US"/>
        </a:p>
      </dgm:t>
    </dgm:pt>
    <dgm:pt modelId="{E1D4B1C4-0ADE-4FB1-A61B-FAF5EFEE8383}" type="sibTrans" cxnId="{9F586105-1D98-4A17-817B-9A22107B37A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E3C0DC7-E7D6-4035-9F81-CD489C57C3D3}">
      <dgm:prSet/>
      <dgm:spPr/>
      <dgm:t>
        <a:bodyPr/>
        <a:lstStyle/>
        <a:p>
          <a:r>
            <a:rPr lang="en-US"/>
            <a:t>Identify detection points</a:t>
          </a:r>
        </a:p>
      </dgm:t>
    </dgm:pt>
    <dgm:pt modelId="{3CBE3BDE-9D84-414E-AA41-CBD22272EB01}" type="parTrans" cxnId="{23AB32EC-70FB-4273-9476-0A6BB75431AC}">
      <dgm:prSet/>
      <dgm:spPr/>
      <dgm:t>
        <a:bodyPr/>
        <a:lstStyle/>
        <a:p>
          <a:endParaRPr lang="en-US"/>
        </a:p>
      </dgm:t>
    </dgm:pt>
    <dgm:pt modelId="{CBF22CAE-49B7-4337-B698-F6838487CDBC}" type="sibTrans" cxnId="{23AB32EC-70FB-4273-9476-0A6BB75431A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91C89CB-88BC-4E6D-B818-506248F7EE1F}">
      <dgm:prSet/>
      <dgm:spPr/>
      <dgm:t>
        <a:bodyPr/>
        <a:lstStyle/>
        <a:p>
          <a:r>
            <a:rPr lang="en-US"/>
            <a:t>Suggest prevention controls</a:t>
          </a:r>
        </a:p>
      </dgm:t>
    </dgm:pt>
    <dgm:pt modelId="{8C4CB944-E959-4473-950E-656617B72276}" type="parTrans" cxnId="{65BAD96F-248F-49F8-80BC-20E36C435DB4}">
      <dgm:prSet/>
      <dgm:spPr/>
      <dgm:t>
        <a:bodyPr/>
        <a:lstStyle/>
        <a:p>
          <a:endParaRPr lang="en-US"/>
        </a:p>
      </dgm:t>
    </dgm:pt>
    <dgm:pt modelId="{F2094B41-526B-4705-9CE7-BAFB659D8F8F}" type="sibTrans" cxnId="{65BAD96F-248F-49F8-80BC-20E36C435DB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52C821B-CEF0-4627-892E-45F043EE1E36}">
      <dgm:prSet/>
      <dgm:spPr/>
      <dgm:t>
        <a:bodyPr/>
        <a:lstStyle/>
        <a:p>
          <a:r>
            <a:rPr lang="en-US"/>
            <a:t>Relate to MITRE ATT&amp;CK (https://attack.mitre.org/)</a:t>
          </a:r>
        </a:p>
      </dgm:t>
    </dgm:pt>
    <dgm:pt modelId="{9B1D8A13-5B09-4CD5-83DA-014558D9487C}" type="parTrans" cxnId="{4598F3B1-D1E3-4E97-AFFC-4C90F4487FFE}">
      <dgm:prSet/>
      <dgm:spPr/>
      <dgm:t>
        <a:bodyPr/>
        <a:lstStyle/>
        <a:p>
          <a:endParaRPr lang="en-US"/>
        </a:p>
      </dgm:t>
    </dgm:pt>
    <dgm:pt modelId="{6BB3D447-D57C-45D1-90C6-C63166671699}" type="sibTrans" cxnId="{4598F3B1-D1E3-4E97-AFFC-4C90F4487FFE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1CF0F891-56F3-4AE7-AEC0-7BC2494C89A0}" type="pres">
      <dgm:prSet presAssocID="{319CA197-3637-407A-A3BB-035139D135B1}" presName="linearFlow" presStyleCnt="0">
        <dgm:presLayoutVars>
          <dgm:dir/>
          <dgm:animLvl val="lvl"/>
          <dgm:resizeHandles val="exact"/>
        </dgm:presLayoutVars>
      </dgm:prSet>
      <dgm:spPr/>
    </dgm:pt>
    <dgm:pt modelId="{4436B722-7C03-4FCD-9EB1-968CA85B856D}" type="pres">
      <dgm:prSet presAssocID="{79A19E12-53AC-4EA4-9414-BE28F776E7D1}" presName="compositeNode" presStyleCnt="0"/>
      <dgm:spPr/>
    </dgm:pt>
    <dgm:pt modelId="{A1E2E932-86F1-4F39-9474-8B314C8BD2F5}" type="pres">
      <dgm:prSet presAssocID="{79A19E12-53AC-4EA4-9414-BE28F776E7D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A0CE6FB-6DE0-43CA-A698-7BDCB2843173}" type="pres">
      <dgm:prSet presAssocID="{79A19E12-53AC-4EA4-9414-BE28F776E7D1}" presName="parSh" presStyleCnt="0"/>
      <dgm:spPr/>
    </dgm:pt>
    <dgm:pt modelId="{D3FF280B-180C-4E73-935B-7706FA059E98}" type="pres">
      <dgm:prSet presAssocID="{79A19E12-53AC-4EA4-9414-BE28F776E7D1}" presName="lineNode" presStyleLbl="alignAccFollowNode1" presStyleIdx="0" presStyleCnt="15"/>
      <dgm:spPr/>
    </dgm:pt>
    <dgm:pt modelId="{E8274D50-1297-43EB-A33B-372EBB484405}" type="pres">
      <dgm:prSet presAssocID="{79A19E12-53AC-4EA4-9414-BE28F776E7D1}" presName="lineArrowNode" presStyleLbl="alignAccFollowNode1" presStyleIdx="1" presStyleCnt="15"/>
      <dgm:spPr/>
    </dgm:pt>
    <dgm:pt modelId="{6CACF44B-E57A-4272-9757-31B97B5BD3AD}" type="pres">
      <dgm:prSet presAssocID="{D6A0635F-540B-4E43-ABEA-0B6E2B525477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A6CE9814-9808-41AF-A8F0-0B591681F886}" type="pres">
      <dgm:prSet presAssocID="{D6A0635F-540B-4E43-ABEA-0B6E2B525477}" presName="spacerBetweenCircleAndCallout" presStyleCnt="0">
        <dgm:presLayoutVars/>
      </dgm:prSet>
      <dgm:spPr/>
    </dgm:pt>
    <dgm:pt modelId="{529B78CD-8C8C-4EB1-A9D2-E34B1158B09A}" type="pres">
      <dgm:prSet presAssocID="{79A19E12-53AC-4EA4-9414-BE28F776E7D1}" presName="nodeText" presStyleLbl="alignAccFollowNode1" presStyleIdx="2" presStyleCnt="15">
        <dgm:presLayoutVars>
          <dgm:bulletEnabled val="1"/>
        </dgm:presLayoutVars>
      </dgm:prSet>
      <dgm:spPr/>
    </dgm:pt>
    <dgm:pt modelId="{F297C598-03CA-4457-AD2C-1389E6D15084}" type="pres">
      <dgm:prSet presAssocID="{D6A0635F-540B-4E43-ABEA-0B6E2B525477}" presName="sibTransComposite" presStyleCnt="0"/>
      <dgm:spPr/>
    </dgm:pt>
    <dgm:pt modelId="{1C4FB883-8AD3-435C-8E7E-9619763F47CA}" type="pres">
      <dgm:prSet presAssocID="{27B0E898-24E5-4299-9980-B4D78454DC16}" presName="compositeNode" presStyleCnt="0"/>
      <dgm:spPr/>
    </dgm:pt>
    <dgm:pt modelId="{FAE5D5CE-94B5-42AE-BA16-7AA1E7C6BAB7}" type="pres">
      <dgm:prSet presAssocID="{27B0E898-24E5-4299-9980-B4D78454DC1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C797657-BB16-4A1A-ABE9-0308FC598B0D}" type="pres">
      <dgm:prSet presAssocID="{27B0E898-24E5-4299-9980-B4D78454DC16}" presName="parSh" presStyleCnt="0"/>
      <dgm:spPr/>
    </dgm:pt>
    <dgm:pt modelId="{FABAA865-760E-40E7-AE76-205C40C17AB0}" type="pres">
      <dgm:prSet presAssocID="{27B0E898-24E5-4299-9980-B4D78454DC16}" presName="lineNode" presStyleLbl="alignAccFollowNode1" presStyleIdx="3" presStyleCnt="15"/>
      <dgm:spPr/>
    </dgm:pt>
    <dgm:pt modelId="{7F8F1053-8393-4B0B-A7AE-4FD806CE2C11}" type="pres">
      <dgm:prSet presAssocID="{27B0E898-24E5-4299-9980-B4D78454DC16}" presName="lineArrowNode" presStyleLbl="alignAccFollowNode1" presStyleIdx="4" presStyleCnt="15"/>
      <dgm:spPr/>
    </dgm:pt>
    <dgm:pt modelId="{1895B587-0163-4D16-A96F-1B486C9440F3}" type="pres">
      <dgm:prSet presAssocID="{E1D4B1C4-0ADE-4FB1-A61B-FAF5EFEE8383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BDB75E59-2734-4095-B8A5-4577C11E80A8}" type="pres">
      <dgm:prSet presAssocID="{E1D4B1C4-0ADE-4FB1-A61B-FAF5EFEE8383}" presName="spacerBetweenCircleAndCallout" presStyleCnt="0">
        <dgm:presLayoutVars/>
      </dgm:prSet>
      <dgm:spPr/>
    </dgm:pt>
    <dgm:pt modelId="{6A2A8E07-B465-4DD1-A500-63558B8E78AA}" type="pres">
      <dgm:prSet presAssocID="{27B0E898-24E5-4299-9980-B4D78454DC16}" presName="nodeText" presStyleLbl="alignAccFollowNode1" presStyleIdx="5" presStyleCnt="15">
        <dgm:presLayoutVars>
          <dgm:bulletEnabled val="1"/>
        </dgm:presLayoutVars>
      </dgm:prSet>
      <dgm:spPr/>
    </dgm:pt>
    <dgm:pt modelId="{E0BB1C30-EF92-422C-89B3-0F3B8C45F9C3}" type="pres">
      <dgm:prSet presAssocID="{E1D4B1C4-0ADE-4FB1-A61B-FAF5EFEE8383}" presName="sibTransComposite" presStyleCnt="0"/>
      <dgm:spPr/>
    </dgm:pt>
    <dgm:pt modelId="{D7609155-1DCD-4777-9599-5B4DA2BCE266}" type="pres">
      <dgm:prSet presAssocID="{8E3C0DC7-E7D6-4035-9F81-CD489C57C3D3}" presName="compositeNode" presStyleCnt="0"/>
      <dgm:spPr/>
    </dgm:pt>
    <dgm:pt modelId="{2E58D876-CD6E-4C0E-8D0A-107D1401BA66}" type="pres">
      <dgm:prSet presAssocID="{8E3C0DC7-E7D6-4035-9F81-CD489C57C3D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E01F90F-33CD-40EC-A3D1-EDBB1EB4DDA2}" type="pres">
      <dgm:prSet presAssocID="{8E3C0DC7-E7D6-4035-9F81-CD489C57C3D3}" presName="parSh" presStyleCnt="0"/>
      <dgm:spPr/>
    </dgm:pt>
    <dgm:pt modelId="{48FD05FE-7F3E-4ABF-B68A-7831B3D7CCD9}" type="pres">
      <dgm:prSet presAssocID="{8E3C0DC7-E7D6-4035-9F81-CD489C57C3D3}" presName="lineNode" presStyleLbl="alignAccFollowNode1" presStyleIdx="6" presStyleCnt="15"/>
      <dgm:spPr/>
    </dgm:pt>
    <dgm:pt modelId="{86C51EAD-271B-45E1-9000-E1DF1C5DFEDC}" type="pres">
      <dgm:prSet presAssocID="{8E3C0DC7-E7D6-4035-9F81-CD489C57C3D3}" presName="lineArrowNode" presStyleLbl="alignAccFollowNode1" presStyleIdx="7" presStyleCnt="15"/>
      <dgm:spPr/>
    </dgm:pt>
    <dgm:pt modelId="{D700F688-31A5-465E-9A04-C6EE68BE6015}" type="pres">
      <dgm:prSet presAssocID="{CBF22CAE-49B7-4337-B698-F6838487CDBC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7E90DC3D-EA2A-4FEF-A5E5-F80E35AA9B47}" type="pres">
      <dgm:prSet presAssocID="{CBF22CAE-49B7-4337-B698-F6838487CDBC}" presName="spacerBetweenCircleAndCallout" presStyleCnt="0">
        <dgm:presLayoutVars/>
      </dgm:prSet>
      <dgm:spPr/>
    </dgm:pt>
    <dgm:pt modelId="{21BFBC68-C965-4990-B670-ED2B36756E44}" type="pres">
      <dgm:prSet presAssocID="{8E3C0DC7-E7D6-4035-9F81-CD489C57C3D3}" presName="nodeText" presStyleLbl="alignAccFollowNode1" presStyleIdx="8" presStyleCnt="15">
        <dgm:presLayoutVars>
          <dgm:bulletEnabled val="1"/>
        </dgm:presLayoutVars>
      </dgm:prSet>
      <dgm:spPr/>
    </dgm:pt>
    <dgm:pt modelId="{767AB107-ED59-4442-A008-2BAF75DCAF31}" type="pres">
      <dgm:prSet presAssocID="{CBF22CAE-49B7-4337-B698-F6838487CDBC}" presName="sibTransComposite" presStyleCnt="0"/>
      <dgm:spPr/>
    </dgm:pt>
    <dgm:pt modelId="{10BF0EA8-E743-4123-9581-70A2968BE652}" type="pres">
      <dgm:prSet presAssocID="{191C89CB-88BC-4E6D-B818-506248F7EE1F}" presName="compositeNode" presStyleCnt="0"/>
      <dgm:spPr/>
    </dgm:pt>
    <dgm:pt modelId="{6F9A0DFC-81C7-4E82-929E-10F168848207}" type="pres">
      <dgm:prSet presAssocID="{191C89CB-88BC-4E6D-B818-506248F7EE1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8E0B11E-E37E-438A-9AA1-3134F703DDAD}" type="pres">
      <dgm:prSet presAssocID="{191C89CB-88BC-4E6D-B818-506248F7EE1F}" presName="parSh" presStyleCnt="0"/>
      <dgm:spPr/>
    </dgm:pt>
    <dgm:pt modelId="{CB53FB98-DBF5-437A-9FF3-160D6F90D441}" type="pres">
      <dgm:prSet presAssocID="{191C89CB-88BC-4E6D-B818-506248F7EE1F}" presName="lineNode" presStyleLbl="alignAccFollowNode1" presStyleIdx="9" presStyleCnt="15"/>
      <dgm:spPr/>
    </dgm:pt>
    <dgm:pt modelId="{38E37EC6-8DC8-4226-BA02-B0AC77A09E8D}" type="pres">
      <dgm:prSet presAssocID="{191C89CB-88BC-4E6D-B818-506248F7EE1F}" presName="lineArrowNode" presStyleLbl="alignAccFollowNode1" presStyleIdx="10" presStyleCnt="15"/>
      <dgm:spPr/>
    </dgm:pt>
    <dgm:pt modelId="{D26BAC8E-70E6-4220-8C31-060C7489CB7F}" type="pres">
      <dgm:prSet presAssocID="{F2094B41-526B-4705-9CE7-BAFB659D8F8F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867A7455-A249-482D-9489-DE3207BAD446}" type="pres">
      <dgm:prSet presAssocID="{F2094B41-526B-4705-9CE7-BAFB659D8F8F}" presName="spacerBetweenCircleAndCallout" presStyleCnt="0">
        <dgm:presLayoutVars/>
      </dgm:prSet>
      <dgm:spPr/>
    </dgm:pt>
    <dgm:pt modelId="{8E4FC034-2E71-4C21-9D5E-E90EB15E00A2}" type="pres">
      <dgm:prSet presAssocID="{191C89CB-88BC-4E6D-B818-506248F7EE1F}" presName="nodeText" presStyleLbl="alignAccFollowNode1" presStyleIdx="11" presStyleCnt="15">
        <dgm:presLayoutVars>
          <dgm:bulletEnabled val="1"/>
        </dgm:presLayoutVars>
      </dgm:prSet>
      <dgm:spPr/>
    </dgm:pt>
    <dgm:pt modelId="{C68698D4-A698-4F36-9A00-D2F079E5918A}" type="pres">
      <dgm:prSet presAssocID="{F2094B41-526B-4705-9CE7-BAFB659D8F8F}" presName="sibTransComposite" presStyleCnt="0"/>
      <dgm:spPr/>
    </dgm:pt>
    <dgm:pt modelId="{69C58970-4082-429B-B8B0-E0A8DCF6A753}" type="pres">
      <dgm:prSet presAssocID="{152C821B-CEF0-4627-892E-45F043EE1E36}" presName="compositeNode" presStyleCnt="0"/>
      <dgm:spPr/>
    </dgm:pt>
    <dgm:pt modelId="{42727BE4-70FF-406E-BB67-AEA97F33E8D0}" type="pres">
      <dgm:prSet presAssocID="{152C821B-CEF0-4627-892E-45F043EE1E3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325F536-983F-4357-B733-2EEA76825075}" type="pres">
      <dgm:prSet presAssocID="{152C821B-CEF0-4627-892E-45F043EE1E36}" presName="parSh" presStyleCnt="0"/>
      <dgm:spPr/>
    </dgm:pt>
    <dgm:pt modelId="{62032C44-8054-42D5-9871-5ECA25E5D413}" type="pres">
      <dgm:prSet presAssocID="{152C821B-CEF0-4627-892E-45F043EE1E36}" presName="lineNode" presStyleLbl="alignAccFollowNode1" presStyleIdx="12" presStyleCnt="15"/>
      <dgm:spPr/>
    </dgm:pt>
    <dgm:pt modelId="{CB018CB2-10DC-4A07-8867-FF89725DBFF5}" type="pres">
      <dgm:prSet presAssocID="{152C821B-CEF0-4627-892E-45F043EE1E36}" presName="lineArrowNode" presStyleLbl="alignAccFollowNode1" presStyleIdx="13" presStyleCnt="15"/>
      <dgm:spPr/>
    </dgm:pt>
    <dgm:pt modelId="{6A0DB30C-FAAD-44B2-BF50-FA9A9B33C598}" type="pres">
      <dgm:prSet presAssocID="{6BB3D447-D57C-45D1-90C6-C63166671699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6BEBED0C-F3DF-495C-929A-3ECDBFB55763}" type="pres">
      <dgm:prSet presAssocID="{6BB3D447-D57C-45D1-90C6-C63166671699}" presName="spacerBetweenCircleAndCallout" presStyleCnt="0">
        <dgm:presLayoutVars/>
      </dgm:prSet>
      <dgm:spPr/>
    </dgm:pt>
    <dgm:pt modelId="{0A7C14C3-3EFE-4E62-AF11-D693E4F6A57D}" type="pres">
      <dgm:prSet presAssocID="{152C821B-CEF0-4627-892E-45F043EE1E36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9F586105-1D98-4A17-817B-9A22107B37AB}" srcId="{319CA197-3637-407A-A3BB-035139D135B1}" destId="{27B0E898-24E5-4299-9980-B4D78454DC16}" srcOrd="1" destOrd="0" parTransId="{8D641227-84C8-4C4E-9AD9-7D759E00F851}" sibTransId="{E1D4B1C4-0ADE-4FB1-A61B-FAF5EFEE8383}"/>
    <dgm:cxn modelId="{D106981E-22FF-49F6-A8B5-CE50CE05CE4F}" type="presOf" srcId="{D6A0635F-540B-4E43-ABEA-0B6E2B525477}" destId="{6CACF44B-E57A-4272-9757-31B97B5BD3AD}" srcOrd="0" destOrd="0" presId="urn:microsoft.com/office/officeart/2016/7/layout/LinearArrowProcessNumbered"/>
    <dgm:cxn modelId="{9B15FD5E-632D-483F-97EB-20817EF1E6EA}" type="presOf" srcId="{F2094B41-526B-4705-9CE7-BAFB659D8F8F}" destId="{D26BAC8E-70E6-4220-8C31-060C7489CB7F}" srcOrd="0" destOrd="0" presId="urn:microsoft.com/office/officeart/2016/7/layout/LinearArrowProcessNumbered"/>
    <dgm:cxn modelId="{49E19F67-5BE2-4AAF-9EBD-4709A18757BA}" type="presOf" srcId="{152C821B-CEF0-4627-892E-45F043EE1E36}" destId="{0A7C14C3-3EFE-4E62-AF11-D693E4F6A57D}" srcOrd="0" destOrd="0" presId="urn:microsoft.com/office/officeart/2016/7/layout/LinearArrowProcessNumbered"/>
    <dgm:cxn modelId="{65BAD96F-248F-49F8-80BC-20E36C435DB4}" srcId="{319CA197-3637-407A-A3BB-035139D135B1}" destId="{191C89CB-88BC-4E6D-B818-506248F7EE1F}" srcOrd="3" destOrd="0" parTransId="{8C4CB944-E959-4473-950E-656617B72276}" sibTransId="{F2094B41-526B-4705-9CE7-BAFB659D8F8F}"/>
    <dgm:cxn modelId="{C06A3750-9D81-4B2B-B290-9EE129311BD5}" type="presOf" srcId="{CBF22CAE-49B7-4337-B698-F6838487CDBC}" destId="{D700F688-31A5-465E-9A04-C6EE68BE6015}" srcOrd="0" destOrd="0" presId="urn:microsoft.com/office/officeart/2016/7/layout/LinearArrowProcessNumbered"/>
    <dgm:cxn modelId="{9966A57B-178F-490F-9841-9753D13E81C7}" type="presOf" srcId="{319CA197-3637-407A-A3BB-035139D135B1}" destId="{1CF0F891-56F3-4AE7-AEC0-7BC2494C89A0}" srcOrd="0" destOrd="0" presId="urn:microsoft.com/office/officeart/2016/7/layout/LinearArrowProcessNumbered"/>
    <dgm:cxn modelId="{0DE31482-8978-4701-BC7E-5484F0D1133E}" srcId="{319CA197-3637-407A-A3BB-035139D135B1}" destId="{79A19E12-53AC-4EA4-9414-BE28F776E7D1}" srcOrd="0" destOrd="0" parTransId="{E13E1BCD-96B3-4B9F-BD0E-8CF26D21F442}" sibTransId="{D6A0635F-540B-4E43-ABEA-0B6E2B525477}"/>
    <dgm:cxn modelId="{4BB7638A-4969-454D-94CA-C22C04983121}" type="presOf" srcId="{E1D4B1C4-0ADE-4FB1-A61B-FAF5EFEE8383}" destId="{1895B587-0163-4D16-A96F-1B486C9440F3}" srcOrd="0" destOrd="0" presId="urn:microsoft.com/office/officeart/2016/7/layout/LinearArrowProcessNumbered"/>
    <dgm:cxn modelId="{4598F3B1-D1E3-4E97-AFFC-4C90F4487FFE}" srcId="{319CA197-3637-407A-A3BB-035139D135B1}" destId="{152C821B-CEF0-4627-892E-45F043EE1E36}" srcOrd="4" destOrd="0" parTransId="{9B1D8A13-5B09-4CD5-83DA-014558D9487C}" sibTransId="{6BB3D447-D57C-45D1-90C6-C63166671699}"/>
    <dgm:cxn modelId="{45B2BABA-5D11-499B-B21C-48B79871E08D}" type="presOf" srcId="{6BB3D447-D57C-45D1-90C6-C63166671699}" destId="{6A0DB30C-FAAD-44B2-BF50-FA9A9B33C598}" srcOrd="0" destOrd="0" presId="urn:microsoft.com/office/officeart/2016/7/layout/LinearArrowProcessNumbered"/>
    <dgm:cxn modelId="{50F99DCF-126A-401F-AA3A-9707ACB5BFD0}" type="presOf" srcId="{79A19E12-53AC-4EA4-9414-BE28F776E7D1}" destId="{529B78CD-8C8C-4EB1-A9D2-E34B1158B09A}" srcOrd="0" destOrd="0" presId="urn:microsoft.com/office/officeart/2016/7/layout/LinearArrowProcessNumbered"/>
    <dgm:cxn modelId="{2FA067DF-D41E-461B-AE9D-C3852D9D4FC8}" type="presOf" srcId="{191C89CB-88BC-4E6D-B818-506248F7EE1F}" destId="{8E4FC034-2E71-4C21-9D5E-E90EB15E00A2}" srcOrd="0" destOrd="0" presId="urn:microsoft.com/office/officeart/2016/7/layout/LinearArrowProcessNumbered"/>
    <dgm:cxn modelId="{23AB32EC-70FB-4273-9476-0A6BB75431AC}" srcId="{319CA197-3637-407A-A3BB-035139D135B1}" destId="{8E3C0DC7-E7D6-4035-9F81-CD489C57C3D3}" srcOrd="2" destOrd="0" parTransId="{3CBE3BDE-9D84-414E-AA41-CBD22272EB01}" sibTransId="{CBF22CAE-49B7-4337-B698-F6838487CDBC}"/>
    <dgm:cxn modelId="{55ACF8F5-8735-45DB-879A-116516AC4558}" type="presOf" srcId="{27B0E898-24E5-4299-9980-B4D78454DC16}" destId="{6A2A8E07-B465-4DD1-A500-63558B8E78AA}" srcOrd="0" destOrd="0" presId="urn:microsoft.com/office/officeart/2016/7/layout/LinearArrowProcessNumbered"/>
    <dgm:cxn modelId="{F767F5FA-A8D5-42B2-A57A-AC713843073B}" type="presOf" srcId="{8E3C0DC7-E7D6-4035-9F81-CD489C57C3D3}" destId="{21BFBC68-C965-4990-B670-ED2B36756E44}" srcOrd="0" destOrd="0" presId="urn:microsoft.com/office/officeart/2016/7/layout/LinearArrowProcessNumbered"/>
    <dgm:cxn modelId="{27F9ED69-BD3B-455F-83D3-3DCB8781D800}" type="presParOf" srcId="{1CF0F891-56F3-4AE7-AEC0-7BC2494C89A0}" destId="{4436B722-7C03-4FCD-9EB1-968CA85B856D}" srcOrd="0" destOrd="0" presId="urn:microsoft.com/office/officeart/2016/7/layout/LinearArrowProcessNumbered"/>
    <dgm:cxn modelId="{5074587C-A1A9-4ABE-B433-95FB04260C3D}" type="presParOf" srcId="{4436B722-7C03-4FCD-9EB1-968CA85B856D}" destId="{A1E2E932-86F1-4F39-9474-8B314C8BD2F5}" srcOrd="0" destOrd="0" presId="urn:microsoft.com/office/officeart/2016/7/layout/LinearArrowProcessNumbered"/>
    <dgm:cxn modelId="{89804394-CEAA-42D4-88A2-55C3F1ABBFD1}" type="presParOf" srcId="{4436B722-7C03-4FCD-9EB1-968CA85B856D}" destId="{FA0CE6FB-6DE0-43CA-A698-7BDCB2843173}" srcOrd="1" destOrd="0" presId="urn:microsoft.com/office/officeart/2016/7/layout/LinearArrowProcessNumbered"/>
    <dgm:cxn modelId="{E9333CF3-D665-435C-B12A-10ED589246F7}" type="presParOf" srcId="{FA0CE6FB-6DE0-43CA-A698-7BDCB2843173}" destId="{D3FF280B-180C-4E73-935B-7706FA059E98}" srcOrd="0" destOrd="0" presId="urn:microsoft.com/office/officeart/2016/7/layout/LinearArrowProcessNumbered"/>
    <dgm:cxn modelId="{EFE6AA3C-DC37-4667-BC5D-490675BC8D25}" type="presParOf" srcId="{FA0CE6FB-6DE0-43CA-A698-7BDCB2843173}" destId="{E8274D50-1297-43EB-A33B-372EBB484405}" srcOrd="1" destOrd="0" presId="urn:microsoft.com/office/officeart/2016/7/layout/LinearArrowProcessNumbered"/>
    <dgm:cxn modelId="{169612A8-84CE-4201-AD51-0666268DF376}" type="presParOf" srcId="{FA0CE6FB-6DE0-43CA-A698-7BDCB2843173}" destId="{6CACF44B-E57A-4272-9757-31B97B5BD3AD}" srcOrd="2" destOrd="0" presId="urn:microsoft.com/office/officeart/2016/7/layout/LinearArrowProcessNumbered"/>
    <dgm:cxn modelId="{7B83AF52-3F47-4CCF-8182-34C629A35284}" type="presParOf" srcId="{FA0CE6FB-6DE0-43CA-A698-7BDCB2843173}" destId="{A6CE9814-9808-41AF-A8F0-0B591681F886}" srcOrd="3" destOrd="0" presId="urn:microsoft.com/office/officeart/2016/7/layout/LinearArrowProcessNumbered"/>
    <dgm:cxn modelId="{0DF31C7A-437E-4B49-9C68-70108D891BB4}" type="presParOf" srcId="{4436B722-7C03-4FCD-9EB1-968CA85B856D}" destId="{529B78CD-8C8C-4EB1-A9D2-E34B1158B09A}" srcOrd="2" destOrd="0" presId="urn:microsoft.com/office/officeart/2016/7/layout/LinearArrowProcessNumbered"/>
    <dgm:cxn modelId="{84E5FF70-80D0-41E9-880C-1A965069BABB}" type="presParOf" srcId="{1CF0F891-56F3-4AE7-AEC0-7BC2494C89A0}" destId="{F297C598-03CA-4457-AD2C-1389E6D15084}" srcOrd="1" destOrd="0" presId="urn:microsoft.com/office/officeart/2016/7/layout/LinearArrowProcessNumbered"/>
    <dgm:cxn modelId="{5C109DD7-8624-4F63-BBA9-E76FE733A96F}" type="presParOf" srcId="{1CF0F891-56F3-4AE7-AEC0-7BC2494C89A0}" destId="{1C4FB883-8AD3-435C-8E7E-9619763F47CA}" srcOrd="2" destOrd="0" presId="urn:microsoft.com/office/officeart/2016/7/layout/LinearArrowProcessNumbered"/>
    <dgm:cxn modelId="{086D7921-45DD-48F5-9298-8319C9A3F1A0}" type="presParOf" srcId="{1C4FB883-8AD3-435C-8E7E-9619763F47CA}" destId="{FAE5D5CE-94B5-42AE-BA16-7AA1E7C6BAB7}" srcOrd="0" destOrd="0" presId="urn:microsoft.com/office/officeart/2016/7/layout/LinearArrowProcessNumbered"/>
    <dgm:cxn modelId="{57CAC85A-C560-4953-ACDA-CC636CFD967B}" type="presParOf" srcId="{1C4FB883-8AD3-435C-8E7E-9619763F47CA}" destId="{FC797657-BB16-4A1A-ABE9-0308FC598B0D}" srcOrd="1" destOrd="0" presId="urn:microsoft.com/office/officeart/2016/7/layout/LinearArrowProcessNumbered"/>
    <dgm:cxn modelId="{A66EF5CC-8182-463B-B714-536FBD371699}" type="presParOf" srcId="{FC797657-BB16-4A1A-ABE9-0308FC598B0D}" destId="{FABAA865-760E-40E7-AE76-205C40C17AB0}" srcOrd="0" destOrd="0" presId="urn:microsoft.com/office/officeart/2016/7/layout/LinearArrowProcessNumbered"/>
    <dgm:cxn modelId="{1F575890-7938-4CC9-A530-5ED07866F52D}" type="presParOf" srcId="{FC797657-BB16-4A1A-ABE9-0308FC598B0D}" destId="{7F8F1053-8393-4B0B-A7AE-4FD806CE2C11}" srcOrd="1" destOrd="0" presId="urn:microsoft.com/office/officeart/2016/7/layout/LinearArrowProcessNumbered"/>
    <dgm:cxn modelId="{5D12820C-B2C0-4353-8F59-C55F49368BCA}" type="presParOf" srcId="{FC797657-BB16-4A1A-ABE9-0308FC598B0D}" destId="{1895B587-0163-4D16-A96F-1B486C9440F3}" srcOrd="2" destOrd="0" presId="urn:microsoft.com/office/officeart/2016/7/layout/LinearArrowProcessNumbered"/>
    <dgm:cxn modelId="{FA236B4B-F8B8-4A4A-A1F5-CA600C352445}" type="presParOf" srcId="{FC797657-BB16-4A1A-ABE9-0308FC598B0D}" destId="{BDB75E59-2734-4095-B8A5-4577C11E80A8}" srcOrd="3" destOrd="0" presId="urn:microsoft.com/office/officeart/2016/7/layout/LinearArrowProcessNumbered"/>
    <dgm:cxn modelId="{D7F53B2E-0107-4E63-8E6C-0821591C5159}" type="presParOf" srcId="{1C4FB883-8AD3-435C-8E7E-9619763F47CA}" destId="{6A2A8E07-B465-4DD1-A500-63558B8E78AA}" srcOrd="2" destOrd="0" presId="urn:microsoft.com/office/officeart/2016/7/layout/LinearArrowProcessNumbered"/>
    <dgm:cxn modelId="{123429E4-8A03-4CAA-9E8C-6E5797F9FF6E}" type="presParOf" srcId="{1CF0F891-56F3-4AE7-AEC0-7BC2494C89A0}" destId="{E0BB1C30-EF92-422C-89B3-0F3B8C45F9C3}" srcOrd="3" destOrd="0" presId="urn:microsoft.com/office/officeart/2016/7/layout/LinearArrowProcessNumbered"/>
    <dgm:cxn modelId="{8C99602A-B64D-4818-A1CF-136E9B299414}" type="presParOf" srcId="{1CF0F891-56F3-4AE7-AEC0-7BC2494C89A0}" destId="{D7609155-1DCD-4777-9599-5B4DA2BCE266}" srcOrd="4" destOrd="0" presId="urn:microsoft.com/office/officeart/2016/7/layout/LinearArrowProcessNumbered"/>
    <dgm:cxn modelId="{7346F2D8-5374-4BFE-A616-A5D39B3E08F9}" type="presParOf" srcId="{D7609155-1DCD-4777-9599-5B4DA2BCE266}" destId="{2E58D876-CD6E-4C0E-8D0A-107D1401BA66}" srcOrd="0" destOrd="0" presId="urn:microsoft.com/office/officeart/2016/7/layout/LinearArrowProcessNumbered"/>
    <dgm:cxn modelId="{C6E7738B-B886-462A-A117-F69E6C0463E8}" type="presParOf" srcId="{D7609155-1DCD-4777-9599-5B4DA2BCE266}" destId="{1E01F90F-33CD-40EC-A3D1-EDBB1EB4DDA2}" srcOrd="1" destOrd="0" presId="urn:microsoft.com/office/officeart/2016/7/layout/LinearArrowProcessNumbered"/>
    <dgm:cxn modelId="{F6D4C70C-1F67-4D64-8F4E-09F1B9529B8D}" type="presParOf" srcId="{1E01F90F-33CD-40EC-A3D1-EDBB1EB4DDA2}" destId="{48FD05FE-7F3E-4ABF-B68A-7831B3D7CCD9}" srcOrd="0" destOrd="0" presId="urn:microsoft.com/office/officeart/2016/7/layout/LinearArrowProcessNumbered"/>
    <dgm:cxn modelId="{5E5544C4-567D-4C8D-9652-C3AC27B248A3}" type="presParOf" srcId="{1E01F90F-33CD-40EC-A3D1-EDBB1EB4DDA2}" destId="{86C51EAD-271B-45E1-9000-E1DF1C5DFEDC}" srcOrd="1" destOrd="0" presId="urn:microsoft.com/office/officeart/2016/7/layout/LinearArrowProcessNumbered"/>
    <dgm:cxn modelId="{33F897F2-5065-476C-81E0-B79F0B1AB2E9}" type="presParOf" srcId="{1E01F90F-33CD-40EC-A3D1-EDBB1EB4DDA2}" destId="{D700F688-31A5-465E-9A04-C6EE68BE6015}" srcOrd="2" destOrd="0" presId="urn:microsoft.com/office/officeart/2016/7/layout/LinearArrowProcessNumbered"/>
    <dgm:cxn modelId="{ECCCD059-3451-4570-BC14-3E57B99732A5}" type="presParOf" srcId="{1E01F90F-33CD-40EC-A3D1-EDBB1EB4DDA2}" destId="{7E90DC3D-EA2A-4FEF-A5E5-F80E35AA9B47}" srcOrd="3" destOrd="0" presId="urn:microsoft.com/office/officeart/2016/7/layout/LinearArrowProcessNumbered"/>
    <dgm:cxn modelId="{A4240135-AF87-4AF7-B2A0-3EAA84827D48}" type="presParOf" srcId="{D7609155-1DCD-4777-9599-5B4DA2BCE266}" destId="{21BFBC68-C965-4990-B670-ED2B36756E44}" srcOrd="2" destOrd="0" presId="urn:microsoft.com/office/officeart/2016/7/layout/LinearArrowProcessNumbered"/>
    <dgm:cxn modelId="{7634D453-55F4-4D85-8D5C-EDCEFCCCFE45}" type="presParOf" srcId="{1CF0F891-56F3-4AE7-AEC0-7BC2494C89A0}" destId="{767AB107-ED59-4442-A008-2BAF75DCAF31}" srcOrd="5" destOrd="0" presId="urn:microsoft.com/office/officeart/2016/7/layout/LinearArrowProcessNumbered"/>
    <dgm:cxn modelId="{83273818-1F35-48C2-9C62-E26CF092D699}" type="presParOf" srcId="{1CF0F891-56F3-4AE7-AEC0-7BC2494C89A0}" destId="{10BF0EA8-E743-4123-9581-70A2968BE652}" srcOrd="6" destOrd="0" presId="urn:microsoft.com/office/officeart/2016/7/layout/LinearArrowProcessNumbered"/>
    <dgm:cxn modelId="{0DA20270-737D-4971-9DD9-B38C1BD1719F}" type="presParOf" srcId="{10BF0EA8-E743-4123-9581-70A2968BE652}" destId="{6F9A0DFC-81C7-4E82-929E-10F168848207}" srcOrd="0" destOrd="0" presId="urn:microsoft.com/office/officeart/2016/7/layout/LinearArrowProcessNumbered"/>
    <dgm:cxn modelId="{52DEBCDC-38B7-498A-9983-D21F0CE886C5}" type="presParOf" srcId="{10BF0EA8-E743-4123-9581-70A2968BE652}" destId="{78E0B11E-E37E-438A-9AA1-3134F703DDAD}" srcOrd="1" destOrd="0" presId="urn:microsoft.com/office/officeart/2016/7/layout/LinearArrowProcessNumbered"/>
    <dgm:cxn modelId="{E0193E2C-48EE-48EE-A5D5-0224AFF172F0}" type="presParOf" srcId="{78E0B11E-E37E-438A-9AA1-3134F703DDAD}" destId="{CB53FB98-DBF5-437A-9FF3-160D6F90D441}" srcOrd="0" destOrd="0" presId="urn:microsoft.com/office/officeart/2016/7/layout/LinearArrowProcessNumbered"/>
    <dgm:cxn modelId="{28BCD094-30EE-4B4C-851A-FDA9E5E85BEC}" type="presParOf" srcId="{78E0B11E-E37E-438A-9AA1-3134F703DDAD}" destId="{38E37EC6-8DC8-4226-BA02-B0AC77A09E8D}" srcOrd="1" destOrd="0" presId="urn:microsoft.com/office/officeart/2016/7/layout/LinearArrowProcessNumbered"/>
    <dgm:cxn modelId="{51EEBE07-DAFF-40AC-B340-B2733CFFB960}" type="presParOf" srcId="{78E0B11E-E37E-438A-9AA1-3134F703DDAD}" destId="{D26BAC8E-70E6-4220-8C31-060C7489CB7F}" srcOrd="2" destOrd="0" presId="urn:microsoft.com/office/officeart/2016/7/layout/LinearArrowProcessNumbered"/>
    <dgm:cxn modelId="{0A95A7AF-3450-47BC-BB4C-5F10728B58DA}" type="presParOf" srcId="{78E0B11E-E37E-438A-9AA1-3134F703DDAD}" destId="{867A7455-A249-482D-9489-DE3207BAD446}" srcOrd="3" destOrd="0" presId="urn:microsoft.com/office/officeart/2016/7/layout/LinearArrowProcessNumbered"/>
    <dgm:cxn modelId="{408FB609-262C-4AAF-ADC8-061308DB3489}" type="presParOf" srcId="{10BF0EA8-E743-4123-9581-70A2968BE652}" destId="{8E4FC034-2E71-4C21-9D5E-E90EB15E00A2}" srcOrd="2" destOrd="0" presId="urn:microsoft.com/office/officeart/2016/7/layout/LinearArrowProcessNumbered"/>
    <dgm:cxn modelId="{D2D1E69B-11BB-4DAE-9F1F-78C0E97CBA3D}" type="presParOf" srcId="{1CF0F891-56F3-4AE7-AEC0-7BC2494C89A0}" destId="{C68698D4-A698-4F36-9A00-D2F079E5918A}" srcOrd="7" destOrd="0" presId="urn:microsoft.com/office/officeart/2016/7/layout/LinearArrowProcessNumbered"/>
    <dgm:cxn modelId="{D8364F8C-08A4-4EFC-A4AA-1592F1A74ED3}" type="presParOf" srcId="{1CF0F891-56F3-4AE7-AEC0-7BC2494C89A0}" destId="{69C58970-4082-429B-B8B0-E0A8DCF6A753}" srcOrd="8" destOrd="0" presId="urn:microsoft.com/office/officeart/2016/7/layout/LinearArrowProcessNumbered"/>
    <dgm:cxn modelId="{C01FE612-6F16-4882-9EF2-33F4A63388A9}" type="presParOf" srcId="{69C58970-4082-429B-B8B0-E0A8DCF6A753}" destId="{42727BE4-70FF-406E-BB67-AEA97F33E8D0}" srcOrd="0" destOrd="0" presId="urn:microsoft.com/office/officeart/2016/7/layout/LinearArrowProcessNumbered"/>
    <dgm:cxn modelId="{C77AA6A7-6632-4D68-8A7E-171F9B6EB1A0}" type="presParOf" srcId="{69C58970-4082-429B-B8B0-E0A8DCF6A753}" destId="{D325F536-983F-4357-B733-2EEA76825075}" srcOrd="1" destOrd="0" presId="urn:microsoft.com/office/officeart/2016/7/layout/LinearArrowProcessNumbered"/>
    <dgm:cxn modelId="{4E4854A9-BAB6-415A-A078-0BB7EA0FB08F}" type="presParOf" srcId="{D325F536-983F-4357-B733-2EEA76825075}" destId="{62032C44-8054-42D5-9871-5ECA25E5D413}" srcOrd="0" destOrd="0" presId="urn:microsoft.com/office/officeart/2016/7/layout/LinearArrowProcessNumbered"/>
    <dgm:cxn modelId="{10E7B1FE-0D6A-4F23-9FB3-D9DB2BAE41E7}" type="presParOf" srcId="{D325F536-983F-4357-B733-2EEA76825075}" destId="{CB018CB2-10DC-4A07-8867-FF89725DBFF5}" srcOrd="1" destOrd="0" presId="urn:microsoft.com/office/officeart/2016/7/layout/LinearArrowProcessNumbered"/>
    <dgm:cxn modelId="{0265B380-A617-4E6E-8372-A9C3F9B5CCB3}" type="presParOf" srcId="{D325F536-983F-4357-B733-2EEA76825075}" destId="{6A0DB30C-FAAD-44B2-BF50-FA9A9B33C598}" srcOrd="2" destOrd="0" presId="urn:microsoft.com/office/officeart/2016/7/layout/LinearArrowProcessNumbered"/>
    <dgm:cxn modelId="{147CC2E2-CF1E-4922-8104-0249044CFA55}" type="presParOf" srcId="{D325F536-983F-4357-B733-2EEA76825075}" destId="{6BEBED0C-F3DF-495C-929A-3ECDBFB55763}" srcOrd="3" destOrd="0" presId="urn:microsoft.com/office/officeart/2016/7/layout/LinearArrowProcessNumbered"/>
    <dgm:cxn modelId="{C2B94F45-3351-4F63-B60B-2B10D3C85529}" type="presParOf" srcId="{69C58970-4082-429B-B8B0-E0A8DCF6A753}" destId="{0A7C14C3-3EFE-4E62-AF11-D693E4F6A57D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5AC99BC-D1CA-41C9-8E51-FAB8DCECF8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8A36524-4D8F-47C4-9BC9-146E4B4A7352}">
      <dgm:prSet/>
      <dgm:spPr/>
      <dgm:t>
        <a:bodyPr/>
        <a:lstStyle/>
        <a:p>
          <a:r>
            <a:rPr lang="en-US"/>
            <a:t>Red team designs an attack plan</a:t>
          </a:r>
        </a:p>
      </dgm:t>
    </dgm:pt>
    <dgm:pt modelId="{22272B28-54A1-4207-A8D7-B9801B5142B3}" type="parTrans" cxnId="{7A989389-53B1-4E9B-A36C-EE68B00E2D3A}">
      <dgm:prSet/>
      <dgm:spPr/>
      <dgm:t>
        <a:bodyPr/>
        <a:lstStyle/>
        <a:p>
          <a:endParaRPr lang="en-US"/>
        </a:p>
      </dgm:t>
    </dgm:pt>
    <dgm:pt modelId="{D61BC640-573C-40BA-908E-D96242383E96}" type="sibTrans" cxnId="{7A989389-53B1-4E9B-A36C-EE68B00E2D3A}">
      <dgm:prSet/>
      <dgm:spPr/>
      <dgm:t>
        <a:bodyPr/>
        <a:lstStyle/>
        <a:p>
          <a:endParaRPr lang="en-US"/>
        </a:p>
      </dgm:t>
    </dgm:pt>
    <dgm:pt modelId="{51091F21-62AA-4C11-8F26-C0ED8759CB82}">
      <dgm:prSet/>
      <dgm:spPr/>
      <dgm:t>
        <a:bodyPr/>
        <a:lstStyle/>
        <a:p>
          <a:r>
            <a:rPr lang="en-US"/>
            <a:t>Blue team designs defense strategy</a:t>
          </a:r>
        </a:p>
      </dgm:t>
    </dgm:pt>
    <dgm:pt modelId="{6A540785-8C09-401B-98BC-1221F4785CFA}" type="parTrans" cxnId="{BC285E3B-7977-49BD-A766-3FA21FDD3BAB}">
      <dgm:prSet/>
      <dgm:spPr/>
      <dgm:t>
        <a:bodyPr/>
        <a:lstStyle/>
        <a:p>
          <a:endParaRPr lang="en-US"/>
        </a:p>
      </dgm:t>
    </dgm:pt>
    <dgm:pt modelId="{26290EF8-4FA7-4A90-A38C-CE5A26ED83EA}" type="sibTrans" cxnId="{BC285E3B-7977-49BD-A766-3FA21FDD3BAB}">
      <dgm:prSet/>
      <dgm:spPr/>
      <dgm:t>
        <a:bodyPr/>
        <a:lstStyle/>
        <a:p>
          <a:endParaRPr lang="en-US"/>
        </a:p>
      </dgm:t>
    </dgm:pt>
    <dgm:pt modelId="{6CD0FA42-0CCC-4324-958F-8E26563BDB8D}">
      <dgm:prSet/>
      <dgm:spPr/>
      <dgm:t>
        <a:bodyPr/>
        <a:lstStyle/>
        <a:p>
          <a:r>
            <a:rPr lang="en-US"/>
            <a:t>Simulate attack and response discussion</a:t>
          </a:r>
        </a:p>
      </dgm:t>
    </dgm:pt>
    <dgm:pt modelId="{17C6F79D-EEBC-4CE5-AC06-E53C43BE2015}" type="parTrans" cxnId="{A95E4C37-6880-468E-9082-2817A17291C1}">
      <dgm:prSet/>
      <dgm:spPr/>
      <dgm:t>
        <a:bodyPr/>
        <a:lstStyle/>
        <a:p>
          <a:endParaRPr lang="en-US"/>
        </a:p>
      </dgm:t>
    </dgm:pt>
    <dgm:pt modelId="{6DE7E6B9-006D-4CFD-A3D3-D60D09C38D6E}" type="sibTrans" cxnId="{A95E4C37-6880-468E-9082-2817A17291C1}">
      <dgm:prSet/>
      <dgm:spPr/>
      <dgm:t>
        <a:bodyPr/>
        <a:lstStyle/>
        <a:p>
          <a:endParaRPr lang="en-US"/>
        </a:p>
      </dgm:t>
    </dgm:pt>
    <dgm:pt modelId="{51466DCB-E0FD-4EFB-A610-B7858A6CD981}">
      <dgm:prSet/>
      <dgm:spPr/>
      <dgm:t>
        <a:bodyPr/>
        <a:lstStyle/>
        <a:p>
          <a:r>
            <a:rPr lang="en-US"/>
            <a:t>Evaluate what worked and what failed</a:t>
          </a:r>
        </a:p>
      </dgm:t>
    </dgm:pt>
    <dgm:pt modelId="{81087FD7-3FE2-499F-A0B5-6CB42A866DA6}" type="parTrans" cxnId="{C2BA425E-D161-41B9-A913-68D9714608EC}">
      <dgm:prSet/>
      <dgm:spPr/>
      <dgm:t>
        <a:bodyPr/>
        <a:lstStyle/>
        <a:p>
          <a:endParaRPr lang="en-US"/>
        </a:p>
      </dgm:t>
    </dgm:pt>
    <dgm:pt modelId="{861B94E0-3DE7-43E8-8264-3558920837CE}" type="sibTrans" cxnId="{C2BA425E-D161-41B9-A913-68D9714608EC}">
      <dgm:prSet/>
      <dgm:spPr/>
      <dgm:t>
        <a:bodyPr/>
        <a:lstStyle/>
        <a:p>
          <a:endParaRPr lang="en-US"/>
        </a:p>
      </dgm:t>
    </dgm:pt>
    <dgm:pt modelId="{536720C4-ABC2-4463-A49C-D1113060C656}">
      <dgm:prSet/>
      <dgm:spPr/>
      <dgm:t>
        <a:bodyPr/>
        <a:lstStyle/>
        <a:p>
          <a:r>
            <a:rPr lang="en-US"/>
            <a:t>Discuss lessons learned</a:t>
          </a:r>
        </a:p>
      </dgm:t>
    </dgm:pt>
    <dgm:pt modelId="{E849FCEE-D96E-4F8C-A6C2-8E60236A19A6}" type="parTrans" cxnId="{03F510CC-3459-4416-A9FE-8AE6E6ED8346}">
      <dgm:prSet/>
      <dgm:spPr/>
      <dgm:t>
        <a:bodyPr/>
        <a:lstStyle/>
        <a:p>
          <a:endParaRPr lang="en-US"/>
        </a:p>
      </dgm:t>
    </dgm:pt>
    <dgm:pt modelId="{1108C6D8-74D5-4587-A147-AA7B827EC965}" type="sibTrans" cxnId="{03F510CC-3459-4416-A9FE-8AE6E6ED8346}">
      <dgm:prSet/>
      <dgm:spPr/>
      <dgm:t>
        <a:bodyPr/>
        <a:lstStyle/>
        <a:p>
          <a:endParaRPr lang="en-US"/>
        </a:p>
      </dgm:t>
    </dgm:pt>
    <dgm:pt modelId="{2DB4AA77-6495-4976-A836-FB8A51E38FC8}" type="pres">
      <dgm:prSet presAssocID="{85AC99BC-D1CA-41C9-8E51-FAB8DCECF871}" presName="linear" presStyleCnt="0">
        <dgm:presLayoutVars>
          <dgm:animLvl val="lvl"/>
          <dgm:resizeHandles val="exact"/>
        </dgm:presLayoutVars>
      </dgm:prSet>
      <dgm:spPr/>
    </dgm:pt>
    <dgm:pt modelId="{E0A30CBB-FBA9-4532-909C-216FAF14FB3C}" type="pres">
      <dgm:prSet presAssocID="{A8A36524-4D8F-47C4-9BC9-146E4B4A735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E804A4B-902B-41CF-AE93-A5095665D2EF}" type="pres">
      <dgm:prSet presAssocID="{D61BC640-573C-40BA-908E-D96242383E96}" presName="spacer" presStyleCnt="0"/>
      <dgm:spPr/>
    </dgm:pt>
    <dgm:pt modelId="{7F104E83-CED4-42C0-9B72-621526149985}" type="pres">
      <dgm:prSet presAssocID="{51091F21-62AA-4C11-8F26-C0ED8759CB8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DC58CF3-C045-49F3-9692-3BCD36B38155}" type="pres">
      <dgm:prSet presAssocID="{26290EF8-4FA7-4A90-A38C-CE5A26ED83EA}" presName="spacer" presStyleCnt="0"/>
      <dgm:spPr/>
    </dgm:pt>
    <dgm:pt modelId="{43660D88-0BC8-4DD2-A7DC-78CE8A640623}" type="pres">
      <dgm:prSet presAssocID="{6CD0FA42-0CCC-4324-958F-8E26563BDB8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B12D6E2-DC15-49B8-A73D-2D71D1610DC6}" type="pres">
      <dgm:prSet presAssocID="{6DE7E6B9-006D-4CFD-A3D3-D60D09C38D6E}" presName="spacer" presStyleCnt="0"/>
      <dgm:spPr/>
    </dgm:pt>
    <dgm:pt modelId="{5BCD0176-4AB3-4023-AD28-EA1723A397F9}" type="pres">
      <dgm:prSet presAssocID="{51466DCB-E0FD-4EFB-A610-B7858A6CD98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BC85019-CB0A-410D-A400-2205B7B10D3A}" type="pres">
      <dgm:prSet presAssocID="{861B94E0-3DE7-43E8-8264-3558920837CE}" presName="spacer" presStyleCnt="0"/>
      <dgm:spPr/>
    </dgm:pt>
    <dgm:pt modelId="{55C1BA5E-C647-4593-94A1-726F7D94C1B4}" type="pres">
      <dgm:prSet presAssocID="{536720C4-ABC2-4463-A49C-D1113060C65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AF0D30D-1D43-4E35-A3F6-AEFD03171FF1}" type="presOf" srcId="{85AC99BC-D1CA-41C9-8E51-FAB8DCECF871}" destId="{2DB4AA77-6495-4976-A836-FB8A51E38FC8}" srcOrd="0" destOrd="0" presId="urn:microsoft.com/office/officeart/2005/8/layout/vList2"/>
    <dgm:cxn modelId="{15FAF222-68AD-45FF-B820-6B213B71ADA3}" type="presOf" srcId="{A8A36524-4D8F-47C4-9BC9-146E4B4A7352}" destId="{E0A30CBB-FBA9-4532-909C-216FAF14FB3C}" srcOrd="0" destOrd="0" presId="urn:microsoft.com/office/officeart/2005/8/layout/vList2"/>
    <dgm:cxn modelId="{6EC0E323-E396-47C4-AA69-C1D9EE521FB5}" type="presOf" srcId="{51466DCB-E0FD-4EFB-A610-B7858A6CD981}" destId="{5BCD0176-4AB3-4023-AD28-EA1723A397F9}" srcOrd="0" destOrd="0" presId="urn:microsoft.com/office/officeart/2005/8/layout/vList2"/>
    <dgm:cxn modelId="{A95E4C37-6880-468E-9082-2817A17291C1}" srcId="{85AC99BC-D1CA-41C9-8E51-FAB8DCECF871}" destId="{6CD0FA42-0CCC-4324-958F-8E26563BDB8D}" srcOrd="2" destOrd="0" parTransId="{17C6F79D-EEBC-4CE5-AC06-E53C43BE2015}" sibTransId="{6DE7E6B9-006D-4CFD-A3D3-D60D09C38D6E}"/>
    <dgm:cxn modelId="{BC285E3B-7977-49BD-A766-3FA21FDD3BAB}" srcId="{85AC99BC-D1CA-41C9-8E51-FAB8DCECF871}" destId="{51091F21-62AA-4C11-8F26-C0ED8759CB82}" srcOrd="1" destOrd="0" parTransId="{6A540785-8C09-401B-98BC-1221F4785CFA}" sibTransId="{26290EF8-4FA7-4A90-A38C-CE5A26ED83EA}"/>
    <dgm:cxn modelId="{E5461E5B-5E95-49FD-A1A3-ACB010F1D9AC}" type="presOf" srcId="{51091F21-62AA-4C11-8F26-C0ED8759CB82}" destId="{7F104E83-CED4-42C0-9B72-621526149985}" srcOrd="0" destOrd="0" presId="urn:microsoft.com/office/officeart/2005/8/layout/vList2"/>
    <dgm:cxn modelId="{C2BA425E-D161-41B9-A913-68D9714608EC}" srcId="{85AC99BC-D1CA-41C9-8E51-FAB8DCECF871}" destId="{51466DCB-E0FD-4EFB-A610-B7858A6CD981}" srcOrd="3" destOrd="0" parTransId="{81087FD7-3FE2-499F-A0B5-6CB42A866DA6}" sibTransId="{861B94E0-3DE7-43E8-8264-3558920837CE}"/>
    <dgm:cxn modelId="{7A989389-53B1-4E9B-A36C-EE68B00E2D3A}" srcId="{85AC99BC-D1CA-41C9-8E51-FAB8DCECF871}" destId="{A8A36524-4D8F-47C4-9BC9-146E4B4A7352}" srcOrd="0" destOrd="0" parTransId="{22272B28-54A1-4207-A8D7-B9801B5142B3}" sibTransId="{D61BC640-573C-40BA-908E-D96242383E96}"/>
    <dgm:cxn modelId="{C87C8DBA-3A1C-4D59-98AC-C50B5FE9F51B}" type="presOf" srcId="{6CD0FA42-0CCC-4324-958F-8E26563BDB8D}" destId="{43660D88-0BC8-4DD2-A7DC-78CE8A640623}" srcOrd="0" destOrd="0" presId="urn:microsoft.com/office/officeart/2005/8/layout/vList2"/>
    <dgm:cxn modelId="{03F510CC-3459-4416-A9FE-8AE6E6ED8346}" srcId="{85AC99BC-D1CA-41C9-8E51-FAB8DCECF871}" destId="{536720C4-ABC2-4463-A49C-D1113060C656}" srcOrd="4" destOrd="0" parTransId="{E849FCEE-D96E-4F8C-A6C2-8E60236A19A6}" sibTransId="{1108C6D8-74D5-4587-A147-AA7B827EC965}"/>
    <dgm:cxn modelId="{D5D196FA-91A9-46EF-9550-3E29ECBFAAE2}" type="presOf" srcId="{536720C4-ABC2-4463-A49C-D1113060C656}" destId="{55C1BA5E-C647-4593-94A1-726F7D94C1B4}" srcOrd="0" destOrd="0" presId="urn:microsoft.com/office/officeart/2005/8/layout/vList2"/>
    <dgm:cxn modelId="{16201713-2379-4778-A008-ACCD4476520A}" type="presParOf" srcId="{2DB4AA77-6495-4976-A836-FB8A51E38FC8}" destId="{E0A30CBB-FBA9-4532-909C-216FAF14FB3C}" srcOrd="0" destOrd="0" presId="urn:microsoft.com/office/officeart/2005/8/layout/vList2"/>
    <dgm:cxn modelId="{02F1EB85-1F60-44CC-A2AF-D42825D0BAD0}" type="presParOf" srcId="{2DB4AA77-6495-4976-A836-FB8A51E38FC8}" destId="{1E804A4B-902B-41CF-AE93-A5095665D2EF}" srcOrd="1" destOrd="0" presId="urn:microsoft.com/office/officeart/2005/8/layout/vList2"/>
    <dgm:cxn modelId="{2A84D139-C33A-4E63-8D36-5CC7FEACD0A5}" type="presParOf" srcId="{2DB4AA77-6495-4976-A836-FB8A51E38FC8}" destId="{7F104E83-CED4-42C0-9B72-621526149985}" srcOrd="2" destOrd="0" presId="urn:microsoft.com/office/officeart/2005/8/layout/vList2"/>
    <dgm:cxn modelId="{42E0C596-F479-4376-B54D-35B21F90FB25}" type="presParOf" srcId="{2DB4AA77-6495-4976-A836-FB8A51E38FC8}" destId="{CDC58CF3-C045-49F3-9692-3BCD36B38155}" srcOrd="3" destOrd="0" presId="urn:microsoft.com/office/officeart/2005/8/layout/vList2"/>
    <dgm:cxn modelId="{154FA92E-635F-4025-B7DF-10C5E2639C76}" type="presParOf" srcId="{2DB4AA77-6495-4976-A836-FB8A51E38FC8}" destId="{43660D88-0BC8-4DD2-A7DC-78CE8A640623}" srcOrd="4" destOrd="0" presId="urn:microsoft.com/office/officeart/2005/8/layout/vList2"/>
    <dgm:cxn modelId="{3DB7871B-29FC-457F-AEFE-ED4C216C8E01}" type="presParOf" srcId="{2DB4AA77-6495-4976-A836-FB8A51E38FC8}" destId="{AB12D6E2-DC15-49B8-A73D-2D71D1610DC6}" srcOrd="5" destOrd="0" presId="urn:microsoft.com/office/officeart/2005/8/layout/vList2"/>
    <dgm:cxn modelId="{DB1AF114-3F2B-4D2F-9475-C737F75326CD}" type="presParOf" srcId="{2DB4AA77-6495-4976-A836-FB8A51E38FC8}" destId="{5BCD0176-4AB3-4023-AD28-EA1723A397F9}" srcOrd="6" destOrd="0" presId="urn:microsoft.com/office/officeart/2005/8/layout/vList2"/>
    <dgm:cxn modelId="{49FE498E-3E54-4B1D-BD12-C3FC6B00B7FE}" type="presParOf" srcId="{2DB4AA77-6495-4976-A836-FB8A51E38FC8}" destId="{6BC85019-CB0A-410D-A400-2205B7B10D3A}" srcOrd="7" destOrd="0" presId="urn:microsoft.com/office/officeart/2005/8/layout/vList2"/>
    <dgm:cxn modelId="{3CC9B4AC-ACCD-475B-AFB9-092A506C553D}" type="presParOf" srcId="{2DB4AA77-6495-4976-A836-FB8A51E38FC8}" destId="{55C1BA5E-C647-4593-94A1-726F7D94C1B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A8C6749D-BBF7-4646-8005-2C358850386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D1025D6-DE28-4752-846F-48158777F7E0}">
      <dgm:prSet/>
      <dgm:spPr/>
      <dgm:t>
        <a:bodyPr/>
        <a:lstStyle/>
        <a:p>
          <a:r>
            <a:rPr lang="en-US"/>
            <a:t>Choose a policy (password, remote access, data handling, defense in depth, zero trust architecture, IAM)</a:t>
          </a:r>
        </a:p>
      </dgm:t>
    </dgm:pt>
    <dgm:pt modelId="{EFB47491-9EC7-41F7-AD41-A5BE2C982D0E}" type="parTrans" cxnId="{22F3F620-DE9B-44A2-9111-91C0E65E5210}">
      <dgm:prSet/>
      <dgm:spPr/>
      <dgm:t>
        <a:bodyPr/>
        <a:lstStyle/>
        <a:p>
          <a:endParaRPr lang="en-US"/>
        </a:p>
      </dgm:t>
    </dgm:pt>
    <dgm:pt modelId="{7888D260-2344-4BBD-B5A7-86360CD70F83}" type="sibTrans" cxnId="{22F3F620-DE9B-44A2-9111-91C0E65E5210}">
      <dgm:prSet/>
      <dgm:spPr/>
      <dgm:t>
        <a:bodyPr/>
        <a:lstStyle/>
        <a:p>
          <a:endParaRPr lang="en-US"/>
        </a:p>
      </dgm:t>
    </dgm:pt>
    <dgm:pt modelId="{78C068F5-1C3E-449F-8DAF-F5DB9AE22C8D}">
      <dgm:prSet/>
      <dgm:spPr/>
      <dgm:t>
        <a:bodyPr/>
        <a:lstStyle/>
        <a:p>
          <a:r>
            <a:rPr lang="en-US"/>
            <a:t>Define policy objective</a:t>
          </a:r>
        </a:p>
      </dgm:t>
    </dgm:pt>
    <dgm:pt modelId="{A583F15F-0399-4701-B096-6A160E33F098}" type="parTrans" cxnId="{9282148B-36A5-45DE-B404-2B261EB56F15}">
      <dgm:prSet/>
      <dgm:spPr/>
      <dgm:t>
        <a:bodyPr/>
        <a:lstStyle/>
        <a:p>
          <a:endParaRPr lang="en-US"/>
        </a:p>
      </dgm:t>
    </dgm:pt>
    <dgm:pt modelId="{D15E6354-5213-48A7-A5FB-F3F01DECAED9}" type="sibTrans" cxnId="{9282148B-36A5-45DE-B404-2B261EB56F15}">
      <dgm:prSet/>
      <dgm:spPr/>
      <dgm:t>
        <a:bodyPr/>
        <a:lstStyle/>
        <a:p>
          <a:endParaRPr lang="en-US"/>
        </a:p>
      </dgm:t>
    </dgm:pt>
    <dgm:pt modelId="{F1DD99D6-B1D6-49D8-BC0C-3A5140B625F1}">
      <dgm:prSet/>
      <dgm:spPr/>
      <dgm:t>
        <a:bodyPr/>
        <a:lstStyle/>
        <a:p>
          <a:r>
            <a:rPr lang="en-US"/>
            <a:t>Write 5 policy rules</a:t>
          </a:r>
        </a:p>
      </dgm:t>
    </dgm:pt>
    <dgm:pt modelId="{D16B715C-E65F-493F-B129-971A7FE8F4BA}" type="parTrans" cxnId="{BB6D605A-959B-433B-82F0-14BCDC5C0C24}">
      <dgm:prSet/>
      <dgm:spPr/>
      <dgm:t>
        <a:bodyPr/>
        <a:lstStyle/>
        <a:p>
          <a:endParaRPr lang="en-US"/>
        </a:p>
      </dgm:t>
    </dgm:pt>
    <dgm:pt modelId="{51CAC38C-6F12-4AFF-A80C-562947CDDE5D}" type="sibTrans" cxnId="{BB6D605A-959B-433B-82F0-14BCDC5C0C24}">
      <dgm:prSet/>
      <dgm:spPr/>
      <dgm:t>
        <a:bodyPr/>
        <a:lstStyle/>
        <a:p>
          <a:endParaRPr lang="en-US"/>
        </a:p>
      </dgm:t>
    </dgm:pt>
    <dgm:pt modelId="{3D39B7FA-4CF3-4EE4-AE54-1121F0886011}">
      <dgm:prSet/>
      <dgm:spPr/>
      <dgm:t>
        <a:bodyPr/>
        <a:lstStyle/>
        <a:p>
          <a:r>
            <a:rPr lang="en-US"/>
            <a:t>Discuss enforcement approach</a:t>
          </a:r>
        </a:p>
      </dgm:t>
    </dgm:pt>
    <dgm:pt modelId="{7A1412CF-3C9E-495B-9C46-0E12D16BAEEA}" type="parTrans" cxnId="{CA723919-7C5F-4C57-85B5-A9F037B5F88E}">
      <dgm:prSet/>
      <dgm:spPr/>
      <dgm:t>
        <a:bodyPr/>
        <a:lstStyle/>
        <a:p>
          <a:endParaRPr lang="en-US"/>
        </a:p>
      </dgm:t>
    </dgm:pt>
    <dgm:pt modelId="{1B553DAA-2008-4594-9C15-D8E873248E65}" type="sibTrans" cxnId="{CA723919-7C5F-4C57-85B5-A9F037B5F88E}">
      <dgm:prSet/>
      <dgm:spPr/>
      <dgm:t>
        <a:bodyPr/>
        <a:lstStyle/>
        <a:p>
          <a:endParaRPr lang="en-US"/>
        </a:p>
      </dgm:t>
    </dgm:pt>
    <dgm:pt modelId="{126BB8E1-C013-4BE9-83C5-FB279EBC4AD1}">
      <dgm:prSet/>
      <dgm:spPr/>
      <dgm:t>
        <a:bodyPr/>
        <a:lstStyle/>
        <a:p>
          <a:r>
            <a:rPr lang="en-US"/>
            <a:t>Review compliance alignment</a:t>
          </a:r>
        </a:p>
      </dgm:t>
    </dgm:pt>
    <dgm:pt modelId="{8E28437F-A586-4C4D-9210-D3F55725E44D}" type="parTrans" cxnId="{E47BA42B-1534-41DE-9D23-7FCBF0AD2190}">
      <dgm:prSet/>
      <dgm:spPr/>
      <dgm:t>
        <a:bodyPr/>
        <a:lstStyle/>
        <a:p>
          <a:endParaRPr lang="en-US"/>
        </a:p>
      </dgm:t>
    </dgm:pt>
    <dgm:pt modelId="{8A1B2929-B7E1-4087-8708-5648A0ABE7CF}" type="sibTrans" cxnId="{E47BA42B-1534-41DE-9D23-7FCBF0AD2190}">
      <dgm:prSet/>
      <dgm:spPr/>
      <dgm:t>
        <a:bodyPr/>
        <a:lstStyle/>
        <a:p>
          <a:endParaRPr lang="en-US"/>
        </a:p>
      </dgm:t>
    </dgm:pt>
    <dgm:pt modelId="{9C86719D-C57F-4FC0-B05C-CEAD32C29101}" type="pres">
      <dgm:prSet presAssocID="{A8C6749D-BBF7-4646-8005-2C3588503861}" presName="Name0" presStyleCnt="0">
        <dgm:presLayoutVars>
          <dgm:dir/>
          <dgm:resizeHandles val="exact"/>
        </dgm:presLayoutVars>
      </dgm:prSet>
      <dgm:spPr/>
    </dgm:pt>
    <dgm:pt modelId="{7CC63001-A929-48DE-8261-94E34829F0BC}" type="pres">
      <dgm:prSet presAssocID="{AD1025D6-DE28-4752-846F-48158777F7E0}" presName="node" presStyleLbl="node1" presStyleIdx="0" presStyleCnt="5">
        <dgm:presLayoutVars>
          <dgm:bulletEnabled val="1"/>
        </dgm:presLayoutVars>
      </dgm:prSet>
      <dgm:spPr/>
    </dgm:pt>
    <dgm:pt modelId="{0E255BFB-287C-4784-9487-2287E04019ED}" type="pres">
      <dgm:prSet presAssocID="{7888D260-2344-4BBD-B5A7-86360CD70F83}" presName="sibTrans" presStyleLbl="sibTrans1D1" presStyleIdx="0" presStyleCnt="4"/>
      <dgm:spPr/>
    </dgm:pt>
    <dgm:pt modelId="{1C0EDBD5-3957-4314-AB92-7BD8F5939E2A}" type="pres">
      <dgm:prSet presAssocID="{7888D260-2344-4BBD-B5A7-86360CD70F83}" presName="connectorText" presStyleLbl="sibTrans1D1" presStyleIdx="0" presStyleCnt="4"/>
      <dgm:spPr/>
    </dgm:pt>
    <dgm:pt modelId="{A3ED6EDD-4CFC-4B63-A033-C96F481C8766}" type="pres">
      <dgm:prSet presAssocID="{78C068F5-1C3E-449F-8DAF-F5DB9AE22C8D}" presName="node" presStyleLbl="node1" presStyleIdx="1" presStyleCnt="5">
        <dgm:presLayoutVars>
          <dgm:bulletEnabled val="1"/>
        </dgm:presLayoutVars>
      </dgm:prSet>
      <dgm:spPr/>
    </dgm:pt>
    <dgm:pt modelId="{E2B2933A-48D3-4506-BD36-F25683F31DDF}" type="pres">
      <dgm:prSet presAssocID="{D15E6354-5213-48A7-A5FB-F3F01DECAED9}" presName="sibTrans" presStyleLbl="sibTrans1D1" presStyleIdx="1" presStyleCnt="4"/>
      <dgm:spPr/>
    </dgm:pt>
    <dgm:pt modelId="{BD433204-B0BD-4A04-9048-B715C718880D}" type="pres">
      <dgm:prSet presAssocID="{D15E6354-5213-48A7-A5FB-F3F01DECAED9}" presName="connectorText" presStyleLbl="sibTrans1D1" presStyleIdx="1" presStyleCnt="4"/>
      <dgm:spPr/>
    </dgm:pt>
    <dgm:pt modelId="{077F95A5-D069-47A9-AC87-66311842633D}" type="pres">
      <dgm:prSet presAssocID="{F1DD99D6-B1D6-49D8-BC0C-3A5140B625F1}" presName="node" presStyleLbl="node1" presStyleIdx="2" presStyleCnt="5">
        <dgm:presLayoutVars>
          <dgm:bulletEnabled val="1"/>
        </dgm:presLayoutVars>
      </dgm:prSet>
      <dgm:spPr/>
    </dgm:pt>
    <dgm:pt modelId="{C5EF2A1F-AAF8-4F5D-BBB5-6427C42EBCDB}" type="pres">
      <dgm:prSet presAssocID="{51CAC38C-6F12-4AFF-A80C-562947CDDE5D}" presName="sibTrans" presStyleLbl="sibTrans1D1" presStyleIdx="2" presStyleCnt="4"/>
      <dgm:spPr/>
    </dgm:pt>
    <dgm:pt modelId="{88ACD21A-773C-497B-BD50-F2EE27A354E5}" type="pres">
      <dgm:prSet presAssocID="{51CAC38C-6F12-4AFF-A80C-562947CDDE5D}" presName="connectorText" presStyleLbl="sibTrans1D1" presStyleIdx="2" presStyleCnt="4"/>
      <dgm:spPr/>
    </dgm:pt>
    <dgm:pt modelId="{02BCCDCB-DEE7-4804-B3A5-3D6FCBC043CA}" type="pres">
      <dgm:prSet presAssocID="{3D39B7FA-4CF3-4EE4-AE54-1121F0886011}" presName="node" presStyleLbl="node1" presStyleIdx="3" presStyleCnt="5">
        <dgm:presLayoutVars>
          <dgm:bulletEnabled val="1"/>
        </dgm:presLayoutVars>
      </dgm:prSet>
      <dgm:spPr/>
    </dgm:pt>
    <dgm:pt modelId="{2717DDEA-96CC-4D22-8F2D-AFAEC6F24576}" type="pres">
      <dgm:prSet presAssocID="{1B553DAA-2008-4594-9C15-D8E873248E65}" presName="sibTrans" presStyleLbl="sibTrans1D1" presStyleIdx="3" presStyleCnt="4"/>
      <dgm:spPr/>
    </dgm:pt>
    <dgm:pt modelId="{EFBF9BE9-2621-4A71-895B-72987C914544}" type="pres">
      <dgm:prSet presAssocID="{1B553DAA-2008-4594-9C15-D8E873248E65}" presName="connectorText" presStyleLbl="sibTrans1D1" presStyleIdx="3" presStyleCnt="4"/>
      <dgm:spPr/>
    </dgm:pt>
    <dgm:pt modelId="{FB59B40B-AA44-4191-904E-4BF902223462}" type="pres">
      <dgm:prSet presAssocID="{126BB8E1-C013-4BE9-83C5-FB279EBC4AD1}" presName="node" presStyleLbl="node1" presStyleIdx="4" presStyleCnt="5">
        <dgm:presLayoutVars>
          <dgm:bulletEnabled val="1"/>
        </dgm:presLayoutVars>
      </dgm:prSet>
      <dgm:spPr/>
    </dgm:pt>
  </dgm:ptLst>
  <dgm:cxnLst>
    <dgm:cxn modelId="{5F0B7205-11B7-429E-BFB3-A9A72A1ED719}" type="presOf" srcId="{AD1025D6-DE28-4752-846F-48158777F7E0}" destId="{7CC63001-A929-48DE-8261-94E34829F0BC}" srcOrd="0" destOrd="0" presId="urn:microsoft.com/office/officeart/2016/7/layout/RepeatingBendingProcessNew"/>
    <dgm:cxn modelId="{18459605-AD58-4073-9D28-7AA13A7763DB}" type="presOf" srcId="{A8C6749D-BBF7-4646-8005-2C3588503861}" destId="{9C86719D-C57F-4FC0-B05C-CEAD32C29101}" srcOrd="0" destOrd="0" presId="urn:microsoft.com/office/officeart/2016/7/layout/RepeatingBendingProcessNew"/>
    <dgm:cxn modelId="{CA723919-7C5F-4C57-85B5-A9F037B5F88E}" srcId="{A8C6749D-BBF7-4646-8005-2C3588503861}" destId="{3D39B7FA-4CF3-4EE4-AE54-1121F0886011}" srcOrd="3" destOrd="0" parTransId="{7A1412CF-3C9E-495B-9C46-0E12D16BAEEA}" sibTransId="{1B553DAA-2008-4594-9C15-D8E873248E65}"/>
    <dgm:cxn modelId="{252CBD1B-95C5-4559-9BDF-1E26C642CDFC}" type="presOf" srcId="{1B553DAA-2008-4594-9C15-D8E873248E65}" destId="{EFBF9BE9-2621-4A71-895B-72987C914544}" srcOrd="1" destOrd="0" presId="urn:microsoft.com/office/officeart/2016/7/layout/RepeatingBendingProcessNew"/>
    <dgm:cxn modelId="{22F3F620-DE9B-44A2-9111-91C0E65E5210}" srcId="{A8C6749D-BBF7-4646-8005-2C3588503861}" destId="{AD1025D6-DE28-4752-846F-48158777F7E0}" srcOrd="0" destOrd="0" parTransId="{EFB47491-9EC7-41F7-AD41-A5BE2C982D0E}" sibTransId="{7888D260-2344-4BBD-B5A7-86360CD70F83}"/>
    <dgm:cxn modelId="{E47BA42B-1534-41DE-9D23-7FCBF0AD2190}" srcId="{A8C6749D-BBF7-4646-8005-2C3588503861}" destId="{126BB8E1-C013-4BE9-83C5-FB279EBC4AD1}" srcOrd="4" destOrd="0" parTransId="{8E28437F-A586-4C4D-9210-D3F55725E44D}" sibTransId="{8A1B2929-B7E1-4087-8708-5648A0ABE7CF}"/>
    <dgm:cxn modelId="{EE64E660-9E21-4378-968C-00C6D0B6D62B}" type="presOf" srcId="{78C068F5-1C3E-449F-8DAF-F5DB9AE22C8D}" destId="{A3ED6EDD-4CFC-4B63-A033-C96F481C8766}" srcOrd="0" destOrd="0" presId="urn:microsoft.com/office/officeart/2016/7/layout/RepeatingBendingProcessNew"/>
    <dgm:cxn modelId="{8CBD4D62-09C1-4FC0-BFC5-63B994CBA5BD}" type="presOf" srcId="{F1DD99D6-B1D6-49D8-BC0C-3A5140B625F1}" destId="{077F95A5-D069-47A9-AC87-66311842633D}" srcOrd="0" destOrd="0" presId="urn:microsoft.com/office/officeart/2016/7/layout/RepeatingBendingProcessNew"/>
    <dgm:cxn modelId="{A1356B68-27E9-455D-BA4C-0C83E9BB7669}" type="presOf" srcId="{7888D260-2344-4BBD-B5A7-86360CD70F83}" destId="{1C0EDBD5-3957-4314-AB92-7BD8F5939E2A}" srcOrd="1" destOrd="0" presId="urn:microsoft.com/office/officeart/2016/7/layout/RepeatingBendingProcessNew"/>
    <dgm:cxn modelId="{EAD8D749-981E-4751-8550-B0E3256BD7C3}" type="presOf" srcId="{1B553DAA-2008-4594-9C15-D8E873248E65}" destId="{2717DDEA-96CC-4D22-8F2D-AFAEC6F24576}" srcOrd="0" destOrd="0" presId="urn:microsoft.com/office/officeart/2016/7/layout/RepeatingBendingProcessNew"/>
    <dgm:cxn modelId="{C5B7494B-C81A-4C2E-8038-282F68EC424E}" type="presOf" srcId="{3D39B7FA-4CF3-4EE4-AE54-1121F0886011}" destId="{02BCCDCB-DEE7-4804-B3A5-3D6FCBC043CA}" srcOrd="0" destOrd="0" presId="urn:microsoft.com/office/officeart/2016/7/layout/RepeatingBendingProcessNew"/>
    <dgm:cxn modelId="{FD5F556F-9DCD-4A17-8BBA-CDA6F9EC247A}" type="presOf" srcId="{7888D260-2344-4BBD-B5A7-86360CD70F83}" destId="{0E255BFB-287C-4784-9487-2287E04019ED}" srcOrd="0" destOrd="0" presId="urn:microsoft.com/office/officeart/2016/7/layout/RepeatingBendingProcessNew"/>
    <dgm:cxn modelId="{86790C75-D960-425B-8921-5683BF6792FC}" type="presOf" srcId="{D15E6354-5213-48A7-A5FB-F3F01DECAED9}" destId="{E2B2933A-48D3-4506-BD36-F25683F31DDF}" srcOrd="0" destOrd="0" presId="urn:microsoft.com/office/officeart/2016/7/layout/RepeatingBendingProcessNew"/>
    <dgm:cxn modelId="{C5070D7A-4829-47A9-9310-3B2F76ECD13C}" type="presOf" srcId="{126BB8E1-C013-4BE9-83C5-FB279EBC4AD1}" destId="{FB59B40B-AA44-4191-904E-4BF902223462}" srcOrd="0" destOrd="0" presId="urn:microsoft.com/office/officeart/2016/7/layout/RepeatingBendingProcessNew"/>
    <dgm:cxn modelId="{BB6D605A-959B-433B-82F0-14BCDC5C0C24}" srcId="{A8C6749D-BBF7-4646-8005-2C3588503861}" destId="{F1DD99D6-B1D6-49D8-BC0C-3A5140B625F1}" srcOrd="2" destOrd="0" parTransId="{D16B715C-E65F-493F-B129-971A7FE8F4BA}" sibTransId="{51CAC38C-6F12-4AFF-A80C-562947CDDE5D}"/>
    <dgm:cxn modelId="{54D31F8A-92AD-4657-A7C4-D26389B74D25}" type="presOf" srcId="{D15E6354-5213-48A7-A5FB-F3F01DECAED9}" destId="{BD433204-B0BD-4A04-9048-B715C718880D}" srcOrd="1" destOrd="0" presId="urn:microsoft.com/office/officeart/2016/7/layout/RepeatingBendingProcessNew"/>
    <dgm:cxn modelId="{9282148B-36A5-45DE-B404-2B261EB56F15}" srcId="{A8C6749D-BBF7-4646-8005-2C3588503861}" destId="{78C068F5-1C3E-449F-8DAF-F5DB9AE22C8D}" srcOrd="1" destOrd="0" parTransId="{A583F15F-0399-4701-B096-6A160E33F098}" sibTransId="{D15E6354-5213-48A7-A5FB-F3F01DECAED9}"/>
    <dgm:cxn modelId="{1657AAC0-9A8A-4E4F-B236-7C8144745894}" type="presOf" srcId="{51CAC38C-6F12-4AFF-A80C-562947CDDE5D}" destId="{C5EF2A1F-AAF8-4F5D-BBB5-6427C42EBCDB}" srcOrd="0" destOrd="0" presId="urn:microsoft.com/office/officeart/2016/7/layout/RepeatingBendingProcessNew"/>
    <dgm:cxn modelId="{D9B9E2D1-389E-4E5A-AD89-630980F4DEF0}" type="presOf" srcId="{51CAC38C-6F12-4AFF-A80C-562947CDDE5D}" destId="{88ACD21A-773C-497B-BD50-F2EE27A354E5}" srcOrd="1" destOrd="0" presId="urn:microsoft.com/office/officeart/2016/7/layout/RepeatingBendingProcessNew"/>
    <dgm:cxn modelId="{6AC22AB8-5FC9-4DEA-B22E-A1CEE62D8B39}" type="presParOf" srcId="{9C86719D-C57F-4FC0-B05C-CEAD32C29101}" destId="{7CC63001-A929-48DE-8261-94E34829F0BC}" srcOrd="0" destOrd="0" presId="urn:microsoft.com/office/officeart/2016/7/layout/RepeatingBendingProcessNew"/>
    <dgm:cxn modelId="{7C5821E5-4D3E-4943-83A6-C426C78129B4}" type="presParOf" srcId="{9C86719D-C57F-4FC0-B05C-CEAD32C29101}" destId="{0E255BFB-287C-4784-9487-2287E04019ED}" srcOrd="1" destOrd="0" presId="urn:microsoft.com/office/officeart/2016/7/layout/RepeatingBendingProcessNew"/>
    <dgm:cxn modelId="{9AC76A07-9CCF-4CF1-973C-0B7170480E2F}" type="presParOf" srcId="{0E255BFB-287C-4784-9487-2287E04019ED}" destId="{1C0EDBD5-3957-4314-AB92-7BD8F5939E2A}" srcOrd="0" destOrd="0" presId="urn:microsoft.com/office/officeart/2016/7/layout/RepeatingBendingProcessNew"/>
    <dgm:cxn modelId="{6A4F5EE7-486E-4771-8E8A-EB2D2835A634}" type="presParOf" srcId="{9C86719D-C57F-4FC0-B05C-CEAD32C29101}" destId="{A3ED6EDD-4CFC-4B63-A033-C96F481C8766}" srcOrd="2" destOrd="0" presId="urn:microsoft.com/office/officeart/2016/7/layout/RepeatingBendingProcessNew"/>
    <dgm:cxn modelId="{99D046E4-660A-4706-BED2-4F4A84E28A90}" type="presParOf" srcId="{9C86719D-C57F-4FC0-B05C-CEAD32C29101}" destId="{E2B2933A-48D3-4506-BD36-F25683F31DDF}" srcOrd="3" destOrd="0" presId="urn:microsoft.com/office/officeart/2016/7/layout/RepeatingBendingProcessNew"/>
    <dgm:cxn modelId="{87F1100E-3531-48EF-8402-F167FBA8A382}" type="presParOf" srcId="{E2B2933A-48D3-4506-BD36-F25683F31DDF}" destId="{BD433204-B0BD-4A04-9048-B715C718880D}" srcOrd="0" destOrd="0" presId="urn:microsoft.com/office/officeart/2016/7/layout/RepeatingBendingProcessNew"/>
    <dgm:cxn modelId="{BA19D983-5A9E-4BAB-9097-8107426D30F0}" type="presParOf" srcId="{9C86719D-C57F-4FC0-B05C-CEAD32C29101}" destId="{077F95A5-D069-47A9-AC87-66311842633D}" srcOrd="4" destOrd="0" presId="urn:microsoft.com/office/officeart/2016/7/layout/RepeatingBendingProcessNew"/>
    <dgm:cxn modelId="{B2B14321-D29C-43F0-965D-3944675ECA6E}" type="presParOf" srcId="{9C86719D-C57F-4FC0-B05C-CEAD32C29101}" destId="{C5EF2A1F-AAF8-4F5D-BBB5-6427C42EBCDB}" srcOrd="5" destOrd="0" presId="urn:microsoft.com/office/officeart/2016/7/layout/RepeatingBendingProcessNew"/>
    <dgm:cxn modelId="{065B8D32-5AA3-4E6D-B97A-245696C0A39F}" type="presParOf" srcId="{C5EF2A1F-AAF8-4F5D-BBB5-6427C42EBCDB}" destId="{88ACD21A-773C-497B-BD50-F2EE27A354E5}" srcOrd="0" destOrd="0" presId="urn:microsoft.com/office/officeart/2016/7/layout/RepeatingBendingProcessNew"/>
    <dgm:cxn modelId="{DE8BC271-BE38-46EB-BD55-FC6733CCBC81}" type="presParOf" srcId="{9C86719D-C57F-4FC0-B05C-CEAD32C29101}" destId="{02BCCDCB-DEE7-4804-B3A5-3D6FCBC043CA}" srcOrd="6" destOrd="0" presId="urn:microsoft.com/office/officeart/2016/7/layout/RepeatingBendingProcessNew"/>
    <dgm:cxn modelId="{2C66E740-0AD0-4891-AC0B-42968E7994F4}" type="presParOf" srcId="{9C86719D-C57F-4FC0-B05C-CEAD32C29101}" destId="{2717DDEA-96CC-4D22-8F2D-AFAEC6F24576}" srcOrd="7" destOrd="0" presId="urn:microsoft.com/office/officeart/2016/7/layout/RepeatingBendingProcessNew"/>
    <dgm:cxn modelId="{A6C0977D-1B18-4DAF-9C47-8A493353C035}" type="presParOf" srcId="{2717DDEA-96CC-4D22-8F2D-AFAEC6F24576}" destId="{EFBF9BE9-2621-4A71-895B-72987C914544}" srcOrd="0" destOrd="0" presId="urn:microsoft.com/office/officeart/2016/7/layout/RepeatingBendingProcessNew"/>
    <dgm:cxn modelId="{F1D814A0-61E9-4474-BF6B-AACE09BC9D30}" type="presParOf" srcId="{9C86719D-C57F-4FC0-B05C-CEAD32C29101}" destId="{FB59B40B-AA44-4191-904E-4BF902223462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5E9724E5-91C2-49E1-893D-587435E78B40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1DAAE8-5245-4EAA-9B2B-1189F59C7FDE}">
      <dgm:prSet/>
      <dgm:spPr/>
      <dgm:t>
        <a:bodyPr/>
        <a:lstStyle/>
        <a:p>
          <a:r>
            <a:rPr lang="en-US"/>
            <a:t>Review</a:t>
          </a:r>
        </a:p>
      </dgm:t>
    </dgm:pt>
    <dgm:pt modelId="{59869638-5F9F-4689-AC68-F19699B2284A}" type="parTrans" cxnId="{E9FBD71D-8F6C-4D6C-80AF-D06CCCE51538}">
      <dgm:prSet/>
      <dgm:spPr/>
      <dgm:t>
        <a:bodyPr/>
        <a:lstStyle/>
        <a:p>
          <a:endParaRPr lang="en-US"/>
        </a:p>
      </dgm:t>
    </dgm:pt>
    <dgm:pt modelId="{E480A962-3BE0-4E59-9A23-E79630C8ECE7}" type="sibTrans" cxnId="{E9FBD71D-8F6C-4D6C-80AF-D06CCCE51538}">
      <dgm:prSet/>
      <dgm:spPr/>
      <dgm:t>
        <a:bodyPr/>
        <a:lstStyle/>
        <a:p>
          <a:endParaRPr lang="en-US"/>
        </a:p>
      </dgm:t>
    </dgm:pt>
    <dgm:pt modelId="{CEECF946-2CDE-44A8-94C1-2EA3D599ECA7}">
      <dgm:prSet/>
      <dgm:spPr/>
      <dgm:t>
        <a:bodyPr/>
        <a:lstStyle/>
        <a:p>
          <a:r>
            <a:rPr lang="en-US"/>
            <a:t>Review a data breach scenario</a:t>
          </a:r>
        </a:p>
      </dgm:t>
    </dgm:pt>
    <dgm:pt modelId="{D3A3FA0D-8CE5-49E8-BF4B-D8526049AE7A}" type="parTrans" cxnId="{371BE50A-4BA7-435B-AC23-9B0843A2A7A2}">
      <dgm:prSet/>
      <dgm:spPr/>
      <dgm:t>
        <a:bodyPr/>
        <a:lstStyle/>
        <a:p>
          <a:endParaRPr lang="en-US"/>
        </a:p>
      </dgm:t>
    </dgm:pt>
    <dgm:pt modelId="{6CC301BD-6D64-41AC-8163-6CE0B1CF3F12}" type="sibTrans" cxnId="{371BE50A-4BA7-435B-AC23-9B0843A2A7A2}">
      <dgm:prSet/>
      <dgm:spPr/>
      <dgm:t>
        <a:bodyPr/>
        <a:lstStyle/>
        <a:p>
          <a:endParaRPr lang="en-US"/>
        </a:p>
      </dgm:t>
    </dgm:pt>
    <dgm:pt modelId="{2A7D1892-24F7-4D19-9C75-6D6884C97271}">
      <dgm:prSet/>
      <dgm:spPr/>
      <dgm:t>
        <a:bodyPr/>
        <a:lstStyle/>
        <a:p>
          <a:r>
            <a:rPr lang="en-US"/>
            <a:t>Identify</a:t>
          </a:r>
        </a:p>
      </dgm:t>
    </dgm:pt>
    <dgm:pt modelId="{D9E8A288-24A5-4E6A-B76D-76DF27FA7204}" type="parTrans" cxnId="{52382AD6-2D41-47C4-B856-B4A9D429D7A9}">
      <dgm:prSet/>
      <dgm:spPr/>
      <dgm:t>
        <a:bodyPr/>
        <a:lstStyle/>
        <a:p>
          <a:endParaRPr lang="en-US"/>
        </a:p>
      </dgm:t>
    </dgm:pt>
    <dgm:pt modelId="{D55ABE9D-F019-4267-8926-7F20C8EFFAED}" type="sibTrans" cxnId="{52382AD6-2D41-47C4-B856-B4A9D429D7A9}">
      <dgm:prSet/>
      <dgm:spPr/>
      <dgm:t>
        <a:bodyPr/>
        <a:lstStyle/>
        <a:p>
          <a:endParaRPr lang="en-US"/>
        </a:p>
      </dgm:t>
    </dgm:pt>
    <dgm:pt modelId="{FA9D6AC8-8D78-45EC-BC6C-2B58088DBB9F}">
      <dgm:prSet/>
      <dgm:spPr/>
      <dgm:t>
        <a:bodyPr/>
        <a:lstStyle/>
        <a:p>
          <a:r>
            <a:rPr lang="en-US"/>
            <a:t>Identify violated regulations</a:t>
          </a:r>
        </a:p>
      </dgm:t>
    </dgm:pt>
    <dgm:pt modelId="{6826574B-5920-4B07-A581-B57CD0DBA792}" type="parTrans" cxnId="{071BF62C-B45F-475F-BD7F-2CEABF2F7775}">
      <dgm:prSet/>
      <dgm:spPr/>
      <dgm:t>
        <a:bodyPr/>
        <a:lstStyle/>
        <a:p>
          <a:endParaRPr lang="en-US"/>
        </a:p>
      </dgm:t>
    </dgm:pt>
    <dgm:pt modelId="{5A8B31E4-373F-49DE-9668-1928984C5806}" type="sibTrans" cxnId="{071BF62C-B45F-475F-BD7F-2CEABF2F7775}">
      <dgm:prSet/>
      <dgm:spPr/>
      <dgm:t>
        <a:bodyPr/>
        <a:lstStyle/>
        <a:p>
          <a:endParaRPr lang="en-US"/>
        </a:p>
      </dgm:t>
    </dgm:pt>
    <dgm:pt modelId="{E839A822-6C48-4860-BB42-6E4B4749CA07}">
      <dgm:prSet/>
      <dgm:spPr/>
      <dgm:t>
        <a:bodyPr/>
        <a:lstStyle/>
        <a:p>
          <a:r>
            <a:rPr lang="en-US"/>
            <a:t>Determine</a:t>
          </a:r>
        </a:p>
      </dgm:t>
    </dgm:pt>
    <dgm:pt modelId="{7EC661CA-9B08-4EE6-8575-C4D3FD70A08B}" type="parTrans" cxnId="{B81D65BC-C03A-49E9-9EE9-70FB9449C937}">
      <dgm:prSet/>
      <dgm:spPr/>
      <dgm:t>
        <a:bodyPr/>
        <a:lstStyle/>
        <a:p>
          <a:endParaRPr lang="en-US"/>
        </a:p>
      </dgm:t>
    </dgm:pt>
    <dgm:pt modelId="{E28AD392-B442-4C69-A98A-5BB06309C132}" type="sibTrans" cxnId="{B81D65BC-C03A-49E9-9EE9-70FB9449C937}">
      <dgm:prSet/>
      <dgm:spPr/>
      <dgm:t>
        <a:bodyPr/>
        <a:lstStyle/>
        <a:p>
          <a:endParaRPr lang="en-US"/>
        </a:p>
      </dgm:t>
    </dgm:pt>
    <dgm:pt modelId="{CA9A4B54-B53C-4ABD-9921-12B549D77307}">
      <dgm:prSet/>
      <dgm:spPr/>
      <dgm:t>
        <a:bodyPr/>
        <a:lstStyle/>
        <a:p>
          <a:r>
            <a:rPr lang="en-US"/>
            <a:t>Determine business impact</a:t>
          </a:r>
        </a:p>
      </dgm:t>
    </dgm:pt>
    <dgm:pt modelId="{25B4CF66-BC93-4DE9-99D3-DFD982480C69}" type="parTrans" cxnId="{1712212C-A43F-4221-8CC2-659DCA4C3AC4}">
      <dgm:prSet/>
      <dgm:spPr/>
      <dgm:t>
        <a:bodyPr/>
        <a:lstStyle/>
        <a:p>
          <a:endParaRPr lang="en-US"/>
        </a:p>
      </dgm:t>
    </dgm:pt>
    <dgm:pt modelId="{EA7BC399-7C38-4A3B-B475-B8BD1BEF6058}" type="sibTrans" cxnId="{1712212C-A43F-4221-8CC2-659DCA4C3AC4}">
      <dgm:prSet/>
      <dgm:spPr/>
      <dgm:t>
        <a:bodyPr/>
        <a:lstStyle/>
        <a:p>
          <a:endParaRPr lang="en-US"/>
        </a:p>
      </dgm:t>
    </dgm:pt>
    <dgm:pt modelId="{2A266A45-9E95-4283-B1A4-C0187AFE82AB}">
      <dgm:prSet/>
      <dgm:spPr/>
      <dgm:t>
        <a:bodyPr/>
        <a:lstStyle/>
        <a:p>
          <a:r>
            <a:rPr lang="en-US"/>
            <a:t>Recommend</a:t>
          </a:r>
        </a:p>
      </dgm:t>
    </dgm:pt>
    <dgm:pt modelId="{455FB091-238A-4E4B-AA76-4C7918FAF4D6}" type="parTrans" cxnId="{31E2C1F3-AD65-4871-8F3A-C48DFBB2383D}">
      <dgm:prSet/>
      <dgm:spPr/>
      <dgm:t>
        <a:bodyPr/>
        <a:lstStyle/>
        <a:p>
          <a:endParaRPr lang="en-US"/>
        </a:p>
      </dgm:t>
    </dgm:pt>
    <dgm:pt modelId="{9B0AA51E-D566-4AFD-9796-1C105E7F9F33}" type="sibTrans" cxnId="{31E2C1F3-AD65-4871-8F3A-C48DFBB2383D}">
      <dgm:prSet/>
      <dgm:spPr/>
      <dgm:t>
        <a:bodyPr/>
        <a:lstStyle/>
        <a:p>
          <a:endParaRPr lang="en-US"/>
        </a:p>
      </dgm:t>
    </dgm:pt>
    <dgm:pt modelId="{39576915-76B3-4079-B8F4-D648864ECA24}">
      <dgm:prSet/>
      <dgm:spPr/>
      <dgm:t>
        <a:bodyPr/>
        <a:lstStyle/>
        <a:p>
          <a:r>
            <a:rPr lang="en-US"/>
            <a:t>Recommend compliance improvements</a:t>
          </a:r>
        </a:p>
      </dgm:t>
    </dgm:pt>
    <dgm:pt modelId="{D1F1C13B-5C18-4D12-9056-E002AD85082A}" type="parTrans" cxnId="{FD18AEC5-B044-428A-A930-2DF83D31995A}">
      <dgm:prSet/>
      <dgm:spPr/>
      <dgm:t>
        <a:bodyPr/>
        <a:lstStyle/>
        <a:p>
          <a:endParaRPr lang="en-US"/>
        </a:p>
      </dgm:t>
    </dgm:pt>
    <dgm:pt modelId="{A5C9DE1A-9AAE-45C4-920D-7CF063DFCD9B}" type="sibTrans" cxnId="{FD18AEC5-B044-428A-A930-2DF83D31995A}">
      <dgm:prSet/>
      <dgm:spPr/>
      <dgm:t>
        <a:bodyPr/>
        <a:lstStyle/>
        <a:p>
          <a:endParaRPr lang="en-US"/>
        </a:p>
      </dgm:t>
    </dgm:pt>
    <dgm:pt modelId="{4338DF11-E0BF-44AD-9708-AF88C6421586}">
      <dgm:prSet/>
      <dgm:spPr/>
      <dgm:t>
        <a:bodyPr/>
        <a:lstStyle/>
        <a:p>
          <a:r>
            <a:rPr lang="en-US"/>
            <a:t>Discuss</a:t>
          </a:r>
        </a:p>
      </dgm:t>
    </dgm:pt>
    <dgm:pt modelId="{CC238853-2211-4F7D-A079-6E7EE25104DB}" type="parTrans" cxnId="{45957F6B-2679-4386-8290-492D239AD4A0}">
      <dgm:prSet/>
      <dgm:spPr/>
      <dgm:t>
        <a:bodyPr/>
        <a:lstStyle/>
        <a:p>
          <a:endParaRPr lang="en-US"/>
        </a:p>
      </dgm:t>
    </dgm:pt>
    <dgm:pt modelId="{B6F9FFB0-5436-462C-A645-220BC4E8E73D}" type="sibTrans" cxnId="{45957F6B-2679-4386-8290-492D239AD4A0}">
      <dgm:prSet/>
      <dgm:spPr/>
      <dgm:t>
        <a:bodyPr/>
        <a:lstStyle/>
        <a:p>
          <a:endParaRPr lang="en-US"/>
        </a:p>
      </dgm:t>
    </dgm:pt>
    <dgm:pt modelId="{9646EF04-0359-459D-854A-EDEF20831C25}">
      <dgm:prSet/>
      <dgm:spPr/>
      <dgm:t>
        <a:bodyPr/>
        <a:lstStyle/>
        <a:p>
          <a:r>
            <a:rPr lang="en-US"/>
            <a:t>Discuss legal consequences</a:t>
          </a:r>
        </a:p>
      </dgm:t>
    </dgm:pt>
    <dgm:pt modelId="{B05D722C-2E79-4C28-A596-A90D65DDEF91}" type="parTrans" cxnId="{E824C83A-0EC6-4E77-9666-C64A35592EE7}">
      <dgm:prSet/>
      <dgm:spPr/>
      <dgm:t>
        <a:bodyPr/>
        <a:lstStyle/>
        <a:p>
          <a:endParaRPr lang="en-US"/>
        </a:p>
      </dgm:t>
    </dgm:pt>
    <dgm:pt modelId="{108D7843-9962-44DA-9B66-746CA654A98F}" type="sibTrans" cxnId="{E824C83A-0EC6-4E77-9666-C64A35592EE7}">
      <dgm:prSet/>
      <dgm:spPr/>
      <dgm:t>
        <a:bodyPr/>
        <a:lstStyle/>
        <a:p>
          <a:endParaRPr lang="en-US"/>
        </a:p>
      </dgm:t>
    </dgm:pt>
    <dgm:pt modelId="{5158023A-3450-458D-8372-6CB30A219467}" type="pres">
      <dgm:prSet presAssocID="{5E9724E5-91C2-49E1-893D-587435E78B40}" presName="Name0" presStyleCnt="0">
        <dgm:presLayoutVars>
          <dgm:dir/>
          <dgm:animLvl val="lvl"/>
          <dgm:resizeHandles val="exact"/>
        </dgm:presLayoutVars>
      </dgm:prSet>
      <dgm:spPr/>
    </dgm:pt>
    <dgm:pt modelId="{E675D60F-FF20-4AB3-ACDF-591AD953CFCB}" type="pres">
      <dgm:prSet presAssocID="{4338DF11-E0BF-44AD-9708-AF88C6421586}" presName="boxAndChildren" presStyleCnt="0"/>
      <dgm:spPr/>
    </dgm:pt>
    <dgm:pt modelId="{3041D825-4E50-442A-BEBB-9A35FDC62EC4}" type="pres">
      <dgm:prSet presAssocID="{4338DF11-E0BF-44AD-9708-AF88C6421586}" presName="parentTextBox" presStyleLbl="alignNode1" presStyleIdx="0" presStyleCnt="5"/>
      <dgm:spPr/>
    </dgm:pt>
    <dgm:pt modelId="{4EE1013B-A0F4-4440-8A6A-35E5CC3F2C19}" type="pres">
      <dgm:prSet presAssocID="{4338DF11-E0BF-44AD-9708-AF88C6421586}" presName="descendantBox" presStyleLbl="bgAccFollowNode1" presStyleIdx="0" presStyleCnt="5"/>
      <dgm:spPr/>
    </dgm:pt>
    <dgm:pt modelId="{569BE730-02EE-4AAD-A181-A180D85B9417}" type="pres">
      <dgm:prSet presAssocID="{9B0AA51E-D566-4AFD-9796-1C105E7F9F33}" presName="sp" presStyleCnt="0"/>
      <dgm:spPr/>
    </dgm:pt>
    <dgm:pt modelId="{3F1AE90F-5AA9-4C5A-9281-888EBD27DBCD}" type="pres">
      <dgm:prSet presAssocID="{2A266A45-9E95-4283-B1A4-C0187AFE82AB}" presName="arrowAndChildren" presStyleCnt="0"/>
      <dgm:spPr/>
    </dgm:pt>
    <dgm:pt modelId="{C258ED25-B633-499D-B599-92163668D35B}" type="pres">
      <dgm:prSet presAssocID="{2A266A45-9E95-4283-B1A4-C0187AFE82AB}" presName="parentTextArrow" presStyleLbl="node1" presStyleIdx="0" presStyleCnt="0"/>
      <dgm:spPr/>
    </dgm:pt>
    <dgm:pt modelId="{86EDBD15-1BF6-4E8D-837C-C5E3235A5669}" type="pres">
      <dgm:prSet presAssocID="{2A266A45-9E95-4283-B1A4-C0187AFE82AB}" presName="arrow" presStyleLbl="alignNode1" presStyleIdx="1" presStyleCnt="5"/>
      <dgm:spPr/>
    </dgm:pt>
    <dgm:pt modelId="{CE0D1846-FBB3-4E21-8B7B-DA63F1CA1CAA}" type="pres">
      <dgm:prSet presAssocID="{2A266A45-9E95-4283-B1A4-C0187AFE82AB}" presName="descendantArrow" presStyleLbl="bgAccFollowNode1" presStyleIdx="1" presStyleCnt="5"/>
      <dgm:spPr/>
    </dgm:pt>
    <dgm:pt modelId="{A3CB6D2C-F3EA-42F7-83EB-8D80EF1802BD}" type="pres">
      <dgm:prSet presAssocID="{E28AD392-B442-4C69-A98A-5BB06309C132}" presName="sp" presStyleCnt="0"/>
      <dgm:spPr/>
    </dgm:pt>
    <dgm:pt modelId="{E6603F4B-C7FD-4CD4-A6ED-C593730D9A92}" type="pres">
      <dgm:prSet presAssocID="{E839A822-6C48-4860-BB42-6E4B4749CA07}" presName="arrowAndChildren" presStyleCnt="0"/>
      <dgm:spPr/>
    </dgm:pt>
    <dgm:pt modelId="{01013623-4FF0-432B-90DC-0366F800D18A}" type="pres">
      <dgm:prSet presAssocID="{E839A822-6C48-4860-BB42-6E4B4749CA07}" presName="parentTextArrow" presStyleLbl="node1" presStyleIdx="0" presStyleCnt="0"/>
      <dgm:spPr/>
    </dgm:pt>
    <dgm:pt modelId="{6D1BF1BE-0886-4B3D-9FFD-7D766EE77544}" type="pres">
      <dgm:prSet presAssocID="{E839A822-6C48-4860-BB42-6E4B4749CA07}" presName="arrow" presStyleLbl="alignNode1" presStyleIdx="2" presStyleCnt="5"/>
      <dgm:spPr/>
    </dgm:pt>
    <dgm:pt modelId="{DDD11AF3-5AB3-4BF0-8589-B4F2295F876B}" type="pres">
      <dgm:prSet presAssocID="{E839A822-6C48-4860-BB42-6E4B4749CA07}" presName="descendantArrow" presStyleLbl="bgAccFollowNode1" presStyleIdx="2" presStyleCnt="5"/>
      <dgm:spPr/>
    </dgm:pt>
    <dgm:pt modelId="{3EB4F498-93D3-419C-A293-AEA59A0BB06A}" type="pres">
      <dgm:prSet presAssocID="{D55ABE9D-F019-4267-8926-7F20C8EFFAED}" presName="sp" presStyleCnt="0"/>
      <dgm:spPr/>
    </dgm:pt>
    <dgm:pt modelId="{977B388E-3DB5-4C81-BB86-56B6B116CBAB}" type="pres">
      <dgm:prSet presAssocID="{2A7D1892-24F7-4D19-9C75-6D6884C97271}" presName="arrowAndChildren" presStyleCnt="0"/>
      <dgm:spPr/>
    </dgm:pt>
    <dgm:pt modelId="{9905EC5C-03A6-4255-86C3-5E2B6711E48A}" type="pres">
      <dgm:prSet presAssocID="{2A7D1892-24F7-4D19-9C75-6D6884C97271}" presName="parentTextArrow" presStyleLbl="node1" presStyleIdx="0" presStyleCnt="0"/>
      <dgm:spPr/>
    </dgm:pt>
    <dgm:pt modelId="{6EBB3C1F-C2E2-4122-A71E-26BAA222A78B}" type="pres">
      <dgm:prSet presAssocID="{2A7D1892-24F7-4D19-9C75-6D6884C97271}" presName="arrow" presStyleLbl="alignNode1" presStyleIdx="3" presStyleCnt="5"/>
      <dgm:spPr/>
    </dgm:pt>
    <dgm:pt modelId="{E30A2554-B9DE-4DA3-9CD3-320B02EF2BD9}" type="pres">
      <dgm:prSet presAssocID="{2A7D1892-24F7-4D19-9C75-6D6884C97271}" presName="descendantArrow" presStyleLbl="bgAccFollowNode1" presStyleIdx="3" presStyleCnt="5"/>
      <dgm:spPr/>
    </dgm:pt>
    <dgm:pt modelId="{3FB71B2B-337E-4B27-A669-75E9160C504A}" type="pres">
      <dgm:prSet presAssocID="{E480A962-3BE0-4E59-9A23-E79630C8ECE7}" presName="sp" presStyleCnt="0"/>
      <dgm:spPr/>
    </dgm:pt>
    <dgm:pt modelId="{C52D4246-DB6F-4BC3-88B4-620EE2878A5E}" type="pres">
      <dgm:prSet presAssocID="{B51DAAE8-5245-4EAA-9B2B-1189F59C7FDE}" presName="arrowAndChildren" presStyleCnt="0"/>
      <dgm:spPr/>
    </dgm:pt>
    <dgm:pt modelId="{8BE6CC43-0898-495A-8AA3-02C0B858D13B}" type="pres">
      <dgm:prSet presAssocID="{B51DAAE8-5245-4EAA-9B2B-1189F59C7FDE}" presName="parentTextArrow" presStyleLbl="node1" presStyleIdx="0" presStyleCnt="0"/>
      <dgm:spPr/>
    </dgm:pt>
    <dgm:pt modelId="{4AC66496-BED1-4011-8FCD-C8D0F71A84BD}" type="pres">
      <dgm:prSet presAssocID="{B51DAAE8-5245-4EAA-9B2B-1189F59C7FDE}" presName="arrow" presStyleLbl="alignNode1" presStyleIdx="4" presStyleCnt="5"/>
      <dgm:spPr/>
    </dgm:pt>
    <dgm:pt modelId="{68945260-F202-4FBD-9716-E470178E95BD}" type="pres">
      <dgm:prSet presAssocID="{B51DAAE8-5245-4EAA-9B2B-1189F59C7FDE}" presName="descendantArrow" presStyleLbl="bgAccFollowNode1" presStyleIdx="4" presStyleCnt="5"/>
      <dgm:spPr/>
    </dgm:pt>
  </dgm:ptLst>
  <dgm:cxnLst>
    <dgm:cxn modelId="{E81F8A03-2F1B-40E1-93BB-6A58D8F39E9F}" type="presOf" srcId="{2A266A45-9E95-4283-B1A4-C0187AFE82AB}" destId="{C258ED25-B633-499D-B599-92163668D35B}" srcOrd="0" destOrd="0" presId="urn:microsoft.com/office/officeart/2016/7/layout/VerticalDownArrowProcess"/>
    <dgm:cxn modelId="{56638608-C773-47A2-96D0-8CE7DEC749A9}" type="presOf" srcId="{2A7D1892-24F7-4D19-9C75-6D6884C97271}" destId="{9905EC5C-03A6-4255-86C3-5E2B6711E48A}" srcOrd="0" destOrd="0" presId="urn:microsoft.com/office/officeart/2016/7/layout/VerticalDownArrowProcess"/>
    <dgm:cxn modelId="{371BE50A-4BA7-435B-AC23-9B0843A2A7A2}" srcId="{B51DAAE8-5245-4EAA-9B2B-1189F59C7FDE}" destId="{CEECF946-2CDE-44A8-94C1-2EA3D599ECA7}" srcOrd="0" destOrd="0" parTransId="{D3A3FA0D-8CE5-49E8-BF4B-D8526049AE7A}" sibTransId="{6CC301BD-6D64-41AC-8163-6CE0B1CF3F12}"/>
    <dgm:cxn modelId="{2A759C13-A17D-45EE-8691-7CAE673EC4D8}" type="presOf" srcId="{FA9D6AC8-8D78-45EC-BC6C-2B58088DBB9F}" destId="{E30A2554-B9DE-4DA3-9CD3-320B02EF2BD9}" srcOrd="0" destOrd="0" presId="urn:microsoft.com/office/officeart/2016/7/layout/VerticalDownArrowProcess"/>
    <dgm:cxn modelId="{E9FBD71D-8F6C-4D6C-80AF-D06CCCE51538}" srcId="{5E9724E5-91C2-49E1-893D-587435E78B40}" destId="{B51DAAE8-5245-4EAA-9B2B-1189F59C7FDE}" srcOrd="0" destOrd="0" parTransId="{59869638-5F9F-4689-AC68-F19699B2284A}" sibTransId="{E480A962-3BE0-4E59-9A23-E79630C8ECE7}"/>
    <dgm:cxn modelId="{1712212C-A43F-4221-8CC2-659DCA4C3AC4}" srcId="{E839A822-6C48-4860-BB42-6E4B4749CA07}" destId="{CA9A4B54-B53C-4ABD-9921-12B549D77307}" srcOrd="0" destOrd="0" parTransId="{25B4CF66-BC93-4DE9-99D3-DFD982480C69}" sibTransId="{EA7BC399-7C38-4A3B-B475-B8BD1BEF6058}"/>
    <dgm:cxn modelId="{071BF62C-B45F-475F-BD7F-2CEABF2F7775}" srcId="{2A7D1892-24F7-4D19-9C75-6D6884C97271}" destId="{FA9D6AC8-8D78-45EC-BC6C-2B58088DBB9F}" srcOrd="0" destOrd="0" parTransId="{6826574B-5920-4B07-A581-B57CD0DBA792}" sibTransId="{5A8B31E4-373F-49DE-9668-1928984C5806}"/>
    <dgm:cxn modelId="{F86B6335-145B-4D0B-96E7-057A35250275}" type="presOf" srcId="{9646EF04-0359-459D-854A-EDEF20831C25}" destId="{4EE1013B-A0F4-4440-8A6A-35E5CC3F2C19}" srcOrd="0" destOrd="0" presId="urn:microsoft.com/office/officeart/2016/7/layout/VerticalDownArrowProcess"/>
    <dgm:cxn modelId="{E824C83A-0EC6-4E77-9666-C64A35592EE7}" srcId="{4338DF11-E0BF-44AD-9708-AF88C6421586}" destId="{9646EF04-0359-459D-854A-EDEF20831C25}" srcOrd="0" destOrd="0" parTransId="{B05D722C-2E79-4C28-A596-A90D65DDEF91}" sibTransId="{108D7843-9962-44DA-9B66-746CA654A98F}"/>
    <dgm:cxn modelId="{157F795E-C057-4FEE-A748-DC82E0B94620}" type="presOf" srcId="{B51DAAE8-5245-4EAA-9B2B-1189F59C7FDE}" destId="{8BE6CC43-0898-495A-8AA3-02C0B858D13B}" srcOrd="0" destOrd="0" presId="urn:microsoft.com/office/officeart/2016/7/layout/VerticalDownArrowProcess"/>
    <dgm:cxn modelId="{4336F969-A155-42FC-9EAB-9FF728996DE9}" type="presOf" srcId="{39576915-76B3-4079-B8F4-D648864ECA24}" destId="{CE0D1846-FBB3-4E21-8B7B-DA63F1CA1CAA}" srcOrd="0" destOrd="0" presId="urn:microsoft.com/office/officeart/2016/7/layout/VerticalDownArrowProcess"/>
    <dgm:cxn modelId="{45957F6B-2679-4386-8290-492D239AD4A0}" srcId="{5E9724E5-91C2-49E1-893D-587435E78B40}" destId="{4338DF11-E0BF-44AD-9708-AF88C6421586}" srcOrd="4" destOrd="0" parTransId="{CC238853-2211-4F7D-A079-6E7EE25104DB}" sibTransId="{B6F9FFB0-5436-462C-A645-220BC4E8E73D}"/>
    <dgm:cxn modelId="{96F20B6D-CB8A-4A93-B7C0-E857613C0CE2}" type="presOf" srcId="{4338DF11-E0BF-44AD-9708-AF88C6421586}" destId="{3041D825-4E50-442A-BEBB-9A35FDC62EC4}" srcOrd="0" destOrd="0" presId="urn:microsoft.com/office/officeart/2016/7/layout/VerticalDownArrowProcess"/>
    <dgm:cxn modelId="{9D2CE355-D15A-4F39-A771-4923EB66A73D}" type="presOf" srcId="{E839A822-6C48-4860-BB42-6E4B4749CA07}" destId="{6D1BF1BE-0886-4B3D-9FFD-7D766EE77544}" srcOrd="1" destOrd="0" presId="urn:microsoft.com/office/officeart/2016/7/layout/VerticalDownArrowProcess"/>
    <dgm:cxn modelId="{B79A3F78-3156-49F9-9B74-44F1B7882007}" type="presOf" srcId="{CA9A4B54-B53C-4ABD-9921-12B549D77307}" destId="{DDD11AF3-5AB3-4BF0-8589-B4F2295F876B}" srcOrd="0" destOrd="0" presId="urn:microsoft.com/office/officeart/2016/7/layout/VerticalDownArrowProcess"/>
    <dgm:cxn modelId="{B6AB65AE-24E1-4B42-B8D2-4E0EEF649CC1}" type="presOf" srcId="{CEECF946-2CDE-44A8-94C1-2EA3D599ECA7}" destId="{68945260-F202-4FBD-9716-E470178E95BD}" srcOrd="0" destOrd="0" presId="urn:microsoft.com/office/officeart/2016/7/layout/VerticalDownArrowProcess"/>
    <dgm:cxn modelId="{0C8C55B5-218B-4B79-909C-A63F1A4D2051}" type="presOf" srcId="{E839A822-6C48-4860-BB42-6E4B4749CA07}" destId="{01013623-4FF0-432B-90DC-0366F800D18A}" srcOrd="0" destOrd="0" presId="urn:microsoft.com/office/officeart/2016/7/layout/VerticalDownArrowProcess"/>
    <dgm:cxn modelId="{1ED54EBA-9AAD-4BE2-A291-B7D72F7BE52F}" type="presOf" srcId="{5E9724E5-91C2-49E1-893D-587435E78B40}" destId="{5158023A-3450-458D-8372-6CB30A219467}" srcOrd="0" destOrd="0" presId="urn:microsoft.com/office/officeart/2016/7/layout/VerticalDownArrowProcess"/>
    <dgm:cxn modelId="{B81D65BC-C03A-49E9-9EE9-70FB9449C937}" srcId="{5E9724E5-91C2-49E1-893D-587435E78B40}" destId="{E839A822-6C48-4860-BB42-6E4B4749CA07}" srcOrd="2" destOrd="0" parTransId="{7EC661CA-9B08-4EE6-8575-C4D3FD70A08B}" sibTransId="{E28AD392-B442-4C69-A98A-5BB06309C132}"/>
    <dgm:cxn modelId="{6DCD0BC3-871C-4F32-BF5E-CD4EEDF4F9AB}" type="presOf" srcId="{B51DAAE8-5245-4EAA-9B2B-1189F59C7FDE}" destId="{4AC66496-BED1-4011-8FCD-C8D0F71A84BD}" srcOrd="1" destOrd="0" presId="urn:microsoft.com/office/officeart/2016/7/layout/VerticalDownArrowProcess"/>
    <dgm:cxn modelId="{FD18AEC5-B044-428A-A930-2DF83D31995A}" srcId="{2A266A45-9E95-4283-B1A4-C0187AFE82AB}" destId="{39576915-76B3-4079-B8F4-D648864ECA24}" srcOrd="0" destOrd="0" parTransId="{D1F1C13B-5C18-4D12-9056-E002AD85082A}" sibTransId="{A5C9DE1A-9AAE-45C4-920D-7CF063DFCD9B}"/>
    <dgm:cxn modelId="{ECDFBCD5-BE24-43C9-B2B5-6108B012660B}" type="presOf" srcId="{2A266A45-9E95-4283-B1A4-C0187AFE82AB}" destId="{86EDBD15-1BF6-4E8D-837C-C5E3235A5669}" srcOrd="1" destOrd="0" presId="urn:microsoft.com/office/officeart/2016/7/layout/VerticalDownArrowProcess"/>
    <dgm:cxn modelId="{52382AD6-2D41-47C4-B856-B4A9D429D7A9}" srcId="{5E9724E5-91C2-49E1-893D-587435E78B40}" destId="{2A7D1892-24F7-4D19-9C75-6D6884C97271}" srcOrd="1" destOrd="0" parTransId="{D9E8A288-24A5-4E6A-B76D-76DF27FA7204}" sibTransId="{D55ABE9D-F019-4267-8926-7F20C8EFFAED}"/>
    <dgm:cxn modelId="{F44269EB-F090-4CF1-B2F2-F9CF1CA1678E}" type="presOf" srcId="{2A7D1892-24F7-4D19-9C75-6D6884C97271}" destId="{6EBB3C1F-C2E2-4122-A71E-26BAA222A78B}" srcOrd="1" destOrd="0" presId="urn:microsoft.com/office/officeart/2016/7/layout/VerticalDownArrowProcess"/>
    <dgm:cxn modelId="{31E2C1F3-AD65-4871-8F3A-C48DFBB2383D}" srcId="{5E9724E5-91C2-49E1-893D-587435E78B40}" destId="{2A266A45-9E95-4283-B1A4-C0187AFE82AB}" srcOrd="3" destOrd="0" parTransId="{455FB091-238A-4E4B-AA76-4C7918FAF4D6}" sibTransId="{9B0AA51E-D566-4AFD-9796-1C105E7F9F33}"/>
    <dgm:cxn modelId="{139B2C1D-1CE6-4D9B-8C80-4B0E2016D40B}" type="presParOf" srcId="{5158023A-3450-458D-8372-6CB30A219467}" destId="{E675D60F-FF20-4AB3-ACDF-591AD953CFCB}" srcOrd="0" destOrd="0" presId="urn:microsoft.com/office/officeart/2016/7/layout/VerticalDownArrowProcess"/>
    <dgm:cxn modelId="{F72A6DC5-06DF-4086-847D-9A57CDEF88E2}" type="presParOf" srcId="{E675D60F-FF20-4AB3-ACDF-591AD953CFCB}" destId="{3041D825-4E50-442A-BEBB-9A35FDC62EC4}" srcOrd="0" destOrd="0" presId="urn:microsoft.com/office/officeart/2016/7/layout/VerticalDownArrowProcess"/>
    <dgm:cxn modelId="{46D7D136-96A7-4EC4-9676-B9A7DFBD861B}" type="presParOf" srcId="{E675D60F-FF20-4AB3-ACDF-591AD953CFCB}" destId="{4EE1013B-A0F4-4440-8A6A-35E5CC3F2C19}" srcOrd="1" destOrd="0" presId="urn:microsoft.com/office/officeart/2016/7/layout/VerticalDownArrowProcess"/>
    <dgm:cxn modelId="{CDE094D3-961B-4A1F-8CF6-99810A4768AE}" type="presParOf" srcId="{5158023A-3450-458D-8372-6CB30A219467}" destId="{569BE730-02EE-4AAD-A181-A180D85B9417}" srcOrd="1" destOrd="0" presId="urn:microsoft.com/office/officeart/2016/7/layout/VerticalDownArrowProcess"/>
    <dgm:cxn modelId="{D33D9AB6-CC04-4268-A768-0C6CCFCD93BA}" type="presParOf" srcId="{5158023A-3450-458D-8372-6CB30A219467}" destId="{3F1AE90F-5AA9-4C5A-9281-888EBD27DBCD}" srcOrd="2" destOrd="0" presId="urn:microsoft.com/office/officeart/2016/7/layout/VerticalDownArrowProcess"/>
    <dgm:cxn modelId="{FCEEA5F0-D220-4375-B542-C747E634919B}" type="presParOf" srcId="{3F1AE90F-5AA9-4C5A-9281-888EBD27DBCD}" destId="{C258ED25-B633-499D-B599-92163668D35B}" srcOrd="0" destOrd="0" presId="urn:microsoft.com/office/officeart/2016/7/layout/VerticalDownArrowProcess"/>
    <dgm:cxn modelId="{6D578C21-EC27-4C2D-AF6C-465207AFA469}" type="presParOf" srcId="{3F1AE90F-5AA9-4C5A-9281-888EBD27DBCD}" destId="{86EDBD15-1BF6-4E8D-837C-C5E3235A5669}" srcOrd="1" destOrd="0" presId="urn:microsoft.com/office/officeart/2016/7/layout/VerticalDownArrowProcess"/>
    <dgm:cxn modelId="{7C99552C-EFA7-43CA-A42D-2F453D03787A}" type="presParOf" srcId="{3F1AE90F-5AA9-4C5A-9281-888EBD27DBCD}" destId="{CE0D1846-FBB3-4E21-8B7B-DA63F1CA1CAA}" srcOrd="2" destOrd="0" presId="urn:microsoft.com/office/officeart/2016/7/layout/VerticalDownArrowProcess"/>
    <dgm:cxn modelId="{0588241C-37EE-4A80-BC2F-FCE71282AE05}" type="presParOf" srcId="{5158023A-3450-458D-8372-6CB30A219467}" destId="{A3CB6D2C-F3EA-42F7-83EB-8D80EF1802BD}" srcOrd="3" destOrd="0" presId="urn:microsoft.com/office/officeart/2016/7/layout/VerticalDownArrowProcess"/>
    <dgm:cxn modelId="{63DA3174-CDCE-46B2-B2D5-35CC5562F482}" type="presParOf" srcId="{5158023A-3450-458D-8372-6CB30A219467}" destId="{E6603F4B-C7FD-4CD4-A6ED-C593730D9A92}" srcOrd="4" destOrd="0" presId="urn:microsoft.com/office/officeart/2016/7/layout/VerticalDownArrowProcess"/>
    <dgm:cxn modelId="{D5028205-52B6-480D-A58C-829D2C481AB0}" type="presParOf" srcId="{E6603F4B-C7FD-4CD4-A6ED-C593730D9A92}" destId="{01013623-4FF0-432B-90DC-0366F800D18A}" srcOrd="0" destOrd="0" presId="urn:microsoft.com/office/officeart/2016/7/layout/VerticalDownArrowProcess"/>
    <dgm:cxn modelId="{0C84FDCB-20F4-4A7B-B7AF-0012C0EF0F55}" type="presParOf" srcId="{E6603F4B-C7FD-4CD4-A6ED-C593730D9A92}" destId="{6D1BF1BE-0886-4B3D-9FFD-7D766EE77544}" srcOrd="1" destOrd="0" presId="urn:microsoft.com/office/officeart/2016/7/layout/VerticalDownArrowProcess"/>
    <dgm:cxn modelId="{BCA4CF9B-143F-489E-989A-3289DCBC80A2}" type="presParOf" srcId="{E6603F4B-C7FD-4CD4-A6ED-C593730D9A92}" destId="{DDD11AF3-5AB3-4BF0-8589-B4F2295F876B}" srcOrd="2" destOrd="0" presId="urn:microsoft.com/office/officeart/2016/7/layout/VerticalDownArrowProcess"/>
    <dgm:cxn modelId="{2B4625BB-7637-4C7E-A195-42239C3827C6}" type="presParOf" srcId="{5158023A-3450-458D-8372-6CB30A219467}" destId="{3EB4F498-93D3-419C-A293-AEA59A0BB06A}" srcOrd="5" destOrd="0" presId="urn:microsoft.com/office/officeart/2016/7/layout/VerticalDownArrowProcess"/>
    <dgm:cxn modelId="{12493DA8-AABA-4F18-B7F2-8062F973884A}" type="presParOf" srcId="{5158023A-3450-458D-8372-6CB30A219467}" destId="{977B388E-3DB5-4C81-BB86-56B6B116CBAB}" srcOrd="6" destOrd="0" presId="urn:microsoft.com/office/officeart/2016/7/layout/VerticalDownArrowProcess"/>
    <dgm:cxn modelId="{9D37B74D-0F25-4DD3-821F-18DAB4A2E6A0}" type="presParOf" srcId="{977B388E-3DB5-4C81-BB86-56B6B116CBAB}" destId="{9905EC5C-03A6-4255-86C3-5E2B6711E48A}" srcOrd="0" destOrd="0" presId="urn:microsoft.com/office/officeart/2016/7/layout/VerticalDownArrowProcess"/>
    <dgm:cxn modelId="{E7A1B67E-1842-40CB-8775-A7CCC3282B8F}" type="presParOf" srcId="{977B388E-3DB5-4C81-BB86-56B6B116CBAB}" destId="{6EBB3C1F-C2E2-4122-A71E-26BAA222A78B}" srcOrd="1" destOrd="0" presId="urn:microsoft.com/office/officeart/2016/7/layout/VerticalDownArrowProcess"/>
    <dgm:cxn modelId="{515A93A0-B384-4DC2-ACB5-41D617E1F94D}" type="presParOf" srcId="{977B388E-3DB5-4C81-BB86-56B6B116CBAB}" destId="{E30A2554-B9DE-4DA3-9CD3-320B02EF2BD9}" srcOrd="2" destOrd="0" presId="urn:microsoft.com/office/officeart/2016/7/layout/VerticalDownArrowProcess"/>
    <dgm:cxn modelId="{09D0B823-3D1F-45EA-B916-A4B9ADA54085}" type="presParOf" srcId="{5158023A-3450-458D-8372-6CB30A219467}" destId="{3FB71B2B-337E-4B27-A669-75E9160C504A}" srcOrd="7" destOrd="0" presId="urn:microsoft.com/office/officeart/2016/7/layout/VerticalDownArrowProcess"/>
    <dgm:cxn modelId="{4C954B8D-708B-4851-A079-6BF4B2CDE6CE}" type="presParOf" srcId="{5158023A-3450-458D-8372-6CB30A219467}" destId="{C52D4246-DB6F-4BC3-88B4-620EE2878A5E}" srcOrd="8" destOrd="0" presId="urn:microsoft.com/office/officeart/2016/7/layout/VerticalDownArrowProcess"/>
    <dgm:cxn modelId="{F3A1BC5D-9933-471F-8023-E98D4455B7B1}" type="presParOf" srcId="{C52D4246-DB6F-4BC3-88B4-620EE2878A5E}" destId="{8BE6CC43-0898-495A-8AA3-02C0B858D13B}" srcOrd="0" destOrd="0" presId="urn:microsoft.com/office/officeart/2016/7/layout/VerticalDownArrowProcess"/>
    <dgm:cxn modelId="{7C57BB96-79B0-4439-AB87-783FA5765D07}" type="presParOf" srcId="{C52D4246-DB6F-4BC3-88B4-620EE2878A5E}" destId="{4AC66496-BED1-4011-8FCD-C8D0F71A84BD}" srcOrd="1" destOrd="0" presId="urn:microsoft.com/office/officeart/2016/7/layout/VerticalDownArrowProcess"/>
    <dgm:cxn modelId="{F6E4A410-0883-4101-91C4-91E7C11EBE04}" type="presParOf" srcId="{C52D4246-DB6F-4BC3-88B4-620EE2878A5E}" destId="{68945260-F202-4FBD-9716-E470178E95BD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30BBEBB2-63CC-455B-AF39-0CE2C2D615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21977E-CE30-4F68-A604-8CB954F8B454}">
      <dgm:prSet/>
      <dgm:spPr/>
      <dgm:t>
        <a:bodyPr/>
        <a:lstStyle/>
        <a:p>
          <a:r>
            <a:rPr lang="en-US"/>
            <a:t>Scenario: ransomware attack on company network</a:t>
          </a:r>
        </a:p>
      </dgm:t>
    </dgm:pt>
    <dgm:pt modelId="{78433600-B46C-4B82-9C79-8116F87C46F3}" type="parTrans" cxnId="{BF7E402D-891D-48F2-9321-1AF1E3CCE07F}">
      <dgm:prSet/>
      <dgm:spPr/>
      <dgm:t>
        <a:bodyPr/>
        <a:lstStyle/>
        <a:p>
          <a:endParaRPr lang="en-US"/>
        </a:p>
      </dgm:t>
    </dgm:pt>
    <dgm:pt modelId="{670CB1F7-0AB5-4FC1-840E-D8DAACB0D6E6}" type="sibTrans" cxnId="{BF7E402D-891D-48F2-9321-1AF1E3CCE07F}">
      <dgm:prSet/>
      <dgm:spPr/>
      <dgm:t>
        <a:bodyPr/>
        <a:lstStyle/>
        <a:p>
          <a:endParaRPr lang="en-US"/>
        </a:p>
      </dgm:t>
    </dgm:pt>
    <dgm:pt modelId="{6010254E-AE80-4EC7-9E68-9C2FE370C5C8}">
      <dgm:prSet/>
      <dgm:spPr/>
      <dgm:t>
        <a:bodyPr/>
        <a:lstStyle/>
        <a:p>
          <a:r>
            <a:rPr lang="en-US"/>
            <a:t>Identify immediate response actions</a:t>
          </a:r>
        </a:p>
      </dgm:t>
    </dgm:pt>
    <dgm:pt modelId="{C4A6428C-81A3-483B-8DDE-C0AD7CF2D493}" type="parTrans" cxnId="{F9DE3BDD-4B3E-4E0E-87BE-620429D3BDC2}">
      <dgm:prSet/>
      <dgm:spPr/>
      <dgm:t>
        <a:bodyPr/>
        <a:lstStyle/>
        <a:p>
          <a:endParaRPr lang="en-US"/>
        </a:p>
      </dgm:t>
    </dgm:pt>
    <dgm:pt modelId="{03BE8C43-481E-4150-98BC-5F0CDD4AEA0A}" type="sibTrans" cxnId="{F9DE3BDD-4B3E-4E0E-87BE-620429D3BDC2}">
      <dgm:prSet/>
      <dgm:spPr/>
      <dgm:t>
        <a:bodyPr/>
        <a:lstStyle/>
        <a:p>
          <a:endParaRPr lang="en-US"/>
        </a:p>
      </dgm:t>
    </dgm:pt>
    <dgm:pt modelId="{FE9B8BEA-548C-4AE4-B06B-ADCB5B906A1F}">
      <dgm:prSet/>
      <dgm:spPr/>
      <dgm:t>
        <a:bodyPr/>
        <a:lstStyle/>
        <a:p>
          <a:r>
            <a:rPr lang="en-US"/>
            <a:t>Determine communication plan</a:t>
          </a:r>
        </a:p>
      </dgm:t>
    </dgm:pt>
    <dgm:pt modelId="{51F7C518-38E2-4B8F-8377-9E336F0DC926}" type="parTrans" cxnId="{15A50F5D-5AB6-4FF5-846C-760200ADB6E8}">
      <dgm:prSet/>
      <dgm:spPr/>
      <dgm:t>
        <a:bodyPr/>
        <a:lstStyle/>
        <a:p>
          <a:endParaRPr lang="en-US"/>
        </a:p>
      </dgm:t>
    </dgm:pt>
    <dgm:pt modelId="{0F86D0F3-5D65-4AC0-8662-B186E41C1392}" type="sibTrans" cxnId="{15A50F5D-5AB6-4FF5-846C-760200ADB6E8}">
      <dgm:prSet/>
      <dgm:spPr/>
      <dgm:t>
        <a:bodyPr/>
        <a:lstStyle/>
        <a:p>
          <a:endParaRPr lang="en-US"/>
        </a:p>
      </dgm:t>
    </dgm:pt>
    <dgm:pt modelId="{40C9CA4C-A98F-4426-90F8-D55F167BBC1A}">
      <dgm:prSet/>
      <dgm:spPr/>
      <dgm:t>
        <a:bodyPr/>
        <a:lstStyle/>
        <a:p>
          <a:r>
            <a:rPr lang="en-US"/>
            <a:t>Plan recovery strategy</a:t>
          </a:r>
        </a:p>
      </dgm:t>
    </dgm:pt>
    <dgm:pt modelId="{FA0136FA-BC8A-4825-A33B-F7A50630E1FF}" type="parTrans" cxnId="{05E42B35-B525-46F5-96AA-1640040A9A0B}">
      <dgm:prSet/>
      <dgm:spPr/>
      <dgm:t>
        <a:bodyPr/>
        <a:lstStyle/>
        <a:p>
          <a:endParaRPr lang="en-US"/>
        </a:p>
      </dgm:t>
    </dgm:pt>
    <dgm:pt modelId="{5E24CBC6-48A1-4DFC-9BAC-F155B4068117}" type="sibTrans" cxnId="{05E42B35-B525-46F5-96AA-1640040A9A0B}">
      <dgm:prSet/>
      <dgm:spPr/>
      <dgm:t>
        <a:bodyPr/>
        <a:lstStyle/>
        <a:p>
          <a:endParaRPr lang="en-US"/>
        </a:p>
      </dgm:t>
    </dgm:pt>
    <dgm:pt modelId="{7C372BF7-A683-4637-B686-0E4F6E9C5838}">
      <dgm:prSet/>
      <dgm:spPr/>
      <dgm:t>
        <a:bodyPr/>
        <a:lstStyle/>
        <a:p>
          <a:r>
            <a:rPr lang="en-US"/>
            <a:t>Discuss post-incident improvements</a:t>
          </a:r>
        </a:p>
      </dgm:t>
    </dgm:pt>
    <dgm:pt modelId="{488F704C-2352-4C07-8E0E-F149142EA391}" type="parTrans" cxnId="{8BC9A6C2-152F-41E4-A102-A239B917492E}">
      <dgm:prSet/>
      <dgm:spPr/>
      <dgm:t>
        <a:bodyPr/>
        <a:lstStyle/>
        <a:p>
          <a:endParaRPr lang="en-US"/>
        </a:p>
      </dgm:t>
    </dgm:pt>
    <dgm:pt modelId="{7C977C69-A03A-483F-9DCA-B2A11EAB6B00}" type="sibTrans" cxnId="{8BC9A6C2-152F-41E4-A102-A239B917492E}">
      <dgm:prSet/>
      <dgm:spPr/>
      <dgm:t>
        <a:bodyPr/>
        <a:lstStyle/>
        <a:p>
          <a:endParaRPr lang="en-US"/>
        </a:p>
      </dgm:t>
    </dgm:pt>
    <dgm:pt modelId="{BA650006-566B-4CEF-ACF6-F19E2C699111}" type="pres">
      <dgm:prSet presAssocID="{30BBEBB2-63CC-455B-AF39-0CE2C2D615BF}" presName="linear" presStyleCnt="0">
        <dgm:presLayoutVars>
          <dgm:animLvl val="lvl"/>
          <dgm:resizeHandles val="exact"/>
        </dgm:presLayoutVars>
      </dgm:prSet>
      <dgm:spPr/>
    </dgm:pt>
    <dgm:pt modelId="{B2080F1F-0D7D-4FB3-8CF1-B288185DF2AA}" type="pres">
      <dgm:prSet presAssocID="{8321977E-CE30-4F68-A604-8CB954F8B45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889D5B5-DD3C-48B5-9334-9D6236319470}" type="pres">
      <dgm:prSet presAssocID="{670CB1F7-0AB5-4FC1-840E-D8DAACB0D6E6}" presName="spacer" presStyleCnt="0"/>
      <dgm:spPr/>
    </dgm:pt>
    <dgm:pt modelId="{0F9B1ECE-1AF8-4D83-8487-A14623B6B096}" type="pres">
      <dgm:prSet presAssocID="{6010254E-AE80-4EC7-9E68-9C2FE370C5C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EEA2B6B-39F5-495A-A338-D399D7A37E5E}" type="pres">
      <dgm:prSet presAssocID="{03BE8C43-481E-4150-98BC-5F0CDD4AEA0A}" presName="spacer" presStyleCnt="0"/>
      <dgm:spPr/>
    </dgm:pt>
    <dgm:pt modelId="{F679789A-8333-4A93-9CD5-5FE523395902}" type="pres">
      <dgm:prSet presAssocID="{FE9B8BEA-548C-4AE4-B06B-ADCB5B906A1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C178C94-6F3C-4EA8-957A-03289E38CF37}" type="pres">
      <dgm:prSet presAssocID="{0F86D0F3-5D65-4AC0-8662-B186E41C1392}" presName="spacer" presStyleCnt="0"/>
      <dgm:spPr/>
    </dgm:pt>
    <dgm:pt modelId="{29D1A597-1F5E-4108-90E1-CA6D1D639656}" type="pres">
      <dgm:prSet presAssocID="{40C9CA4C-A98F-4426-90F8-D55F167BBC1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EC31609-24AE-4CBD-B37B-6EBBFC209FFA}" type="pres">
      <dgm:prSet presAssocID="{5E24CBC6-48A1-4DFC-9BAC-F155B4068117}" presName="spacer" presStyleCnt="0"/>
      <dgm:spPr/>
    </dgm:pt>
    <dgm:pt modelId="{76D9A3C8-5FB5-4FAB-A80D-0887684D3E98}" type="pres">
      <dgm:prSet presAssocID="{7C372BF7-A683-4637-B686-0E4F6E9C583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BDF6700-5ECF-4036-BF81-66C84C06B5F7}" type="presOf" srcId="{7C372BF7-A683-4637-B686-0E4F6E9C5838}" destId="{76D9A3C8-5FB5-4FAB-A80D-0887684D3E98}" srcOrd="0" destOrd="0" presId="urn:microsoft.com/office/officeart/2005/8/layout/vList2"/>
    <dgm:cxn modelId="{024AD007-D8EE-4F1D-81DC-8845E480269C}" type="presOf" srcId="{6010254E-AE80-4EC7-9E68-9C2FE370C5C8}" destId="{0F9B1ECE-1AF8-4D83-8487-A14623B6B096}" srcOrd="0" destOrd="0" presId="urn:microsoft.com/office/officeart/2005/8/layout/vList2"/>
    <dgm:cxn modelId="{BF7E402D-891D-48F2-9321-1AF1E3CCE07F}" srcId="{30BBEBB2-63CC-455B-AF39-0CE2C2D615BF}" destId="{8321977E-CE30-4F68-A604-8CB954F8B454}" srcOrd="0" destOrd="0" parTransId="{78433600-B46C-4B82-9C79-8116F87C46F3}" sibTransId="{670CB1F7-0AB5-4FC1-840E-D8DAACB0D6E6}"/>
    <dgm:cxn modelId="{268BDC2D-5F29-43B1-A8C6-6228B9C84C0C}" type="presOf" srcId="{30BBEBB2-63CC-455B-AF39-0CE2C2D615BF}" destId="{BA650006-566B-4CEF-ACF6-F19E2C699111}" srcOrd="0" destOrd="0" presId="urn:microsoft.com/office/officeart/2005/8/layout/vList2"/>
    <dgm:cxn modelId="{05E42B35-B525-46F5-96AA-1640040A9A0B}" srcId="{30BBEBB2-63CC-455B-AF39-0CE2C2D615BF}" destId="{40C9CA4C-A98F-4426-90F8-D55F167BBC1A}" srcOrd="3" destOrd="0" parTransId="{FA0136FA-BC8A-4825-A33B-F7A50630E1FF}" sibTransId="{5E24CBC6-48A1-4DFC-9BAC-F155B4068117}"/>
    <dgm:cxn modelId="{15A50F5D-5AB6-4FF5-846C-760200ADB6E8}" srcId="{30BBEBB2-63CC-455B-AF39-0CE2C2D615BF}" destId="{FE9B8BEA-548C-4AE4-B06B-ADCB5B906A1F}" srcOrd="2" destOrd="0" parTransId="{51F7C518-38E2-4B8F-8377-9E336F0DC926}" sibTransId="{0F86D0F3-5D65-4AC0-8662-B186E41C1392}"/>
    <dgm:cxn modelId="{50F93065-98B0-4F63-A09D-EE5B05C15AF7}" type="presOf" srcId="{FE9B8BEA-548C-4AE4-B06B-ADCB5B906A1F}" destId="{F679789A-8333-4A93-9CD5-5FE523395902}" srcOrd="0" destOrd="0" presId="urn:microsoft.com/office/officeart/2005/8/layout/vList2"/>
    <dgm:cxn modelId="{4D3449BC-B2A2-4E4F-B38A-8AB16FCCE626}" type="presOf" srcId="{8321977E-CE30-4F68-A604-8CB954F8B454}" destId="{B2080F1F-0D7D-4FB3-8CF1-B288185DF2AA}" srcOrd="0" destOrd="0" presId="urn:microsoft.com/office/officeart/2005/8/layout/vList2"/>
    <dgm:cxn modelId="{8BC9A6C2-152F-41E4-A102-A239B917492E}" srcId="{30BBEBB2-63CC-455B-AF39-0CE2C2D615BF}" destId="{7C372BF7-A683-4637-B686-0E4F6E9C5838}" srcOrd="4" destOrd="0" parTransId="{488F704C-2352-4C07-8E0E-F149142EA391}" sibTransId="{7C977C69-A03A-483F-9DCA-B2A11EAB6B00}"/>
    <dgm:cxn modelId="{F9DE3BDD-4B3E-4E0E-87BE-620429D3BDC2}" srcId="{30BBEBB2-63CC-455B-AF39-0CE2C2D615BF}" destId="{6010254E-AE80-4EC7-9E68-9C2FE370C5C8}" srcOrd="1" destOrd="0" parTransId="{C4A6428C-81A3-483B-8DDE-C0AD7CF2D493}" sibTransId="{03BE8C43-481E-4150-98BC-5F0CDD4AEA0A}"/>
    <dgm:cxn modelId="{11D235E2-83FE-41BF-A981-3A60E3A92C05}" type="presOf" srcId="{40C9CA4C-A98F-4426-90F8-D55F167BBC1A}" destId="{29D1A597-1F5E-4108-90E1-CA6D1D639656}" srcOrd="0" destOrd="0" presId="urn:microsoft.com/office/officeart/2005/8/layout/vList2"/>
    <dgm:cxn modelId="{CDA38FF8-0C23-48E9-A94F-9A3F445E0EE3}" type="presParOf" srcId="{BA650006-566B-4CEF-ACF6-F19E2C699111}" destId="{B2080F1F-0D7D-4FB3-8CF1-B288185DF2AA}" srcOrd="0" destOrd="0" presId="urn:microsoft.com/office/officeart/2005/8/layout/vList2"/>
    <dgm:cxn modelId="{80E699DA-0142-4D7D-9070-F7DCDAD22D21}" type="presParOf" srcId="{BA650006-566B-4CEF-ACF6-F19E2C699111}" destId="{9889D5B5-DD3C-48B5-9334-9D6236319470}" srcOrd="1" destOrd="0" presId="urn:microsoft.com/office/officeart/2005/8/layout/vList2"/>
    <dgm:cxn modelId="{6253F97E-82D4-4E49-B2DD-477BB5B80B0B}" type="presParOf" srcId="{BA650006-566B-4CEF-ACF6-F19E2C699111}" destId="{0F9B1ECE-1AF8-4D83-8487-A14623B6B096}" srcOrd="2" destOrd="0" presId="urn:microsoft.com/office/officeart/2005/8/layout/vList2"/>
    <dgm:cxn modelId="{267569B5-9DC7-49A8-8504-2B58AC68F917}" type="presParOf" srcId="{BA650006-566B-4CEF-ACF6-F19E2C699111}" destId="{2EEA2B6B-39F5-495A-A338-D399D7A37E5E}" srcOrd="3" destOrd="0" presId="urn:microsoft.com/office/officeart/2005/8/layout/vList2"/>
    <dgm:cxn modelId="{88C0E3DF-0DD0-4958-9E68-5CDFA17BBDF8}" type="presParOf" srcId="{BA650006-566B-4CEF-ACF6-F19E2C699111}" destId="{F679789A-8333-4A93-9CD5-5FE523395902}" srcOrd="4" destOrd="0" presId="urn:microsoft.com/office/officeart/2005/8/layout/vList2"/>
    <dgm:cxn modelId="{D025A63E-6EAD-440C-85BB-A2AE9B2FFE82}" type="presParOf" srcId="{BA650006-566B-4CEF-ACF6-F19E2C699111}" destId="{8C178C94-6F3C-4EA8-957A-03289E38CF37}" srcOrd="5" destOrd="0" presId="urn:microsoft.com/office/officeart/2005/8/layout/vList2"/>
    <dgm:cxn modelId="{27BAFEFD-28AB-4CDA-B60A-79228FB4FB2F}" type="presParOf" srcId="{BA650006-566B-4CEF-ACF6-F19E2C699111}" destId="{29D1A597-1F5E-4108-90E1-CA6D1D639656}" srcOrd="6" destOrd="0" presId="urn:microsoft.com/office/officeart/2005/8/layout/vList2"/>
    <dgm:cxn modelId="{3BFAC07F-EC25-46A0-9FAB-F25E2D4B4FF0}" type="presParOf" srcId="{BA650006-566B-4CEF-ACF6-F19E2C699111}" destId="{FEC31609-24AE-4CBD-B37B-6EBBFC209FFA}" srcOrd="7" destOrd="0" presId="urn:microsoft.com/office/officeart/2005/8/layout/vList2"/>
    <dgm:cxn modelId="{F272E292-45CB-46F5-8CAA-A3A31A1003A6}" type="presParOf" srcId="{BA650006-566B-4CEF-ACF6-F19E2C699111}" destId="{76D9A3C8-5FB5-4FAB-A80D-0887684D3E9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7649870D-1DA9-4302-8750-A4EF60EB5DD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BD01DF4-C50C-4917-93F8-4424E32A195F}">
      <dgm:prSet/>
      <dgm:spPr/>
      <dgm:t>
        <a:bodyPr/>
        <a:lstStyle/>
        <a:p>
          <a:r>
            <a:rPr lang="en-US"/>
            <a:t>Perform an attack simulation – eg: Syn flood attack</a:t>
          </a:r>
        </a:p>
      </dgm:t>
    </dgm:pt>
    <dgm:pt modelId="{93C8B52A-DDFD-4650-BAE0-EE08A481DB6A}" type="parTrans" cxnId="{96159124-9D87-49F2-8606-42E914F7B4E1}">
      <dgm:prSet/>
      <dgm:spPr/>
      <dgm:t>
        <a:bodyPr/>
        <a:lstStyle/>
        <a:p>
          <a:endParaRPr lang="en-US"/>
        </a:p>
      </dgm:t>
    </dgm:pt>
    <dgm:pt modelId="{CEBD400D-60BC-43AD-95C2-21A78B725D24}" type="sibTrans" cxnId="{96159124-9D87-49F2-8606-42E914F7B4E1}">
      <dgm:prSet/>
      <dgm:spPr/>
      <dgm:t>
        <a:bodyPr/>
        <a:lstStyle/>
        <a:p>
          <a:endParaRPr lang="en-US"/>
        </a:p>
      </dgm:t>
    </dgm:pt>
    <dgm:pt modelId="{80F7D538-B84E-4054-AA9E-3B23014430AF}">
      <dgm:prSet/>
      <dgm:spPr/>
      <dgm:t>
        <a:bodyPr/>
        <a:lstStyle/>
        <a:p>
          <a:r>
            <a:rPr lang="en-US"/>
            <a:t>Provide sample log entries</a:t>
          </a:r>
        </a:p>
      </dgm:t>
    </dgm:pt>
    <dgm:pt modelId="{34C44F1E-0B9A-4755-AB3B-0ACFADA7A2FE}" type="parTrans" cxnId="{19EC7836-4E10-4486-91C7-4F0EA873137F}">
      <dgm:prSet/>
      <dgm:spPr/>
      <dgm:t>
        <a:bodyPr/>
        <a:lstStyle/>
        <a:p>
          <a:endParaRPr lang="en-US"/>
        </a:p>
      </dgm:t>
    </dgm:pt>
    <dgm:pt modelId="{11109DA1-6757-4F43-B018-5CB7420A4460}" type="sibTrans" cxnId="{19EC7836-4E10-4486-91C7-4F0EA873137F}">
      <dgm:prSet/>
      <dgm:spPr/>
      <dgm:t>
        <a:bodyPr/>
        <a:lstStyle/>
        <a:p>
          <a:endParaRPr lang="en-US"/>
        </a:p>
      </dgm:t>
    </dgm:pt>
    <dgm:pt modelId="{1469AA12-D369-428D-A374-462F24C42554}">
      <dgm:prSet/>
      <dgm:spPr/>
      <dgm:t>
        <a:bodyPr/>
        <a:lstStyle/>
        <a:p>
          <a:r>
            <a:rPr lang="en-US"/>
            <a:t>Identify suspicious patterns</a:t>
          </a:r>
        </a:p>
      </dgm:t>
    </dgm:pt>
    <dgm:pt modelId="{AF61255E-E1D3-464C-B1D7-683A37EB3725}" type="parTrans" cxnId="{EFD26C97-8137-4A91-950D-D5D407712FDB}">
      <dgm:prSet/>
      <dgm:spPr/>
      <dgm:t>
        <a:bodyPr/>
        <a:lstStyle/>
        <a:p>
          <a:endParaRPr lang="en-US"/>
        </a:p>
      </dgm:t>
    </dgm:pt>
    <dgm:pt modelId="{16D6C10D-D9B6-444D-90B6-1C9299A7E014}" type="sibTrans" cxnId="{EFD26C97-8137-4A91-950D-D5D407712FDB}">
      <dgm:prSet/>
      <dgm:spPr/>
      <dgm:t>
        <a:bodyPr/>
        <a:lstStyle/>
        <a:p>
          <a:endParaRPr lang="en-US"/>
        </a:p>
      </dgm:t>
    </dgm:pt>
    <dgm:pt modelId="{F4563B27-AF99-49BC-BB6E-37188782A1A5}">
      <dgm:prSet/>
      <dgm:spPr/>
      <dgm:t>
        <a:bodyPr/>
        <a:lstStyle/>
        <a:p>
          <a:r>
            <a:rPr lang="en-US"/>
            <a:t>Determine possible attack</a:t>
          </a:r>
        </a:p>
      </dgm:t>
    </dgm:pt>
    <dgm:pt modelId="{6C531D0D-ECAA-456C-96C7-0B0FB03B84F1}" type="parTrans" cxnId="{1CCE3647-2166-4BE7-BF29-39320291AEB5}">
      <dgm:prSet/>
      <dgm:spPr/>
      <dgm:t>
        <a:bodyPr/>
        <a:lstStyle/>
        <a:p>
          <a:endParaRPr lang="en-US"/>
        </a:p>
      </dgm:t>
    </dgm:pt>
    <dgm:pt modelId="{8DA03772-D6D7-4625-BF9E-CA40F147ACE5}" type="sibTrans" cxnId="{1CCE3647-2166-4BE7-BF29-39320291AEB5}">
      <dgm:prSet/>
      <dgm:spPr/>
      <dgm:t>
        <a:bodyPr/>
        <a:lstStyle/>
        <a:p>
          <a:endParaRPr lang="en-US"/>
        </a:p>
      </dgm:t>
    </dgm:pt>
    <dgm:pt modelId="{60BBEA04-D133-48DF-951B-D90B7401C6FD}">
      <dgm:prSet/>
      <dgm:spPr/>
      <dgm:t>
        <a:bodyPr/>
        <a:lstStyle/>
        <a:p>
          <a:r>
            <a:rPr lang="en-US"/>
            <a:t>Recommend next investigation step</a:t>
          </a:r>
        </a:p>
      </dgm:t>
    </dgm:pt>
    <dgm:pt modelId="{1425C510-3EA1-474F-90B2-FC712D06908A}" type="parTrans" cxnId="{1D4EBEE3-9C37-4093-ACFF-1583BD007CBA}">
      <dgm:prSet/>
      <dgm:spPr/>
      <dgm:t>
        <a:bodyPr/>
        <a:lstStyle/>
        <a:p>
          <a:endParaRPr lang="en-US"/>
        </a:p>
      </dgm:t>
    </dgm:pt>
    <dgm:pt modelId="{4DD8B6BE-9615-4C22-9785-DD39F681FE6E}" type="sibTrans" cxnId="{1D4EBEE3-9C37-4093-ACFF-1583BD007CBA}">
      <dgm:prSet/>
      <dgm:spPr/>
      <dgm:t>
        <a:bodyPr/>
        <a:lstStyle/>
        <a:p>
          <a:endParaRPr lang="en-US"/>
        </a:p>
      </dgm:t>
    </dgm:pt>
    <dgm:pt modelId="{FC1B98FB-91B0-4BDF-8227-607D14F48DCD}">
      <dgm:prSet/>
      <dgm:spPr/>
      <dgm:t>
        <a:bodyPr/>
        <a:lstStyle/>
        <a:p>
          <a:r>
            <a:rPr lang="en-US"/>
            <a:t>Explain reasoning</a:t>
          </a:r>
        </a:p>
      </dgm:t>
    </dgm:pt>
    <dgm:pt modelId="{C2188CFA-49FE-4155-817C-59DCD49EB0BB}" type="parTrans" cxnId="{455B371A-FF43-4E9A-A1FF-856998A69BCC}">
      <dgm:prSet/>
      <dgm:spPr/>
      <dgm:t>
        <a:bodyPr/>
        <a:lstStyle/>
        <a:p>
          <a:endParaRPr lang="en-US"/>
        </a:p>
      </dgm:t>
    </dgm:pt>
    <dgm:pt modelId="{4EA1CB20-48AD-4156-BF47-61F04E29BCAB}" type="sibTrans" cxnId="{455B371A-FF43-4E9A-A1FF-856998A69BCC}">
      <dgm:prSet/>
      <dgm:spPr/>
      <dgm:t>
        <a:bodyPr/>
        <a:lstStyle/>
        <a:p>
          <a:endParaRPr lang="en-US"/>
        </a:p>
      </dgm:t>
    </dgm:pt>
    <dgm:pt modelId="{5835F4D2-E049-44FE-95DC-49A74F36C42F}" type="pres">
      <dgm:prSet presAssocID="{7649870D-1DA9-4302-8750-A4EF60EB5DD5}" presName="Name0" presStyleCnt="0">
        <dgm:presLayoutVars>
          <dgm:dir/>
          <dgm:resizeHandles val="exact"/>
        </dgm:presLayoutVars>
      </dgm:prSet>
      <dgm:spPr/>
    </dgm:pt>
    <dgm:pt modelId="{C88DCE21-D32D-4C34-AD39-02D1BFFC8175}" type="pres">
      <dgm:prSet presAssocID="{3BD01DF4-C50C-4917-93F8-4424E32A195F}" presName="node" presStyleLbl="node1" presStyleIdx="0" presStyleCnt="6">
        <dgm:presLayoutVars>
          <dgm:bulletEnabled val="1"/>
        </dgm:presLayoutVars>
      </dgm:prSet>
      <dgm:spPr/>
    </dgm:pt>
    <dgm:pt modelId="{05884F4D-E5E9-4FDC-8558-93DD95F708A7}" type="pres">
      <dgm:prSet presAssocID="{CEBD400D-60BC-43AD-95C2-21A78B725D24}" presName="sibTrans" presStyleLbl="sibTrans1D1" presStyleIdx="0" presStyleCnt="5"/>
      <dgm:spPr/>
    </dgm:pt>
    <dgm:pt modelId="{162DE8EE-83A6-409B-AFF5-3E3A66EC93E6}" type="pres">
      <dgm:prSet presAssocID="{CEBD400D-60BC-43AD-95C2-21A78B725D24}" presName="connectorText" presStyleLbl="sibTrans1D1" presStyleIdx="0" presStyleCnt="5"/>
      <dgm:spPr/>
    </dgm:pt>
    <dgm:pt modelId="{6F0A58B6-60DD-4711-AE9E-6F7E43D62C72}" type="pres">
      <dgm:prSet presAssocID="{80F7D538-B84E-4054-AA9E-3B23014430AF}" presName="node" presStyleLbl="node1" presStyleIdx="1" presStyleCnt="6">
        <dgm:presLayoutVars>
          <dgm:bulletEnabled val="1"/>
        </dgm:presLayoutVars>
      </dgm:prSet>
      <dgm:spPr/>
    </dgm:pt>
    <dgm:pt modelId="{99235156-6972-484C-A76E-BB3A72CB6145}" type="pres">
      <dgm:prSet presAssocID="{11109DA1-6757-4F43-B018-5CB7420A4460}" presName="sibTrans" presStyleLbl="sibTrans1D1" presStyleIdx="1" presStyleCnt="5"/>
      <dgm:spPr/>
    </dgm:pt>
    <dgm:pt modelId="{E1415919-792B-4195-85E8-A1ECAF0E9068}" type="pres">
      <dgm:prSet presAssocID="{11109DA1-6757-4F43-B018-5CB7420A4460}" presName="connectorText" presStyleLbl="sibTrans1D1" presStyleIdx="1" presStyleCnt="5"/>
      <dgm:spPr/>
    </dgm:pt>
    <dgm:pt modelId="{18744560-691C-4905-8C47-320984627010}" type="pres">
      <dgm:prSet presAssocID="{1469AA12-D369-428D-A374-462F24C42554}" presName="node" presStyleLbl="node1" presStyleIdx="2" presStyleCnt="6">
        <dgm:presLayoutVars>
          <dgm:bulletEnabled val="1"/>
        </dgm:presLayoutVars>
      </dgm:prSet>
      <dgm:spPr/>
    </dgm:pt>
    <dgm:pt modelId="{2E589A5D-827D-4774-AC60-712F16DA8DA6}" type="pres">
      <dgm:prSet presAssocID="{16D6C10D-D9B6-444D-90B6-1C9299A7E014}" presName="sibTrans" presStyleLbl="sibTrans1D1" presStyleIdx="2" presStyleCnt="5"/>
      <dgm:spPr/>
    </dgm:pt>
    <dgm:pt modelId="{5B9B9756-252C-470D-9A2A-C4BAC51E9636}" type="pres">
      <dgm:prSet presAssocID="{16D6C10D-D9B6-444D-90B6-1C9299A7E014}" presName="connectorText" presStyleLbl="sibTrans1D1" presStyleIdx="2" presStyleCnt="5"/>
      <dgm:spPr/>
    </dgm:pt>
    <dgm:pt modelId="{C70F79C1-9E83-40DA-91EF-0558561848FC}" type="pres">
      <dgm:prSet presAssocID="{F4563B27-AF99-49BC-BB6E-37188782A1A5}" presName="node" presStyleLbl="node1" presStyleIdx="3" presStyleCnt="6">
        <dgm:presLayoutVars>
          <dgm:bulletEnabled val="1"/>
        </dgm:presLayoutVars>
      </dgm:prSet>
      <dgm:spPr/>
    </dgm:pt>
    <dgm:pt modelId="{0602DCD9-7EA7-4928-97C4-FD947BCDBFA6}" type="pres">
      <dgm:prSet presAssocID="{8DA03772-D6D7-4625-BF9E-CA40F147ACE5}" presName="sibTrans" presStyleLbl="sibTrans1D1" presStyleIdx="3" presStyleCnt="5"/>
      <dgm:spPr/>
    </dgm:pt>
    <dgm:pt modelId="{CA96BB8A-737B-47BB-B21C-5FF47F36EC9B}" type="pres">
      <dgm:prSet presAssocID="{8DA03772-D6D7-4625-BF9E-CA40F147ACE5}" presName="connectorText" presStyleLbl="sibTrans1D1" presStyleIdx="3" presStyleCnt="5"/>
      <dgm:spPr/>
    </dgm:pt>
    <dgm:pt modelId="{501A5A3B-8E64-4577-B6B1-D6972F7EBA22}" type="pres">
      <dgm:prSet presAssocID="{60BBEA04-D133-48DF-951B-D90B7401C6FD}" presName="node" presStyleLbl="node1" presStyleIdx="4" presStyleCnt="6">
        <dgm:presLayoutVars>
          <dgm:bulletEnabled val="1"/>
        </dgm:presLayoutVars>
      </dgm:prSet>
      <dgm:spPr/>
    </dgm:pt>
    <dgm:pt modelId="{0A46ACCB-BD9C-4670-A8F9-5CB4C3F5BF3E}" type="pres">
      <dgm:prSet presAssocID="{4DD8B6BE-9615-4C22-9785-DD39F681FE6E}" presName="sibTrans" presStyleLbl="sibTrans1D1" presStyleIdx="4" presStyleCnt="5"/>
      <dgm:spPr/>
    </dgm:pt>
    <dgm:pt modelId="{A0931350-2ADE-4C54-9725-DB2DD4C1EF44}" type="pres">
      <dgm:prSet presAssocID="{4DD8B6BE-9615-4C22-9785-DD39F681FE6E}" presName="connectorText" presStyleLbl="sibTrans1D1" presStyleIdx="4" presStyleCnt="5"/>
      <dgm:spPr/>
    </dgm:pt>
    <dgm:pt modelId="{6E21A3EE-792F-422C-8CA9-4E0275A93681}" type="pres">
      <dgm:prSet presAssocID="{FC1B98FB-91B0-4BDF-8227-607D14F48DCD}" presName="node" presStyleLbl="node1" presStyleIdx="5" presStyleCnt="6">
        <dgm:presLayoutVars>
          <dgm:bulletEnabled val="1"/>
        </dgm:presLayoutVars>
      </dgm:prSet>
      <dgm:spPr/>
    </dgm:pt>
  </dgm:ptLst>
  <dgm:cxnLst>
    <dgm:cxn modelId="{76DB1D0D-A80D-421A-A52A-3C077B9455A7}" type="presOf" srcId="{7649870D-1DA9-4302-8750-A4EF60EB5DD5}" destId="{5835F4D2-E049-44FE-95DC-49A74F36C42F}" srcOrd="0" destOrd="0" presId="urn:microsoft.com/office/officeart/2016/7/layout/RepeatingBendingProcessNew"/>
    <dgm:cxn modelId="{C0208411-5F57-443F-A6CD-7099B6193B6C}" type="presOf" srcId="{8DA03772-D6D7-4625-BF9E-CA40F147ACE5}" destId="{CA96BB8A-737B-47BB-B21C-5FF47F36EC9B}" srcOrd="1" destOrd="0" presId="urn:microsoft.com/office/officeart/2016/7/layout/RepeatingBendingProcessNew"/>
    <dgm:cxn modelId="{455B371A-FF43-4E9A-A1FF-856998A69BCC}" srcId="{7649870D-1DA9-4302-8750-A4EF60EB5DD5}" destId="{FC1B98FB-91B0-4BDF-8227-607D14F48DCD}" srcOrd="5" destOrd="0" parTransId="{C2188CFA-49FE-4155-817C-59DCD49EB0BB}" sibTransId="{4EA1CB20-48AD-4156-BF47-61F04E29BCAB}"/>
    <dgm:cxn modelId="{87016922-0D71-4A72-AEB9-3BF95EA954CF}" type="presOf" srcId="{11109DA1-6757-4F43-B018-5CB7420A4460}" destId="{99235156-6972-484C-A76E-BB3A72CB6145}" srcOrd="0" destOrd="0" presId="urn:microsoft.com/office/officeart/2016/7/layout/RepeatingBendingProcessNew"/>
    <dgm:cxn modelId="{96159124-9D87-49F2-8606-42E914F7B4E1}" srcId="{7649870D-1DA9-4302-8750-A4EF60EB5DD5}" destId="{3BD01DF4-C50C-4917-93F8-4424E32A195F}" srcOrd="0" destOrd="0" parTransId="{93C8B52A-DDFD-4650-BAE0-EE08A481DB6A}" sibTransId="{CEBD400D-60BC-43AD-95C2-21A78B725D24}"/>
    <dgm:cxn modelId="{4064332D-6D24-47EF-B0F6-090E609E0AA4}" type="presOf" srcId="{CEBD400D-60BC-43AD-95C2-21A78B725D24}" destId="{05884F4D-E5E9-4FDC-8558-93DD95F708A7}" srcOrd="0" destOrd="0" presId="urn:microsoft.com/office/officeart/2016/7/layout/RepeatingBendingProcessNew"/>
    <dgm:cxn modelId="{16874D30-517F-48CB-A753-13DD9D476088}" type="presOf" srcId="{4DD8B6BE-9615-4C22-9785-DD39F681FE6E}" destId="{0A46ACCB-BD9C-4670-A8F9-5CB4C3F5BF3E}" srcOrd="0" destOrd="0" presId="urn:microsoft.com/office/officeart/2016/7/layout/RepeatingBendingProcessNew"/>
    <dgm:cxn modelId="{19EC7836-4E10-4486-91C7-4F0EA873137F}" srcId="{7649870D-1DA9-4302-8750-A4EF60EB5DD5}" destId="{80F7D538-B84E-4054-AA9E-3B23014430AF}" srcOrd="1" destOrd="0" parTransId="{34C44F1E-0B9A-4755-AB3B-0ACFADA7A2FE}" sibTransId="{11109DA1-6757-4F43-B018-5CB7420A4460}"/>
    <dgm:cxn modelId="{4DADB165-BD3A-445D-9894-DE70910343E1}" type="presOf" srcId="{FC1B98FB-91B0-4BDF-8227-607D14F48DCD}" destId="{6E21A3EE-792F-422C-8CA9-4E0275A93681}" srcOrd="0" destOrd="0" presId="urn:microsoft.com/office/officeart/2016/7/layout/RepeatingBendingProcessNew"/>
    <dgm:cxn modelId="{74ED7666-2D0E-4CC8-BEC6-AC8A9E1E4870}" type="presOf" srcId="{16D6C10D-D9B6-444D-90B6-1C9299A7E014}" destId="{2E589A5D-827D-4774-AC60-712F16DA8DA6}" srcOrd="0" destOrd="0" presId="urn:microsoft.com/office/officeart/2016/7/layout/RepeatingBendingProcessNew"/>
    <dgm:cxn modelId="{1CCE3647-2166-4BE7-BF29-39320291AEB5}" srcId="{7649870D-1DA9-4302-8750-A4EF60EB5DD5}" destId="{F4563B27-AF99-49BC-BB6E-37188782A1A5}" srcOrd="3" destOrd="0" parTransId="{6C531D0D-ECAA-456C-96C7-0B0FB03B84F1}" sibTransId="{8DA03772-D6D7-4625-BF9E-CA40F147ACE5}"/>
    <dgm:cxn modelId="{2AFAE47A-1FDD-4436-AAE1-448F5283E459}" type="presOf" srcId="{F4563B27-AF99-49BC-BB6E-37188782A1A5}" destId="{C70F79C1-9E83-40DA-91EF-0558561848FC}" srcOrd="0" destOrd="0" presId="urn:microsoft.com/office/officeart/2016/7/layout/RepeatingBendingProcessNew"/>
    <dgm:cxn modelId="{FA39937F-055C-4567-B78C-9767CD3A4010}" type="presOf" srcId="{16D6C10D-D9B6-444D-90B6-1C9299A7E014}" destId="{5B9B9756-252C-470D-9A2A-C4BAC51E9636}" srcOrd="1" destOrd="0" presId="urn:microsoft.com/office/officeart/2016/7/layout/RepeatingBendingProcessNew"/>
    <dgm:cxn modelId="{EFD26C97-8137-4A91-950D-D5D407712FDB}" srcId="{7649870D-1DA9-4302-8750-A4EF60EB5DD5}" destId="{1469AA12-D369-428D-A374-462F24C42554}" srcOrd="2" destOrd="0" parTransId="{AF61255E-E1D3-464C-B1D7-683A37EB3725}" sibTransId="{16D6C10D-D9B6-444D-90B6-1C9299A7E014}"/>
    <dgm:cxn modelId="{D1461399-E14A-4B14-8226-FF652FD1E382}" type="presOf" srcId="{3BD01DF4-C50C-4917-93F8-4424E32A195F}" destId="{C88DCE21-D32D-4C34-AD39-02D1BFFC8175}" srcOrd="0" destOrd="0" presId="urn:microsoft.com/office/officeart/2016/7/layout/RepeatingBendingProcessNew"/>
    <dgm:cxn modelId="{BF7082AB-BCEA-4FFC-991F-E00D78022883}" type="presOf" srcId="{11109DA1-6757-4F43-B018-5CB7420A4460}" destId="{E1415919-792B-4195-85E8-A1ECAF0E9068}" srcOrd="1" destOrd="0" presId="urn:microsoft.com/office/officeart/2016/7/layout/RepeatingBendingProcessNew"/>
    <dgm:cxn modelId="{7AB2B0B3-22E9-4389-BE38-DED56944553F}" type="presOf" srcId="{4DD8B6BE-9615-4C22-9785-DD39F681FE6E}" destId="{A0931350-2ADE-4C54-9725-DB2DD4C1EF44}" srcOrd="1" destOrd="0" presId="urn:microsoft.com/office/officeart/2016/7/layout/RepeatingBendingProcessNew"/>
    <dgm:cxn modelId="{A57592C3-1488-4EBD-8704-D0CE92A9B661}" type="presOf" srcId="{1469AA12-D369-428D-A374-462F24C42554}" destId="{18744560-691C-4905-8C47-320984627010}" srcOrd="0" destOrd="0" presId="urn:microsoft.com/office/officeart/2016/7/layout/RepeatingBendingProcessNew"/>
    <dgm:cxn modelId="{8F7EE2CC-6A1E-4DD6-90FB-518145085BD1}" type="presOf" srcId="{60BBEA04-D133-48DF-951B-D90B7401C6FD}" destId="{501A5A3B-8E64-4577-B6B1-D6972F7EBA22}" srcOrd="0" destOrd="0" presId="urn:microsoft.com/office/officeart/2016/7/layout/RepeatingBendingProcessNew"/>
    <dgm:cxn modelId="{6B3C65E0-97F3-4BB6-B241-B4903F577EA9}" type="presOf" srcId="{CEBD400D-60BC-43AD-95C2-21A78B725D24}" destId="{162DE8EE-83A6-409B-AFF5-3E3A66EC93E6}" srcOrd="1" destOrd="0" presId="urn:microsoft.com/office/officeart/2016/7/layout/RepeatingBendingProcessNew"/>
    <dgm:cxn modelId="{1D4EBEE3-9C37-4093-ACFF-1583BD007CBA}" srcId="{7649870D-1DA9-4302-8750-A4EF60EB5DD5}" destId="{60BBEA04-D133-48DF-951B-D90B7401C6FD}" srcOrd="4" destOrd="0" parTransId="{1425C510-3EA1-474F-90B2-FC712D06908A}" sibTransId="{4DD8B6BE-9615-4C22-9785-DD39F681FE6E}"/>
    <dgm:cxn modelId="{AA9320ED-AFAE-45E5-9E50-74C905FBE87E}" type="presOf" srcId="{80F7D538-B84E-4054-AA9E-3B23014430AF}" destId="{6F0A58B6-60DD-4711-AE9E-6F7E43D62C72}" srcOrd="0" destOrd="0" presId="urn:microsoft.com/office/officeart/2016/7/layout/RepeatingBendingProcessNew"/>
    <dgm:cxn modelId="{1323B3F1-C7E1-41FE-BE8C-96A1B2BED6B1}" type="presOf" srcId="{8DA03772-D6D7-4625-BF9E-CA40F147ACE5}" destId="{0602DCD9-7EA7-4928-97C4-FD947BCDBFA6}" srcOrd="0" destOrd="0" presId="urn:microsoft.com/office/officeart/2016/7/layout/RepeatingBendingProcessNew"/>
    <dgm:cxn modelId="{556B9426-9393-4826-B87C-EDDB2F417CEE}" type="presParOf" srcId="{5835F4D2-E049-44FE-95DC-49A74F36C42F}" destId="{C88DCE21-D32D-4C34-AD39-02D1BFFC8175}" srcOrd="0" destOrd="0" presId="urn:microsoft.com/office/officeart/2016/7/layout/RepeatingBendingProcessNew"/>
    <dgm:cxn modelId="{CC420213-4562-429B-86D3-269231E76CD2}" type="presParOf" srcId="{5835F4D2-E049-44FE-95DC-49A74F36C42F}" destId="{05884F4D-E5E9-4FDC-8558-93DD95F708A7}" srcOrd="1" destOrd="0" presId="urn:microsoft.com/office/officeart/2016/7/layout/RepeatingBendingProcessNew"/>
    <dgm:cxn modelId="{702EA2D4-BE8E-4992-B969-7279AB4FC45E}" type="presParOf" srcId="{05884F4D-E5E9-4FDC-8558-93DD95F708A7}" destId="{162DE8EE-83A6-409B-AFF5-3E3A66EC93E6}" srcOrd="0" destOrd="0" presId="urn:microsoft.com/office/officeart/2016/7/layout/RepeatingBendingProcessNew"/>
    <dgm:cxn modelId="{ACD1F703-59E7-43D4-B0CA-67F64AAA6F5C}" type="presParOf" srcId="{5835F4D2-E049-44FE-95DC-49A74F36C42F}" destId="{6F0A58B6-60DD-4711-AE9E-6F7E43D62C72}" srcOrd="2" destOrd="0" presId="urn:microsoft.com/office/officeart/2016/7/layout/RepeatingBendingProcessNew"/>
    <dgm:cxn modelId="{AE9A3444-69C8-41DB-876B-B22830CAE625}" type="presParOf" srcId="{5835F4D2-E049-44FE-95DC-49A74F36C42F}" destId="{99235156-6972-484C-A76E-BB3A72CB6145}" srcOrd="3" destOrd="0" presId="urn:microsoft.com/office/officeart/2016/7/layout/RepeatingBendingProcessNew"/>
    <dgm:cxn modelId="{65988147-7F05-433C-9DDB-3DE59F99D8A3}" type="presParOf" srcId="{99235156-6972-484C-A76E-BB3A72CB6145}" destId="{E1415919-792B-4195-85E8-A1ECAF0E9068}" srcOrd="0" destOrd="0" presId="urn:microsoft.com/office/officeart/2016/7/layout/RepeatingBendingProcessNew"/>
    <dgm:cxn modelId="{83A57A84-2FCF-496E-9CE4-2E3750FA70CE}" type="presParOf" srcId="{5835F4D2-E049-44FE-95DC-49A74F36C42F}" destId="{18744560-691C-4905-8C47-320984627010}" srcOrd="4" destOrd="0" presId="urn:microsoft.com/office/officeart/2016/7/layout/RepeatingBendingProcessNew"/>
    <dgm:cxn modelId="{C6AE9118-830A-4280-AAE4-7BDBD5089272}" type="presParOf" srcId="{5835F4D2-E049-44FE-95DC-49A74F36C42F}" destId="{2E589A5D-827D-4774-AC60-712F16DA8DA6}" srcOrd="5" destOrd="0" presId="urn:microsoft.com/office/officeart/2016/7/layout/RepeatingBendingProcessNew"/>
    <dgm:cxn modelId="{4E75609D-7A0A-4809-B77D-16812C728F80}" type="presParOf" srcId="{2E589A5D-827D-4774-AC60-712F16DA8DA6}" destId="{5B9B9756-252C-470D-9A2A-C4BAC51E9636}" srcOrd="0" destOrd="0" presId="urn:microsoft.com/office/officeart/2016/7/layout/RepeatingBendingProcessNew"/>
    <dgm:cxn modelId="{2FD9D671-8AB0-46FD-A394-AB36F4AE5EEB}" type="presParOf" srcId="{5835F4D2-E049-44FE-95DC-49A74F36C42F}" destId="{C70F79C1-9E83-40DA-91EF-0558561848FC}" srcOrd="6" destOrd="0" presId="urn:microsoft.com/office/officeart/2016/7/layout/RepeatingBendingProcessNew"/>
    <dgm:cxn modelId="{53B0AC6B-FFCA-40AC-8A52-9E8837A245E9}" type="presParOf" srcId="{5835F4D2-E049-44FE-95DC-49A74F36C42F}" destId="{0602DCD9-7EA7-4928-97C4-FD947BCDBFA6}" srcOrd="7" destOrd="0" presId="urn:microsoft.com/office/officeart/2016/7/layout/RepeatingBendingProcessNew"/>
    <dgm:cxn modelId="{7FCD6157-2B93-46A9-B840-BAB663C229EA}" type="presParOf" srcId="{0602DCD9-7EA7-4928-97C4-FD947BCDBFA6}" destId="{CA96BB8A-737B-47BB-B21C-5FF47F36EC9B}" srcOrd="0" destOrd="0" presId="urn:microsoft.com/office/officeart/2016/7/layout/RepeatingBendingProcessNew"/>
    <dgm:cxn modelId="{4F7DB132-37ED-47D6-9C73-522EB7F88BB4}" type="presParOf" srcId="{5835F4D2-E049-44FE-95DC-49A74F36C42F}" destId="{501A5A3B-8E64-4577-B6B1-D6972F7EBA22}" srcOrd="8" destOrd="0" presId="urn:microsoft.com/office/officeart/2016/7/layout/RepeatingBendingProcessNew"/>
    <dgm:cxn modelId="{3A27402F-223B-4484-8C2B-0938B4FE36B2}" type="presParOf" srcId="{5835F4D2-E049-44FE-95DC-49A74F36C42F}" destId="{0A46ACCB-BD9C-4670-A8F9-5CB4C3F5BF3E}" srcOrd="9" destOrd="0" presId="urn:microsoft.com/office/officeart/2016/7/layout/RepeatingBendingProcessNew"/>
    <dgm:cxn modelId="{77E15BB2-F2B4-4B1F-A23A-B2E451F748DB}" type="presParOf" srcId="{0A46ACCB-BD9C-4670-A8F9-5CB4C3F5BF3E}" destId="{A0931350-2ADE-4C54-9725-DB2DD4C1EF44}" srcOrd="0" destOrd="0" presId="urn:microsoft.com/office/officeart/2016/7/layout/RepeatingBendingProcessNew"/>
    <dgm:cxn modelId="{91EBADA0-B02E-49DC-B0E5-E36099DE3FFE}" type="presParOf" srcId="{5835F4D2-E049-44FE-95DC-49A74F36C42F}" destId="{6E21A3EE-792F-422C-8CA9-4E0275A9368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C8C3C46F-DBCB-466A-A204-E072596C2BE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90C82F0-4051-47BF-B201-CD99FE5B4E76}">
      <dgm:prSet/>
      <dgm:spPr/>
      <dgm:t>
        <a:bodyPr/>
        <a:lstStyle/>
        <a:p>
          <a:pPr>
            <a:defRPr cap="all"/>
          </a:pPr>
          <a:r>
            <a:rPr lang="en-US"/>
            <a:t>Questions or reflections?</a:t>
          </a:r>
        </a:p>
      </dgm:t>
    </dgm:pt>
    <dgm:pt modelId="{F8FA99FE-633C-444E-9CBD-F9BA6F14AB12}" type="parTrans" cxnId="{F6F05D7D-93D5-4CFB-B251-D68D7F9A1A01}">
      <dgm:prSet/>
      <dgm:spPr/>
      <dgm:t>
        <a:bodyPr/>
        <a:lstStyle/>
        <a:p>
          <a:endParaRPr lang="en-US"/>
        </a:p>
      </dgm:t>
    </dgm:pt>
    <dgm:pt modelId="{F7E5A7BB-6C21-439A-A529-EAC2FBCA13E8}" type="sibTrans" cxnId="{F6F05D7D-93D5-4CFB-B251-D68D7F9A1A01}">
      <dgm:prSet/>
      <dgm:spPr/>
      <dgm:t>
        <a:bodyPr/>
        <a:lstStyle/>
        <a:p>
          <a:endParaRPr lang="en-US"/>
        </a:p>
      </dgm:t>
    </dgm:pt>
    <dgm:pt modelId="{4762F36D-D86F-4480-B00B-8B6C50265E78}">
      <dgm:prSet/>
      <dgm:spPr/>
      <dgm:t>
        <a:bodyPr/>
        <a:lstStyle/>
        <a:p>
          <a:pPr>
            <a:defRPr cap="all"/>
          </a:pPr>
          <a:r>
            <a:rPr lang="en-US"/>
            <a:t>Looking forward to learning together</a:t>
          </a:r>
        </a:p>
      </dgm:t>
    </dgm:pt>
    <dgm:pt modelId="{544447D9-B634-4162-BB49-29DE82A500F8}" type="parTrans" cxnId="{2E1622AF-B068-4B30-BB0A-AB7BB48FB1F8}">
      <dgm:prSet/>
      <dgm:spPr/>
      <dgm:t>
        <a:bodyPr/>
        <a:lstStyle/>
        <a:p>
          <a:endParaRPr lang="en-US"/>
        </a:p>
      </dgm:t>
    </dgm:pt>
    <dgm:pt modelId="{1D4524CE-32A3-404A-A457-DF545B70388E}" type="sibTrans" cxnId="{2E1622AF-B068-4B30-BB0A-AB7BB48FB1F8}">
      <dgm:prSet/>
      <dgm:spPr/>
      <dgm:t>
        <a:bodyPr/>
        <a:lstStyle/>
        <a:p>
          <a:endParaRPr lang="en-US"/>
        </a:p>
      </dgm:t>
    </dgm:pt>
    <dgm:pt modelId="{40B465F3-A7F5-487D-AB9A-D34215964479}">
      <dgm:prSet/>
      <dgm:spPr/>
      <dgm:t>
        <a:bodyPr/>
        <a:lstStyle/>
        <a:p>
          <a:pPr>
            <a:defRPr cap="all"/>
          </a:pPr>
          <a:r>
            <a:rPr lang="en-US"/>
            <a:t>Together we grow in cybersecurity</a:t>
          </a:r>
        </a:p>
      </dgm:t>
    </dgm:pt>
    <dgm:pt modelId="{89DB99ED-90F5-4F02-AB8F-9BD7BF2787C1}" type="parTrans" cxnId="{6526464B-F12F-4C60-8D3E-DD2F977A8140}">
      <dgm:prSet/>
      <dgm:spPr/>
      <dgm:t>
        <a:bodyPr/>
        <a:lstStyle/>
        <a:p>
          <a:endParaRPr lang="en-US"/>
        </a:p>
      </dgm:t>
    </dgm:pt>
    <dgm:pt modelId="{F67B3B93-523D-44E9-AACB-B86E69F96132}" type="sibTrans" cxnId="{6526464B-F12F-4C60-8D3E-DD2F977A8140}">
      <dgm:prSet/>
      <dgm:spPr/>
      <dgm:t>
        <a:bodyPr/>
        <a:lstStyle/>
        <a:p>
          <a:endParaRPr lang="en-US"/>
        </a:p>
      </dgm:t>
    </dgm:pt>
    <dgm:pt modelId="{1B6D615A-E691-4884-BA5B-270B3AEEF865}" type="pres">
      <dgm:prSet presAssocID="{C8C3C46F-DBCB-466A-A204-E072596C2BEF}" presName="root" presStyleCnt="0">
        <dgm:presLayoutVars>
          <dgm:dir/>
          <dgm:resizeHandles val="exact"/>
        </dgm:presLayoutVars>
      </dgm:prSet>
      <dgm:spPr/>
    </dgm:pt>
    <dgm:pt modelId="{9F199E05-DFD1-433E-B4A2-9021B6D7A4CE}" type="pres">
      <dgm:prSet presAssocID="{C90C82F0-4051-47BF-B201-CD99FE5B4E76}" presName="compNode" presStyleCnt="0"/>
      <dgm:spPr/>
    </dgm:pt>
    <dgm:pt modelId="{6186A2FD-234F-44C2-83A4-441DEA9E8311}" type="pres">
      <dgm:prSet presAssocID="{C90C82F0-4051-47BF-B201-CD99FE5B4E76}" presName="iconBgRect" presStyleLbl="bgShp" presStyleIdx="0" presStyleCnt="3"/>
      <dgm:spPr/>
    </dgm:pt>
    <dgm:pt modelId="{1FCAE499-3D49-4076-BD4A-D37A9D96FAF9}" type="pres">
      <dgm:prSet presAssocID="{C90C82F0-4051-47BF-B201-CD99FE5B4E7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90D50526-8A1D-4884-9357-644025442C4E}" type="pres">
      <dgm:prSet presAssocID="{C90C82F0-4051-47BF-B201-CD99FE5B4E76}" presName="spaceRect" presStyleCnt="0"/>
      <dgm:spPr/>
    </dgm:pt>
    <dgm:pt modelId="{8D5D71CB-657B-43CB-9E47-4F68F46AE308}" type="pres">
      <dgm:prSet presAssocID="{C90C82F0-4051-47BF-B201-CD99FE5B4E76}" presName="textRect" presStyleLbl="revTx" presStyleIdx="0" presStyleCnt="3">
        <dgm:presLayoutVars>
          <dgm:chMax val="1"/>
          <dgm:chPref val="1"/>
        </dgm:presLayoutVars>
      </dgm:prSet>
      <dgm:spPr/>
    </dgm:pt>
    <dgm:pt modelId="{CE5E9F44-DE07-4123-871B-5F3755E72CF7}" type="pres">
      <dgm:prSet presAssocID="{F7E5A7BB-6C21-439A-A529-EAC2FBCA13E8}" presName="sibTrans" presStyleCnt="0"/>
      <dgm:spPr/>
    </dgm:pt>
    <dgm:pt modelId="{CC07028D-5F26-4F9B-80EE-B910211ACF98}" type="pres">
      <dgm:prSet presAssocID="{4762F36D-D86F-4480-B00B-8B6C50265E78}" presName="compNode" presStyleCnt="0"/>
      <dgm:spPr/>
    </dgm:pt>
    <dgm:pt modelId="{7C78FC91-C8CE-4A7F-86A5-F822294AF554}" type="pres">
      <dgm:prSet presAssocID="{4762F36D-D86F-4480-B00B-8B6C50265E78}" presName="iconBgRect" presStyleLbl="bgShp" presStyleIdx="1" presStyleCnt="3"/>
      <dgm:spPr/>
    </dgm:pt>
    <dgm:pt modelId="{42251523-948B-4420-A2AB-804840B20B31}" type="pres">
      <dgm:prSet presAssocID="{4762F36D-D86F-4480-B00B-8B6C50265E7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B2B9DCC4-3F24-4F2A-8944-E333FF06354B}" type="pres">
      <dgm:prSet presAssocID="{4762F36D-D86F-4480-B00B-8B6C50265E78}" presName="spaceRect" presStyleCnt="0"/>
      <dgm:spPr/>
    </dgm:pt>
    <dgm:pt modelId="{D27F1E3F-86D6-4944-B60F-67CD0AA50FF4}" type="pres">
      <dgm:prSet presAssocID="{4762F36D-D86F-4480-B00B-8B6C50265E78}" presName="textRect" presStyleLbl="revTx" presStyleIdx="1" presStyleCnt="3">
        <dgm:presLayoutVars>
          <dgm:chMax val="1"/>
          <dgm:chPref val="1"/>
        </dgm:presLayoutVars>
      </dgm:prSet>
      <dgm:spPr/>
    </dgm:pt>
    <dgm:pt modelId="{5321ADF9-D35B-403C-B9DD-ED69AFC078D3}" type="pres">
      <dgm:prSet presAssocID="{1D4524CE-32A3-404A-A457-DF545B70388E}" presName="sibTrans" presStyleCnt="0"/>
      <dgm:spPr/>
    </dgm:pt>
    <dgm:pt modelId="{D535876B-C05E-4F23-B64D-B291C4CFA1A6}" type="pres">
      <dgm:prSet presAssocID="{40B465F3-A7F5-487D-AB9A-D34215964479}" presName="compNode" presStyleCnt="0"/>
      <dgm:spPr/>
    </dgm:pt>
    <dgm:pt modelId="{FBA10DD4-AE3A-4679-88A4-8FB6AFAC9867}" type="pres">
      <dgm:prSet presAssocID="{40B465F3-A7F5-487D-AB9A-D34215964479}" presName="iconBgRect" presStyleLbl="bgShp" presStyleIdx="2" presStyleCnt="3"/>
      <dgm:spPr/>
    </dgm:pt>
    <dgm:pt modelId="{9CD551FC-DB88-478A-9159-735A1B352240}" type="pres">
      <dgm:prSet presAssocID="{40B465F3-A7F5-487D-AB9A-D3421596447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99098AD-4328-47A1-8CD9-20C7780172BE}" type="pres">
      <dgm:prSet presAssocID="{40B465F3-A7F5-487D-AB9A-D34215964479}" presName="spaceRect" presStyleCnt="0"/>
      <dgm:spPr/>
    </dgm:pt>
    <dgm:pt modelId="{EBD9A52B-2FCC-4D70-95CB-4AA6CFDDED69}" type="pres">
      <dgm:prSet presAssocID="{40B465F3-A7F5-487D-AB9A-D3421596447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26464B-F12F-4C60-8D3E-DD2F977A8140}" srcId="{C8C3C46F-DBCB-466A-A204-E072596C2BEF}" destId="{40B465F3-A7F5-487D-AB9A-D34215964479}" srcOrd="2" destOrd="0" parTransId="{89DB99ED-90F5-4F02-AB8F-9BD7BF2787C1}" sibTransId="{F67B3B93-523D-44E9-AACB-B86E69F96132}"/>
    <dgm:cxn modelId="{A7EBE76C-C69B-4EEA-A443-F973A1EC1770}" type="presOf" srcId="{C90C82F0-4051-47BF-B201-CD99FE5B4E76}" destId="{8D5D71CB-657B-43CB-9E47-4F68F46AE308}" srcOrd="0" destOrd="0" presId="urn:microsoft.com/office/officeart/2018/5/layout/IconCircleLabelList"/>
    <dgm:cxn modelId="{F6F05D7D-93D5-4CFB-B251-D68D7F9A1A01}" srcId="{C8C3C46F-DBCB-466A-A204-E072596C2BEF}" destId="{C90C82F0-4051-47BF-B201-CD99FE5B4E76}" srcOrd="0" destOrd="0" parTransId="{F8FA99FE-633C-444E-9CBD-F9BA6F14AB12}" sibTransId="{F7E5A7BB-6C21-439A-A529-EAC2FBCA13E8}"/>
    <dgm:cxn modelId="{2E1622AF-B068-4B30-BB0A-AB7BB48FB1F8}" srcId="{C8C3C46F-DBCB-466A-A204-E072596C2BEF}" destId="{4762F36D-D86F-4480-B00B-8B6C50265E78}" srcOrd="1" destOrd="0" parTransId="{544447D9-B634-4162-BB49-29DE82A500F8}" sibTransId="{1D4524CE-32A3-404A-A457-DF545B70388E}"/>
    <dgm:cxn modelId="{2EFBB5B3-11B8-4922-9698-05246B45993D}" type="presOf" srcId="{4762F36D-D86F-4480-B00B-8B6C50265E78}" destId="{D27F1E3F-86D6-4944-B60F-67CD0AA50FF4}" srcOrd="0" destOrd="0" presId="urn:microsoft.com/office/officeart/2018/5/layout/IconCircleLabelList"/>
    <dgm:cxn modelId="{0B6B0BC2-C51E-402A-AD7A-EA179D466FD6}" type="presOf" srcId="{C8C3C46F-DBCB-466A-A204-E072596C2BEF}" destId="{1B6D615A-E691-4884-BA5B-270B3AEEF865}" srcOrd="0" destOrd="0" presId="urn:microsoft.com/office/officeart/2018/5/layout/IconCircleLabelList"/>
    <dgm:cxn modelId="{C018F0CC-BC14-4B83-BE32-700713B449CB}" type="presOf" srcId="{40B465F3-A7F5-487D-AB9A-D34215964479}" destId="{EBD9A52B-2FCC-4D70-95CB-4AA6CFDDED69}" srcOrd="0" destOrd="0" presId="urn:microsoft.com/office/officeart/2018/5/layout/IconCircleLabelList"/>
    <dgm:cxn modelId="{37D8307A-0AC5-459D-B7F8-5D27BE18E041}" type="presParOf" srcId="{1B6D615A-E691-4884-BA5B-270B3AEEF865}" destId="{9F199E05-DFD1-433E-B4A2-9021B6D7A4CE}" srcOrd="0" destOrd="0" presId="urn:microsoft.com/office/officeart/2018/5/layout/IconCircleLabelList"/>
    <dgm:cxn modelId="{A0D920C7-6A96-4EF7-8269-29DE2868BB97}" type="presParOf" srcId="{9F199E05-DFD1-433E-B4A2-9021B6D7A4CE}" destId="{6186A2FD-234F-44C2-83A4-441DEA9E8311}" srcOrd="0" destOrd="0" presId="urn:microsoft.com/office/officeart/2018/5/layout/IconCircleLabelList"/>
    <dgm:cxn modelId="{6E26044A-C8F9-4A79-BC5A-AD2BB18E46F7}" type="presParOf" srcId="{9F199E05-DFD1-433E-B4A2-9021B6D7A4CE}" destId="{1FCAE499-3D49-4076-BD4A-D37A9D96FAF9}" srcOrd="1" destOrd="0" presId="urn:microsoft.com/office/officeart/2018/5/layout/IconCircleLabelList"/>
    <dgm:cxn modelId="{4CE776EA-67A1-4B9F-8AA6-F1C8513DCAAB}" type="presParOf" srcId="{9F199E05-DFD1-433E-B4A2-9021B6D7A4CE}" destId="{90D50526-8A1D-4884-9357-644025442C4E}" srcOrd="2" destOrd="0" presId="urn:microsoft.com/office/officeart/2018/5/layout/IconCircleLabelList"/>
    <dgm:cxn modelId="{7FFB28C7-43E9-4465-940C-613CB1B95829}" type="presParOf" srcId="{9F199E05-DFD1-433E-B4A2-9021B6D7A4CE}" destId="{8D5D71CB-657B-43CB-9E47-4F68F46AE308}" srcOrd="3" destOrd="0" presId="urn:microsoft.com/office/officeart/2018/5/layout/IconCircleLabelList"/>
    <dgm:cxn modelId="{38E15281-D4BE-4F2E-B533-D43085EBD0C7}" type="presParOf" srcId="{1B6D615A-E691-4884-BA5B-270B3AEEF865}" destId="{CE5E9F44-DE07-4123-871B-5F3755E72CF7}" srcOrd="1" destOrd="0" presId="urn:microsoft.com/office/officeart/2018/5/layout/IconCircleLabelList"/>
    <dgm:cxn modelId="{C88C6DD4-6847-4FA8-8724-DA78D3AEBABD}" type="presParOf" srcId="{1B6D615A-E691-4884-BA5B-270B3AEEF865}" destId="{CC07028D-5F26-4F9B-80EE-B910211ACF98}" srcOrd="2" destOrd="0" presId="urn:microsoft.com/office/officeart/2018/5/layout/IconCircleLabelList"/>
    <dgm:cxn modelId="{F65C8ABE-E430-4BED-8FF3-E7758E9C2E71}" type="presParOf" srcId="{CC07028D-5F26-4F9B-80EE-B910211ACF98}" destId="{7C78FC91-C8CE-4A7F-86A5-F822294AF554}" srcOrd="0" destOrd="0" presId="urn:microsoft.com/office/officeart/2018/5/layout/IconCircleLabelList"/>
    <dgm:cxn modelId="{438E4B9C-4CDF-4D06-A366-0D9C115DE471}" type="presParOf" srcId="{CC07028D-5F26-4F9B-80EE-B910211ACF98}" destId="{42251523-948B-4420-A2AB-804840B20B31}" srcOrd="1" destOrd="0" presId="urn:microsoft.com/office/officeart/2018/5/layout/IconCircleLabelList"/>
    <dgm:cxn modelId="{6B69D9F5-85E9-4D78-9AF4-F146B2DE1510}" type="presParOf" srcId="{CC07028D-5F26-4F9B-80EE-B910211ACF98}" destId="{B2B9DCC4-3F24-4F2A-8944-E333FF06354B}" srcOrd="2" destOrd="0" presId="urn:microsoft.com/office/officeart/2018/5/layout/IconCircleLabelList"/>
    <dgm:cxn modelId="{F05A25DC-9720-42B4-8D90-FB601C2D30D4}" type="presParOf" srcId="{CC07028D-5F26-4F9B-80EE-B910211ACF98}" destId="{D27F1E3F-86D6-4944-B60F-67CD0AA50FF4}" srcOrd="3" destOrd="0" presId="urn:microsoft.com/office/officeart/2018/5/layout/IconCircleLabelList"/>
    <dgm:cxn modelId="{8193F9AE-53B2-4648-B1CE-6F4B34815875}" type="presParOf" srcId="{1B6D615A-E691-4884-BA5B-270B3AEEF865}" destId="{5321ADF9-D35B-403C-B9DD-ED69AFC078D3}" srcOrd="3" destOrd="0" presId="urn:microsoft.com/office/officeart/2018/5/layout/IconCircleLabelList"/>
    <dgm:cxn modelId="{515B7C15-A8F5-447C-82E6-14B02C01BC44}" type="presParOf" srcId="{1B6D615A-E691-4884-BA5B-270B3AEEF865}" destId="{D535876B-C05E-4F23-B64D-B291C4CFA1A6}" srcOrd="4" destOrd="0" presId="urn:microsoft.com/office/officeart/2018/5/layout/IconCircleLabelList"/>
    <dgm:cxn modelId="{C1942217-6E5F-43A4-957A-01EA2B19B306}" type="presParOf" srcId="{D535876B-C05E-4F23-B64D-B291C4CFA1A6}" destId="{FBA10DD4-AE3A-4679-88A4-8FB6AFAC9867}" srcOrd="0" destOrd="0" presId="urn:microsoft.com/office/officeart/2018/5/layout/IconCircleLabelList"/>
    <dgm:cxn modelId="{016E1C66-D9D0-4D88-95BF-93A882CAEC4C}" type="presParOf" srcId="{D535876B-C05E-4F23-B64D-B291C4CFA1A6}" destId="{9CD551FC-DB88-478A-9159-735A1B352240}" srcOrd="1" destOrd="0" presId="urn:microsoft.com/office/officeart/2018/5/layout/IconCircleLabelList"/>
    <dgm:cxn modelId="{EC8F560D-75EC-481C-8146-69C62EBD8BDF}" type="presParOf" srcId="{D535876B-C05E-4F23-B64D-B291C4CFA1A6}" destId="{599098AD-4328-47A1-8CD9-20C7780172BE}" srcOrd="2" destOrd="0" presId="urn:microsoft.com/office/officeart/2018/5/layout/IconCircleLabelList"/>
    <dgm:cxn modelId="{58277F0E-CBFE-4CDF-B106-AE26B9B85A46}" type="presParOf" srcId="{D535876B-C05E-4F23-B64D-B291C4CFA1A6}" destId="{EBD9A52B-2FCC-4D70-95CB-4AA6CFDDED6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351B1-4298-4A4A-A579-61B893BDA5E4}">
      <dsp:nvSpPr>
        <dsp:cNvPr id="0" name=""/>
        <dsp:cNvSpPr/>
      </dsp:nvSpPr>
      <dsp:spPr>
        <a:xfrm>
          <a:off x="840986" y="393205"/>
          <a:ext cx="702421" cy="702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02E25-1D39-4EEA-BFC1-2CF373C4414B}">
      <dsp:nvSpPr>
        <dsp:cNvPr id="0" name=""/>
        <dsp:cNvSpPr/>
      </dsp:nvSpPr>
      <dsp:spPr>
        <a:xfrm>
          <a:off x="411728" y="1356779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Welcome &amp; program purpose</a:t>
          </a:r>
        </a:p>
      </dsp:txBody>
      <dsp:txXfrm>
        <a:off x="411728" y="1356779"/>
        <a:ext cx="1560937" cy="624375"/>
      </dsp:txXfrm>
    </dsp:sp>
    <dsp:sp modelId="{49B95FF4-591F-407E-97E6-246C7940BE54}">
      <dsp:nvSpPr>
        <dsp:cNvPr id="0" name=""/>
        <dsp:cNvSpPr/>
      </dsp:nvSpPr>
      <dsp:spPr>
        <a:xfrm>
          <a:off x="2675088" y="393205"/>
          <a:ext cx="702421" cy="702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573A4-E545-40F2-B4AD-0DF69C803C84}">
      <dsp:nvSpPr>
        <dsp:cNvPr id="0" name=""/>
        <dsp:cNvSpPr/>
      </dsp:nvSpPr>
      <dsp:spPr>
        <a:xfrm>
          <a:off x="2245830" y="1356779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Meet your mentor</a:t>
          </a:r>
        </a:p>
      </dsp:txBody>
      <dsp:txXfrm>
        <a:off x="2245830" y="1356779"/>
        <a:ext cx="1560937" cy="624375"/>
      </dsp:txXfrm>
    </dsp:sp>
    <dsp:sp modelId="{D90F8BB0-87DA-4840-B6AF-0036985968E9}">
      <dsp:nvSpPr>
        <dsp:cNvPr id="0" name=""/>
        <dsp:cNvSpPr/>
      </dsp:nvSpPr>
      <dsp:spPr>
        <a:xfrm>
          <a:off x="4509189" y="393205"/>
          <a:ext cx="702421" cy="702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9146F-F9A8-44C5-8DA8-31E1955EADC3}">
      <dsp:nvSpPr>
        <dsp:cNvPr id="0" name=""/>
        <dsp:cNvSpPr/>
      </dsp:nvSpPr>
      <dsp:spPr>
        <a:xfrm>
          <a:off x="4079932" y="1356779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Cohort introductions &amp; icebreaker</a:t>
          </a:r>
        </a:p>
      </dsp:txBody>
      <dsp:txXfrm>
        <a:off x="4079932" y="1356779"/>
        <a:ext cx="1560937" cy="624375"/>
      </dsp:txXfrm>
    </dsp:sp>
    <dsp:sp modelId="{7D659CFE-D883-4234-9FDE-28166C3B028F}">
      <dsp:nvSpPr>
        <dsp:cNvPr id="0" name=""/>
        <dsp:cNvSpPr/>
      </dsp:nvSpPr>
      <dsp:spPr>
        <a:xfrm>
          <a:off x="6343291" y="393205"/>
          <a:ext cx="702421" cy="7024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33442-3EBF-4D18-9102-5E5EAC3DB580}">
      <dsp:nvSpPr>
        <dsp:cNvPr id="0" name=""/>
        <dsp:cNvSpPr/>
      </dsp:nvSpPr>
      <dsp:spPr>
        <a:xfrm>
          <a:off x="5914033" y="1356779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Mentoring expectations &amp; group norms</a:t>
          </a:r>
        </a:p>
      </dsp:txBody>
      <dsp:txXfrm>
        <a:off x="5914033" y="1356779"/>
        <a:ext cx="1560937" cy="624375"/>
      </dsp:txXfrm>
    </dsp:sp>
    <dsp:sp modelId="{422FED0E-676A-4092-873B-B1F29593BABF}">
      <dsp:nvSpPr>
        <dsp:cNvPr id="0" name=""/>
        <dsp:cNvSpPr/>
      </dsp:nvSpPr>
      <dsp:spPr>
        <a:xfrm>
          <a:off x="840986" y="2371389"/>
          <a:ext cx="702421" cy="7024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87C8B-EF64-42D9-A4EC-8461023F761E}">
      <dsp:nvSpPr>
        <dsp:cNvPr id="0" name=""/>
        <dsp:cNvSpPr/>
      </dsp:nvSpPr>
      <dsp:spPr>
        <a:xfrm>
          <a:off x="411728" y="3334963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Cybersecurity career pathways</a:t>
          </a:r>
        </a:p>
      </dsp:txBody>
      <dsp:txXfrm>
        <a:off x="411728" y="3334963"/>
        <a:ext cx="1560937" cy="624375"/>
      </dsp:txXfrm>
    </dsp:sp>
    <dsp:sp modelId="{04523836-ADCD-40A8-AA13-1C6E628F1CAA}">
      <dsp:nvSpPr>
        <dsp:cNvPr id="0" name=""/>
        <dsp:cNvSpPr/>
      </dsp:nvSpPr>
      <dsp:spPr>
        <a:xfrm>
          <a:off x="2675088" y="2371389"/>
          <a:ext cx="702421" cy="7024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14D16-F68E-473F-B028-AE65F019650D}">
      <dsp:nvSpPr>
        <dsp:cNvPr id="0" name=""/>
        <dsp:cNvSpPr/>
      </dsp:nvSpPr>
      <dsp:spPr>
        <a:xfrm>
          <a:off x="2245830" y="3334963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ICS / OT security spotlight</a:t>
          </a:r>
        </a:p>
      </dsp:txBody>
      <dsp:txXfrm>
        <a:off x="2245830" y="3334963"/>
        <a:ext cx="1560937" cy="624375"/>
      </dsp:txXfrm>
    </dsp:sp>
    <dsp:sp modelId="{180EFC99-2B00-4464-8679-DAE1907673CF}">
      <dsp:nvSpPr>
        <dsp:cNvPr id="0" name=""/>
        <dsp:cNvSpPr/>
      </dsp:nvSpPr>
      <dsp:spPr>
        <a:xfrm>
          <a:off x="4509189" y="2371389"/>
          <a:ext cx="702421" cy="70242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1B428A-ADBF-4B95-8EFD-26977864755A}">
      <dsp:nvSpPr>
        <dsp:cNvPr id="0" name=""/>
        <dsp:cNvSpPr/>
      </dsp:nvSpPr>
      <dsp:spPr>
        <a:xfrm>
          <a:off x="4079932" y="3334963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Goal setting activity</a:t>
          </a:r>
        </a:p>
      </dsp:txBody>
      <dsp:txXfrm>
        <a:off x="4079932" y="3334963"/>
        <a:ext cx="1560937" cy="624375"/>
      </dsp:txXfrm>
    </dsp:sp>
    <dsp:sp modelId="{A5EF586F-C873-4B83-AF64-4DACBC4CA7FC}">
      <dsp:nvSpPr>
        <dsp:cNvPr id="0" name=""/>
        <dsp:cNvSpPr/>
      </dsp:nvSpPr>
      <dsp:spPr>
        <a:xfrm>
          <a:off x="6343291" y="2371389"/>
          <a:ext cx="702421" cy="70242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5ED21D-C2FD-451F-BC38-D53074074AFC}">
      <dsp:nvSpPr>
        <dsp:cNvPr id="0" name=""/>
        <dsp:cNvSpPr/>
      </dsp:nvSpPr>
      <dsp:spPr>
        <a:xfrm>
          <a:off x="5914033" y="3334963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Open discussion &amp; next steps</a:t>
          </a:r>
        </a:p>
      </dsp:txBody>
      <dsp:txXfrm>
        <a:off x="5914033" y="3334963"/>
        <a:ext cx="1560937" cy="624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67869-4CA7-47AF-AD1F-8411FECA3F56}">
      <dsp:nvSpPr>
        <dsp:cNvPr id="0" name=""/>
        <dsp:cNvSpPr/>
      </dsp:nvSpPr>
      <dsp:spPr>
        <a:xfrm>
          <a:off x="454707" y="1196949"/>
          <a:ext cx="483574" cy="48357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8436F-22C9-4E6B-80F9-940BEA257254}">
      <dsp:nvSpPr>
        <dsp:cNvPr id="0" name=""/>
        <dsp:cNvSpPr/>
      </dsp:nvSpPr>
      <dsp:spPr>
        <a:xfrm>
          <a:off x="5674" y="1764745"/>
          <a:ext cx="1381640" cy="20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Create</a:t>
          </a:r>
        </a:p>
      </dsp:txBody>
      <dsp:txXfrm>
        <a:off x="5674" y="1764745"/>
        <a:ext cx="1381640" cy="207246"/>
      </dsp:txXfrm>
    </dsp:sp>
    <dsp:sp modelId="{7B2215B9-F1DC-4E4F-989B-88BAD2269126}">
      <dsp:nvSpPr>
        <dsp:cNvPr id="0" name=""/>
        <dsp:cNvSpPr/>
      </dsp:nvSpPr>
      <dsp:spPr>
        <a:xfrm>
          <a:off x="5674" y="2011164"/>
          <a:ext cx="1381640" cy="11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a welcoming, supportive cohort environment</a:t>
          </a:r>
        </a:p>
      </dsp:txBody>
      <dsp:txXfrm>
        <a:off x="5674" y="2011164"/>
        <a:ext cx="1381640" cy="1144429"/>
      </dsp:txXfrm>
    </dsp:sp>
    <dsp:sp modelId="{7C58B059-3F9F-4B01-83E5-C5B750EA7D8A}">
      <dsp:nvSpPr>
        <dsp:cNvPr id="0" name=""/>
        <dsp:cNvSpPr/>
      </dsp:nvSpPr>
      <dsp:spPr>
        <a:xfrm>
          <a:off x="2078135" y="1196949"/>
          <a:ext cx="483574" cy="48357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19C555-F9C8-4037-8A80-07A4B3BCE9EC}">
      <dsp:nvSpPr>
        <dsp:cNvPr id="0" name=""/>
        <dsp:cNvSpPr/>
      </dsp:nvSpPr>
      <dsp:spPr>
        <a:xfrm>
          <a:off x="1629101" y="1764745"/>
          <a:ext cx="1381640" cy="20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Get</a:t>
          </a:r>
        </a:p>
      </dsp:txBody>
      <dsp:txXfrm>
        <a:off x="1629101" y="1764745"/>
        <a:ext cx="1381640" cy="207246"/>
      </dsp:txXfrm>
    </dsp:sp>
    <dsp:sp modelId="{EA51F378-81A9-4BC1-B121-E26053ECA577}">
      <dsp:nvSpPr>
        <dsp:cNvPr id="0" name=""/>
        <dsp:cNvSpPr/>
      </dsp:nvSpPr>
      <dsp:spPr>
        <a:xfrm>
          <a:off x="1629101" y="2011164"/>
          <a:ext cx="1381640" cy="11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Get to know each other personally and professionally</a:t>
          </a:r>
        </a:p>
      </dsp:txBody>
      <dsp:txXfrm>
        <a:off x="1629101" y="2011164"/>
        <a:ext cx="1381640" cy="1144429"/>
      </dsp:txXfrm>
    </dsp:sp>
    <dsp:sp modelId="{1E8D5EF4-2E80-4D4E-B1AE-77EA302E0B77}">
      <dsp:nvSpPr>
        <dsp:cNvPr id="0" name=""/>
        <dsp:cNvSpPr/>
      </dsp:nvSpPr>
      <dsp:spPr>
        <a:xfrm>
          <a:off x="3701562" y="1196949"/>
          <a:ext cx="483574" cy="48357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D4387-B3F8-46AD-8B3D-D7813454200F}">
      <dsp:nvSpPr>
        <dsp:cNvPr id="0" name=""/>
        <dsp:cNvSpPr/>
      </dsp:nvSpPr>
      <dsp:spPr>
        <a:xfrm>
          <a:off x="3252529" y="1764745"/>
          <a:ext cx="1381640" cy="20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Understand</a:t>
          </a:r>
        </a:p>
      </dsp:txBody>
      <dsp:txXfrm>
        <a:off x="3252529" y="1764745"/>
        <a:ext cx="1381640" cy="207246"/>
      </dsp:txXfrm>
    </dsp:sp>
    <dsp:sp modelId="{3714A449-7E41-4B84-941F-6B9212655F4E}">
      <dsp:nvSpPr>
        <dsp:cNvPr id="0" name=""/>
        <dsp:cNvSpPr/>
      </dsp:nvSpPr>
      <dsp:spPr>
        <a:xfrm>
          <a:off x="3252529" y="2011164"/>
          <a:ext cx="1381640" cy="11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Understand how mentoring will work</a:t>
          </a:r>
        </a:p>
      </dsp:txBody>
      <dsp:txXfrm>
        <a:off x="3252529" y="2011164"/>
        <a:ext cx="1381640" cy="1144429"/>
      </dsp:txXfrm>
    </dsp:sp>
    <dsp:sp modelId="{8BFB143F-D14F-4397-B5FF-FC5488A8C565}">
      <dsp:nvSpPr>
        <dsp:cNvPr id="0" name=""/>
        <dsp:cNvSpPr/>
      </dsp:nvSpPr>
      <dsp:spPr>
        <a:xfrm>
          <a:off x="5324990" y="1196949"/>
          <a:ext cx="483574" cy="48357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3A8C2-187B-4460-B7AA-40C603DEAA16}">
      <dsp:nvSpPr>
        <dsp:cNvPr id="0" name=""/>
        <dsp:cNvSpPr/>
      </dsp:nvSpPr>
      <dsp:spPr>
        <a:xfrm>
          <a:off x="4875957" y="1764745"/>
          <a:ext cx="1381640" cy="20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Explore</a:t>
          </a:r>
        </a:p>
      </dsp:txBody>
      <dsp:txXfrm>
        <a:off x="4875957" y="1764745"/>
        <a:ext cx="1381640" cy="207246"/>
      </dsp:txXfrm>
    </dsp:sp>
    <dsp:sp modelId="{DD9A5C8A-A522-48DA-A1E5-6FB553D82175}">
      <dsp:nvSpPr>
        <dsp:cNvPr id="0" name=""/>
        <dsp:cNvSpPr/>
      </dsp:nvSpPr>
      <dsp:spPr>
        <a:xfrm>
          <a:off x="4875957" y="2011164"/>
          <a:ext cx="1381640" cy="11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Explore career interests and goals</a:t>
          </a:r>
        </a:p>
      </dsp:txBody>
      <dsp:txXfrm>
        <a:off x="4875957" y="2011164"/>
        <a:ext cx="1381640" cy="1144429"/>
      </dsp:txXfrm>
    </dsp:sp>
    <dsp:sp modelId="{7528F80E-664F-4E62-9688-F2A084847F18}">
      <dsp:nvSpPr>
        <dsp:cNvPr id="0" name=""/>
        <dsp:cNvSpPr/>
      </dsp:nvSpPr>
      <dsp:spPr>
        <a:xfrm>
          <a:off x="6948418" y="1196949"/>
          <a:ext cx="483574" cy="48357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3AE19-986F-4E63-B2DE-B07CAA2CAB66}">
      <dsp:nvSpPr>
        <dsp:cNvPr id="0" name=""/>
        <dsp:cNvSpPr/>
      </dsp:nvSpPr>
      <dsp:spPr>
        <a:xfrm>
          <a:off x="6499385" y="1764745"/>
          <a:ext cx="1381640" cy="20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Set</a:t>
          </a:r>
        </a:p>
      </dsp:txBody>
      <dsp:txXfrm>
        <a:off x="6499385" y="1764745"/>
        <a:ext cx="1381640" cy="207246"/>
      </dsp:txXfrm>
    </dsp:sp>
    <dsp:sp modelId="{23C529D9-0B99-4A0B-A9A3-46796E94D297}">
      <dsp:nvSpPr>
        <dsp:cNvPr id="0" name=""/>
        <dsp:cNvSpPr/>
      </dsp:nvSpPr>
      <dsp:spPr>
        <a:xfrm>
          <a:off x="6499385" y="2011164"/>
          <a:ext cx="1381640" cy="11444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Set direction for future sessions</a:t>
          </a:r>
        </a:p>
      </dsp:txBody>
      <dsp:txXfrm>
        <a:off x="6499385" y="2011164"/>
        <a:ext cx="1381640" cy="11444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300F5-5DC6-4914-8D4C-7BCB8BCB2BB2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2991B-4A33-490F-B235-3203D5C99128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2C9C5A-BBF1-4206-B455-6011923F2FD5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Name and academic or professional background</a:t>
          </a:r>
        </a:p>
      </dsp:txBody>
      <dsp:txXfrm>
        <a:off x="1340173" y="795493"/>
        <a:ext cx="2552269" cy="1082781"/>
      </dsp:txXfrm>
    </dsp:sp>
    <dsp:sp modelId="{80364B4D-5A06-4582-860B-9009EBA52D51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C61B42-D60B-4B30-966C-170CBD069AE5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4BFF4-5C49-4B3E-9E7F-4ED279A1D82B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Why cybersecurity interests you</a:t>
          </a:r>
        </a:p>
      </dsp:txBody>
      <dsp:txXfrm>
        <a:off x="5651962" y="795493"/>
        <a:ext cx="2552269" cy="1082781"/>
      </dsp:txXfrm>
    </dsp:sp>
    <dsp:sp modelId="{E2507E13-BDE9-4DDF-BB42-ECEB7F7E75F3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74363-A26C-4E66-A7BD-CB46166B32F9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A8428-E97A-4D7F-AB87-47445FA867DB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One skill you want to develop this year</a:t>
          </a:r>
        </a:p>
      </dsp:txBody>
      <dsp:txXfrm>
        <a:off x="1340173" y="2647688"/>
        <a:ext cx="2552269" cy="1082781"/>
      </dsp:txXfrm>
    </dsp:sp>
    <dsp:sp modelId="{CDCF9FAF-083A-4687-B878-7C904B136F86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DFDBE6-286F-4483-9BC5-281933D62483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B3204-A735-49E1-9CB3-4241863A066C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 fun fact about yourself</a:t>
          </a:r>
        </a:p>
      </dsp:txBody>
      <dsp:txXfrm>
        <a:off x="5651962" y="2647688"/>
        <a:ext cx="2552269" cy="10827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1B978-74D6-4DFD-95DA-AF59769C58BE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3C9D1-B74C-4570-9D47-CFA20F213E22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EA78D-A284-436A-A176-5FC069AC4F9D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Monthly 1.5–2 hour meetings</a:t>
          </a:r>
        </a:p>
      </dsp:txBody>
      <dsp:txXfrm>
        <a:off x="1612357" y="28723"/>
        <a:ext cx="2301898" cy="976563"/>
      </dsp:txXfrm>
    </dsp:sp>
    <dsp:sp modelId="{9A612BEA-A086-40CE-9551-5A020823C920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43EE21-3BC8-4994-A9D5-890359AA021D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05F79-8BB7-4549-8FB5-262E40149142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Open and respectful discussions</a:t>
          </a:r>
        </a:p>
      </dsp:txBody>
      <dsp:txXfrm>
        <a:off x="5501170" y="28723"/>
        <a:ext cx="2301898" cy="976563"/>
      </dsp:txXfrm>
    </dsp:sp>
    <dsp:sp modelId="{1F2A8D71-646E-4A7D-9FC0-BDBD7B34471F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551A6-3060-4198-9AB2-39B6F9E01E14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CC877-E9D7-435C-9C37-57F53A2D3538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Shared learning and collaboration</a:t>
          </a:r>
        </a:p>
      </dsp:txBody>
      <dsp:txXfrm>
        <a:off x="1612357" y="1774700"/>
        <a:ext cx="2301898" cy="976563"/>
      </dsp:txXfrm>
    </dsp:sp>
    <dsp:sp modelId="{70A2BF9B-FE80-46AF-A0A6-A7AA4E7A5930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AC3CF-453E-4419-A1C5-F79B7180EA5F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A09FC-C92A-416A-80AE-B9B325DC21B9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Active participation and curiosity</a:t>
          </a:r>
        </a:p>
      </dsp:txBody>
      <dsp:txXfrm>
        <a:off x="5501170" y="1774700"/>
        <a:ext cx="2301898" cy="976563"/>
      </dsp:txXfrm>
    </dsp:sp>
    <dsp:sp modelId="{CCCC0107-58F8-4B9B-9050-470F390CE5D7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353C0-3BFE-4495-81E8-DF00B1ED135D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7D088-3410-485B-85BC-EEA9E0AE9BB7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Support for each other’s growth</a:t>
          </a:r>
        </a:p>
      </dsp:txBody>
      <dsp:txXfrm>
        <a:off x="1612357" y="3520676"/>
        <a:ext cx="2301898" cy="9765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08DB03-9268-42A6-BFBA-EFDD41481776}">
      <dsp:nvSpPr>
        <dsp:cNvPr id="0" name=""/>
        <dsp:cNvSpPr/>
      </dsp:nvSpPr>
      <dsp:spPr>
        <a:xfrm>
          <a:off x="0" y="55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3AD63-4BF3-42AC-A6AB-BD157DE29659}">
      <dsp:nvSpPr>
        <dsp:cNvPr id="0" name=""/>
        <dsp:cNvSpPr/>
      </dsp:nvSpPr>
      <dsp:spPr>
        <a:xfrm>
          <a:off x="0" y="552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Respect all perspectives</a:t>
          </a:r>
        </a:p>
      </dsp:txBody>
      <dsp:txXfrm>
        <a:off x="0" y="552"/>
        <a:ext cx="8229600" cy="904971"/>
      </dsp:txXfrm>
    </dsp:sp>
    <dsp:sp modelId="{384B900E-0D36-41DE-81C5-068A700E47AB}">
      <dsp:nvSpPr>
        <dsp:cNvPr id="0" name=""/>
        <dsp:cNvSpPr/>
      </dsp:nvSpPr>
      <dsp:spPr>
        <a:xfrm>
          <a:off x="0" y="90552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A664B-8670-47C3-BDE6-B2EB1E6E122E}">
      <dsp:nvSpPr>
        <dsp:cNvPr id="0" name=""/>
        <dsp:cNvSpPr/>
      </dsp:nvSpPr>
      <dsp:spPr>
        <a:xfrm>
          <a:off x="0" y="905524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Confidentiality and trust</a:t>
          </a:r>
        </a:p>
      </dsp:txBody>
      <dsp:txXfrm>
        <a:off x="0" y="905524"/>
        <a:ext cx="8229600" cy="904971"/>
      </dsp:txXfrm>
    </dsp:sp>
    <dsp:sp modelId="{23ADADF0-BC06-4B58-87C1-EFA21DAED316}">
      <dsp:nvSpPr>
        <dsp:cNvPr id="0" name=""/>
        <dsp:cNvSpPr/>
      </dsp:nvSpPr>
      <dsp:spPr>
        <a:xfrm>
          <a:off x="0" y="1810495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5C230-41AD-4404-AB65-670359174039}">
      <dsp:nvSpPr>
        <dsp:cNvPr id="0" name=""/>
        <dsp:cNvSpPr/>
      </dsp:nvSpPr>
      <dsp:spPr>
        <a:xfrm>
          <a:off x="0" y="1810495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Ask questions freely</a:t>
          </a:r>
        </a:p>
      </dsp:txBody>
      <dsp:txXfrm>
        <a:off x="0" y="1810495"/>
        <a:ext cx="8229600" cy="904971"/>
      </dsp:txXfrm>
    </dsp:sp>
    <dsp:sp modelId="{A5604CE2-53F9-4DCB-82CD-16C35B0871F5}">
      <dsp:nvSpPr>
        <dsp:cNvPr id="0" name=""/>
        <dsp:cNvSpPr/>
      </dsp:nvSpPr>
      <dsp:spPr>
        <a:xfrm>
          <a:off x="0" y="271546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3A117-6556-4587-946C-4BCF652589E5}">
      <dsp:nvSpPr>
        <dsp:cNvPr id="0" name=""/>
        <dsp:cNvSpPr/>
      </dsp:nvSpPr>
      <dsp:spPr>
        <a:xfrm>
          <a:off x="0" y="2715467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Be present and engaged</a:t>
          </a:r>
        </a:p>
      </dsp:txBody>
      <dsp:txXfrm>
        <a:off x="0" y="2715467"/>
        <a:ext cx="8229600" cy="904971"/>
      </dsp:txXfrm>
    </dsp:sp>
    <dsp:sp modelId="{6E422A6B-7478-438B-A412-06B452EF8A3D}">
      <dsp:nvSpPr>
        <dsp:cNvPr id="0" name=""/>
        <dsp:cNvSpPr/>
      </dsp:nvSpPr>
      <dsp:spPr>
        <a:xfrm>
          <a:off x="0" y="3620438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7E86C-B4BE-4E9E-93AE-ACD5C019F225}">
      <dsp:nvSpPr>
        <dsp:cNvPr id="0" name=""/>
        <dsp:cNvSpPr/>
      </dsp:nvSpPr>
      <dsp:spPr>
        <a:xfrm>
          <a:off x="0" y="3620438"/>
          <a:ext cx="8229600" cy="9049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Encourage and support each other</a:t>
          </a:r>
        </a:p>
      </dsp:txBody>
      <dsp:txXfrm>
        <a:off x="0" y="3620438"/>
        <a:ext cx="8229600" cy="9049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4D1E8A-F1FF-48B6-8960-9C21E21E5618}">
      <dsp:nvSpPr>
        <dsp:cNvPr id="0" name=""/>
        <dsp:cNvSpPr/>
      </dsp:nvSpPr>
      <dsp:spPr>
        <a:xfrm>
          <a:off x="532" y="764213"/>
          <a:ext cx="2074896" cy="124493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Governance, Risk, and Compliance (GRC)</a:t>
          </a:r>
        </a:p>
      </dsp:txBody>
      <dsp:txXfrm>
        <a:off x="532" y="764213"/>
        <a:ext cx="2074896" cy="1244937"/>
      </dsp:txXfrm>
    </dsp:sp>
    <dsp:sp modelId="{52187B3E-9D17-476D-8DD5-6829D3847964}">
      <dsp:nvSpPr>
        <dsp:cNvPr id="0" name=""/>
        <dsp:cNvSpPr/>
      </dsp:nvSpPr>
      <dsp:spPr>
        <a:xfrm>
          <a:off x="2282917" y="764213"/>
          <a:ext cx="2074896" cy="1244937"/>
        </a:xfrm>
        <a:prstGeom prst="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 Operations (SOC, detection, response)</a:t>
          </a:r>
        </a:p>
      </dsp:txBody>
      <dsp:txXfrm>
        <a:off x="2282917" y="764213"/>
        <a:ext cx="2074896" cy="1244937"/>
      </dsp:txXfrm>
    </dsp:sp>
    <dsp:sp modelId="{CAFAFB6A-860F-4FE8-BAE8-4583F0F1FB50}">
      <dsp:nvSpPr>
        <dsp:cNvPr id="0" name=""/>
        <dsp:cNvSpPr/>
      </dsp:nvSpPr>
      <dsp:spPr>
        <a:xfrm>
          <a:off x="532" y="2216640"/>
          <a:ext cx="2074896" cy="1244937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Offensive security and penetration testing</a:t>
          </a:r>
        </a:p>
      </dsp:txBody>
      <dsp:txXfrm>
        <a:off x="532" y="2216640"/>
        <a:ext cx="2074896" cy="1244937"/>
      </dsp:txXfrm>
    </dsp:sp>
    <dsp:sp modelId="{1CC62B22-561B-47D9-9FA0-E3FBB22ACA5E}">
      <dsp:nvSpPr>
        <dsp:cNvPr id="0" name=""/>
        <dsp:cNvSpPr/>
      </dsp:nvSpPr>
      <dsp:spPr>
        <a:xfrm>
          <a:off x="2282917" y="2216640"/>
          <a:ext cx="2074896" cy="1244937"/>
        </a:xfrm>
        <a:prstGeom prst="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Cloud and infrastructure security</a:t>
          </a:r>
        </a:p>
      </dsp:txBody>
      <dsp:txXfrm>
        <a:off x="2282917" y="2216640"/>
        <a:ext cx="2074896" cy="1244937"/>
      </dsp:txXfrm>
    </dsp:sp>
    <dsp:sp modelId="{525CD5E9-E75D-434A-9706-8B397947644F}">
      <dsp:nvSpPr>
        <dsp:cNvPr id="0" name=""/>
        <dsp:cNvSpPr/>
      </dsp:nvSpPr>
      <dsp:spPr>
        <a:xfrm>
          <a:off x="1141724" y="3669067"/>
          <a:ext cx="2074896" cy="1244937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Industrial Control Systems / OT security</a:t>
          </a:r>
        </a:p>
      </dsp:txBody>
      <dsp:txXfrm>
        <a:off x="1141724" y="3669067"/>
        <a:ext cx="2074896" cy="12449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C4D2D-64C9-4B1D-93C1-4C6CFB873EB7}">
      <dsp:nvSpPr>
        <dsp:cNvPr id="0" name=""/>
        <dsp:cNvSpPr/>
      </dsp:nvSpPr>
      <dsp:spPr>
        <a:xfrm>
          <a:off x="426530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114BA-76C6-49CD-9647-B7A0144CF4D8}">
      <dsp:nvSpPr>
        <dsp:cNvPr id="0" name=""/>
        <dsp:cNvSpPr/>
      </dsp:nvSpPr>
      <dsp:spPr>
        <a:xfrm>
          <a:off x="631609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77A7A-77E7-4334-8683-766DBD9824FD}">
      <dsp:nvSpPr>
        <dsp:cNvPr id="0" name=""/>
        <dsp:cNvSpPr/>
      </dsp:nvSpPr>
      <dsp:spPr>
        <a:xfrm>
          <a:off x="1612357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Technical knowledge and continuous learning</a:t>
          </a:r>
        </a:p>
      </dsp:txBody>
      <dsp:txXfrm>
        <a:off x="1612357" y="28723"/>
        <a:ext cx="2301898" cy="976563"/>
      </dsp:txXfrm>
    </dsp:sp>
    <dsp:sp modelId="{F9288FBB-2631-4E27-9B92-76139F975473}">
      <dsp:nvSpPr>
        <dsp:cNvPr id="0" name=""/>
        <dsp:cNvSpPr/>
      </dsp:nvSpPr>
      <dsp:spPr>
        <a:xfrm>
          <a:off x="4315344" y="28723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3EDD25-BD22-46FB-A467-F018DCF7A67E}">
      <dsp:nvSpPr>
        <dsp:cNvPr id="0" name=""/>
        <dsp:cNvSpPr/>
      </dsp:nvSpPr>
      <dsp:spPr>
        <a:xfrm>
          <a:off x="4520422" y="233801"/>
          <a:ext cx="566406" cy="566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961FF-5DA9-409A-BD3C-19027E8894AC}">
      <dsp:nvSpPr>
        <dsp:cNvPr id="0" name=""/>
        <dsp:cNvSpPr/>
      </dsp:nvSpPr>
      <dsp:spPr>
        <a:xfrm>
          <a:off x="5501170" y="28723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Analytical and critical thinking</a:t>
          </a:r>
        </a:p>
      </dsp:txBody>
      <dsp:txXfrm>
        <a:off x="5501170" y="28723"/>
        <a:ext cx="2301898" cy="976563"/>
      </dsp:txXfrm>
    </dsp:sp>
    <dsp:sp modelId="{D8111CFB-A038-40A9-ADCC-ABC45E2EAFBB}">
      <dsp:nvSpPr>
        <dsp:cNvPr id="0" name=""/>
        <dsp:cNvSpPr/>
      </dsp:nvSpPr>
      <dsp:spPr>
        <a:xfrm>
          <a:off x="426530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610C4B-8ABC-4AEC-91D0-74CCA687B134}">
      <dsp:nvSpPr>
        <dsp:cNvPr id="0" name=""/>
        <dsp:cNvSpPr/>
      </dsp:nvSpPr>
      <dsp:spPr>
        <a:xfrm>
          <a:off x="631609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983E8A-4B83-4FA0-B1AC-854BE5EF066C}">
      <dsp:nvSpPr>
        <dsp:cNvPr id="0" name=""/>
        <dsp:cNvSpPr/>
      </dsp:nvSpPr>
      <dsp:spPr>
        <a:xfrm>
          <a:off x="1612357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Communication and teamwork</a:t>
          </a:r>
        </a:p>
      </dsp:txBody>
      <dsp:txXfrm>
        <a:off x="1612357" y="1774700"/>
        <a:ext cx="2301898" cy="976563"/>
      </dsp:txXfrm>
    </dsp:sp>
    <dsp:sp modelId="{2942366C-0BE5-4E3B-83A6-6B58ADA06774}">
      <dsp:nvSpPr>
        <dsp:cNvPr id="0" name=""/>
        <dsp:cNvSpPr/>
      </dsp:nvSpPr>
      <dsp:spPr>
        <a:xfrm>
          <a:off x="4315344" y="1774700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62A7F0-648A-46A7-A34A-FEE65EE36476}">
      <dsp:nvSpPr>
        <dsp:cNvPr id="0" name=""/>
        <dsp:cNvSpPr/>
      </dsp:nvSpPr>
      <dsp:spPr>
        <a:xfrm>
          <a:off x="4520422" y="1979778"/>
          <a:ext cx="566406" cy="5664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B173F-10B1-4D97-B547-CF0A9BF11572}">
      <dsp:nvSpPr>
        <dsp:cNvPr id="0" name=""/>
        <dsp:cNvSpPr/>
      </dsp:nvSpPr>
      <dsp:spPr>
        <a:xfrm>
          <a:off x="5501170" y="1774700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Problem solving mindset</a:t>
          </a:r>
        </a:p>
      </dsp:txBody>
      <dsp:txXfrm>
        <a:off x="5501170" y="1774700"/>
        <a:ext cx="2301898" cy="976563"/>
      </dsp:txXfrm>
    </dsp:sp>
    <dsp:sp modelId="{A6E17A57-4E4C-42DE-90AE-7A5A845B4173}">
      <dsp:nvSpPr>
        <dsp:cNvPr id="0" name=""/>
        <dsp:cNvSpPr/>
      </dsp:nvSpPr>
      <dsp:spPr>
        <a:xfrm>
          <a:off x="426530" y="3520676"/>
          <a:ext cx="976563" cy="97656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3F8670-8B5F-4CBC-B4FE-2F1D26BDB26B}">
      <dsp:nvSpPr>
        <dsp:cNvPr id="0" name=""/>
        <dsp:cNvSpPr/>
      </dsp:nvSpPr>
      <dsp:spPr>
        <a:xfrm>
          <a:off x="631609" y="3725754"/>
          <a:ext cx="566406" cy="56640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5C6F1-B16D-4DD1-984E-40071B5F59E5}">
      <dsp:nvSpPr>
        <dsp:cNvPr id="0" name=""/>
        <dsp:cNvSpPr/>
      </dsp:nvSpPr>
      <dsp:spPr>
        <a:xfrm>
          <a:off x="1612357" y="3520676"/>
          <a:ext cx="2301898" cy="97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Curiosity and resilience</a:t>
          </a:r>
        </a:p>
      </dsp:txBody>
      <dsp:txXfrm>
        <a:off x="1612357" y="3520676"/>
        <a:ext cx="2301898" cy="9765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18589-E393-4EB0-8708-6B8D4B700B23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461FA-D73A-4424-A322-BA10C276D8FD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Where are you now?</a:t>
          </a:r>
        </a:p>
      </dsp:txBody>
      <dsp:txXfrm>
        <a:off x="0" y="0"/>
        <a:ext cx="8229600" cy="1131490"/>
      </dsp:txXfrm>
    </dsp:sp>
    <dsp:sp modelId="{3217C106-3B28-4247-A1CE-C8FC30A2A3C2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822EB-A9A9-4CC2-8ACD-A800ED356C11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Where do you want to be in 1–3 years?</a:t>
          </a:r>
        </a:p>
      </dsp:txBody>
      <dsp:txXfrm>
        <a:off x="0" y="1131490"/>
        <a:ext cx="8229600" cy="1131490"/>
      </dsp:txXfrm>
    </dsp:sp>
    <dsp:sp modelId="{2E23F1C1-EA2E-4F22-8F3E-DA26E60DA0E6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3AD87A-22FA-418E-BB89-F6778347E896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What skills do you need to get there?</a:t>
          </a:r>
        </a:p>
      </dsp:txBody>
      <dsp:txXfrm>
        <a:off x="0" y="2262981"/>
        <a:ext cx="8229600" cy="1131490"/>
      </dsp:txXfrm>
    </dsp:sp>
    <dsp:sp modelId="{34280FF9-8CEF-456F-A0FF-FBE05346D69E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D3906-956F-40BC-A80E-F226612735EB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What support or resources would help you?</a:t>
          </a:r>
        </a:p>
      </dsp:txBody>
      <dsp:txXfrm>
        <a:off x="0" y="3394472"/>
        <a:ext cx="8229600" cy="113149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59ED0-F08F-486B-93FE-796362CAAF2D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D1B95-6F45-40ED-9053-C3A10A783E4A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75267-6C75-4180-BDA8-A7B20647FB35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Specific – clear and focused</a:t>
          </a:r>
        </a:p>
      </dsp:txBody>
      <dsp:txXfrm>
        <a:off x="1074268" y="4366"/>
        <a:ext cx="3609680" cy="930102"/>
      </dsp:txXfrm>
    </dsp:sp>
    <dsp:sp modelId="{305C10A2-EB65-42D4-B4B0-44B7CAA6E92B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956B1A-9388-4FD2-B6AC-BED4908C9815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0DD4C-A408-44DC-8DA1-62BFADD42CA7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Measurable – track progress</a:t>
          </a:r>
        </a:p>
      </dsp:txBody>
      <dsp:txXfrm>
        <a:off x="1074268" y="1166994"/>
        <a:ext cx="3609680" cy="930102"/>
      </dsp:txXfrm>
    </dsp:sp>
    <dsp:sp modelId="{90FBF679-FF91-413B-8341-53EFC1F8089A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8D61E-C540-499B-92DC-BA67A9B81504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C7224E-7203-40FA-BADA-2673304B029F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Achievable – realistic</a:t>
          </a:r>
        </a:p>
      </dsp:txBody>
      <dsp:txXfrm>
        <a:off x="1074268" y="2329622"/>
        <a:ext cx="3609680" cy="930102"/>
      </dsp:txXfrm>
    </dsp:sp>
    <dsp:sp modelId="{40466E94-429F-4EFC-A1FD-27E7C403C4DF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02BF2-892F-42B0-81C7-EF56DAC78884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92156-417D-438B-8163-4E92B9AA6753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Relevant – aligned with your goals</a:t>
          </a:r>
        </a:p>
      </dsp:txBody>
      <dsp:txXfrm>
        <a:off x="1074268" y="3492250"/>
        <a:ext cx="3609680" cy="930102"/>
      </dsp:txXfrm>
    </dsp:sp>
    <dsp:sp modelId="{FB218DF7-C93B-4B72-8615-B7B0338CBEB6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2DA13-4A29-4244-8A50-61D5ABE6B011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A1071-8F70-4991-A9F4-0188DCB6CC7E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Time‑bound – defined timeline</a:t>
          </a:r>
        </a:p>
      </dsp:txBody>
      <dsp:txXfrm>
        <a:off x="1074268" y="4654878"/>
        <a:ext cx="3609680" cy="9301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D2F91-136F-4BC8-86EA-81FFD008BAB6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5AF7C6-A333-4224-9B91-5B6D794D18E7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E913B0-21C6-477D-8D8E-7A5B613EA92E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What excites you most about cybersecurity?</a:t>
          </a:r>
        </a:p>
      </dsp:txBody>
      <dsp:txXfrm>
        <a:off x="1340173" y="795493"/>
        <a:ext cx="2552269" cy="1082781"/>
      </dsp:txXfrm>
    </dsp:sp>
    <dsp:sp modelId="{21F9C8B5-1173-407F-AB18-C16069BDC93C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3FD28C-5447-47D9-9E90-6CF1CE0ED909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16E75-9BD7-4F86-8703-B1B0F82728E6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What challenges do you anticipate?</a:t>
          </a:r>
        </a:p>
      </dsp:txBody>
      <dsp:txXfrm>
        <a:off x="5651962" y="795493"/>
        <a:ext cx="2552269" cy="1082781"/>
      </dsp:txXfrm>
    </dsp:sp>
    <dsp:sp modelId="{27D9825C-F297-4AB2-94E7-CAA7C24446B1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7ABA8-538A-4528-B58C-96467BD144DE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A36E5-FBC8-4017-A51C-8E18728E7561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What do you hope to gain from this mentorship?</a:t>
          </a:r>
        </a:p>
      </dsp:txBody>
      <dsp:txXfrm>
        <a:off x="1340173" y="2647688"/>
        <a:ext cx="2552269" cy="1082781"/>
      </dsp:txXfrm>
    </dsp:sp>
    <dsp:sp modelId="{6B51BD00-8B64-4066-BA9C-16305D083781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659B13-B59E-47FB-82B8-9A20088171C1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1BF55-FD58-45D5-B839-75F777254143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How can we support each other?</a:t>
          </a:r>
        </a:p>
      </dsp:txBody>
      <dsp:txXfrm>
        <a:off x="5651962" y="2647688"/>
        <a:ext cx="2552269" cy="10827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9AC05F-05C8-421F-9F69-9FA26C4B2D01}">
      <dsp:nvSpPr>
        <dsp:cNvPr id="0" name=""/>
        <dsp:cNvSpPr/>
      </dsp:nvSpPr>
      <dsp:spPr>
        <a:xfrm>
          <a:off x="925095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7762D-FEB7-40B7-9C72-340EAC2CEC8A}">
      <dsp:nvSpPr>
        <dsp:cNvPr id="0" name=""/>
        <dsp:cNvSpPr/>
      </dsp:nvSpPr>
      <dsp:spPr>
        <a:xfrm>
          <a:off x="483752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Define one personal goal for next month</a:t>
          </a:r>
        </a:p>
      </dsp:txBody>
      <dsp:txXfrm>
        <a:off x="483752" y="1420418"/>
        <a:ext cx="1604882" cy="641953"/>
      </dsp:txXfrm>
    </dsp:sp>
    <dsp:sp modelId="{E5E1D3F8-624C-415F-B07D-6F3BDA2730B4}">
      <dsp:nvSpPr>
        <dsp:cNvPr id="0" name=""/>
        <dsp:cNvSpPr/>
      </dsp:nvSpPr>
      <dsp:spPr>
        <a:xfrm>
          <a:off x="2810832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21643-7DDC-4358-9EF4-3D1E4BA7825D}">
      <dsp:nvSpPr>
        <dsp:cNvPr id="0" name=""/>
        <dsp:cNvSpPr/>
      </dsp:nvSpPr>
      <dsp:spPr>
        <a:xfrm>
          <a:off x="2369489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Connect with cohort members</a:t>
          </a:r>
        </a:p>
      </dsp:txBody>
      <dsp:txXfrm>
        <a:off x="2369489" y="1420418"/>
        <a:ext cx="1604882" cy="641953"/>
      </dsp:txXfrm>
    </dsp:sp>
    <dsp:sp modelId="{7D190A75-0B00-4B7D-BBD1-71D8758B2A01}">
      <dsp:nvSpPr>
        <dsp:cNvPr id="0" name=""/>
        <dsp:cNvSpPr/>
      </dsp:nvSpPr>
      <dsp:spPr>
        <a:xfrm>
          <a:off x="4696570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52FF3-A157-4D44-B277-BD829B71A647}">
      <dsp:nvSpPr>
        <dsp:cNvPr id="0" name=""/>
        <dsp:cNvSpPr/>
      </dsp:nvSpPr>
      <dsp:spPr>
        <a:xfrm>
          <a:off x="4255227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Share learning resources</a:t>
          </a:r>
        </a:p>
      </dsp:txBody>
      <dsp:txXfrm>
        <a:off x="4255227" y="1420418"/>
        <a:ext cx="1604882" cy="641953"/>
      </dsp:txXfrm>
    </dsp:sp>
    <dsp:sp modelId="{FE0A26ED-8C92-4B43-A3AD-C4972E722E54}">
      <dsp:nvSpPr>
        <dsp:cNvPr id="0" name=""/>
        <dsp:cNvSpPr/>
      </dsp:nvSpPr>
      <dsp:spPr>
        <a:xfrm>
          <a:off x="6582307" y="426662"/>
          <a:ext cx="722197" cy="7221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780147-D698-4143-9ECD-AC4DCE955FFE}">
      <dsp:nvSpPr>
        <dsp:cNvPr id="0" name=""/>
        <dsp:cNvSpPr/>
      </dsp:nvSpPr>
      <dsp:spPr>
        <a:xfrm>
          <a:off x="6140964" y="1420418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Schedule next meeting</a:t>
          </a:r>
        </a:p>
      </dsp:txBody>
      <dsp:txXfrm>
        <a:off x="6140964" y="1420418"/>
        <a:ext cx="1604882" cy="641953"/>
      </dsp:txXfrm>
    </dsp:sp>
    <dsp:sp modelId="{AEE680B2-9A76-42FD-A799-5182B5F2789E}">
      <dsp:nvSpPr>
        <dsp:cNvPr id="0" name=""/>
        <dsp:cNvSpPr/>
      </dsp:nvSpPr>
      <dsp:spPr>
        <a:xfrm>
          <a:off x="3753701" y="2463591"/>
          <a:ext cx="722197" cy="72219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84D02-A5F7-4A0F-B04A-E2128F57EB34}">
      <dsp:nvSpPr>
        <dsp:cNvPr id="0" name=""/>
        <dsp:cNvSpPr/>
      </dsp:nvSpPr>
      <dsp:spPr>
        <a:xfrm>
          <a:off x="3312358" y="3457346"/>
          <a:ext cx="1604882" cy="641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Stay curious and keep learning</a:t>
          </a:r>
        </a:p>
      </dsp:txBody>
      <dsp:txXfrm>
        <a:off x="3312358" y="3457346"/>
        <a:ext cx="1604882" cy="64195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20224-0D9E-4079-86B3-30727E7BBE04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Cybersecurity protects systems, networks, and data from attacks</a:t>
          </a:r>
        </a:p>
      </dsp:txBody>
      <dsp:txXfrm>
        <a:off x="757092" y="1992"/>
        <a:ext cx="3034531" cy="1820718"/>
      </dsp:txXfrm>
    </dsp:sp>
    <dsp:sp modelId="{C96689CE-4978-4A8B-BCE5-DDEA6A47DBA3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Goal: maintain confidentiality, integrity, and availability</a:t>
          </a:r>
        </a:p>
      </dsp:txBody>
      <dsp:txXfrm>
        <a:off x="4095076" y="1992"/>
        <a:ext cx="3034531" cy="1820718"/>
      </dsp:txXfrm>
    </dsp:sp>
    <dsp:sp modelId="{C6D5A785-DCD4-4DF6-8EEB-7AA2079B70F3}">
      <dsp:nvSpPr>
        <dsp:cNvPr id="0" name=""/>
        <dsp:cNvSpPr/>
      </dsp:nvSpPr>
      <dsp:spPr>
        <a:xfrm>
          <a:off x="757092" y="2126164"/>
          <a:ext cx="3034531" cy="1820718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Protect people, processes, and technology</a:t>
          </a:r>
        </a:p>
      </dsp:txBody>
      <dsp:txXfrm>
        <a:off x="757092" y="2126164"/>
        <a:ext cx="3034531" cy="1820718"/>
      </dsp:txXfrm>
    </dsp:sp>
    <dsp:sp modelId="{560043C1-17C6-477F-9C90-5449195BBEF7}">
      <dsp:nvSpPr>
        <dsp:cNvPr id="0" name=""/>
        <dsp:cNvSpPr/>
      </dsp:nvSpPr>
      <dsp:spPr>
        <a:xfrm>
          <a:off x="4095076" y="2126164"/>
          <a:ext cx="3034531" cy="1820718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Security is continuous risk management</a:t>
          </a:r>
        </a:p>
      </dsp:txBody>
      <dsp:txXfrm>
        <a:off x="4095076" y="2126164"/>
        <a:ext cx="3034531" cy="182071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E0942B-FEC7-46E5-A0DA-F45586BA206C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6BDBE-5870-4C2C-82FA-FFE8F829AD23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Confidentiality – prevent unauthorized access</a:t>
          </a:r>
        </a:p>
      </dsp:txBody>
      <dsp:txXfrm>
        <a:off x="590191" y="770569"/>
        <a:ext cx="1821339" cy="1821339"/>
      </dsp:txXfrm>
    </dsp:sp>
    <dsp:sp modelId="{FA7C3F10-9007-4DFE-B7C4-673B5E282FD6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Integrity – protect data accuracy and trust</a:t>
          </a:r>
        </a:p>
      </dsp:txBody>
      <dsp:txXfrm>
        <a:off x="2763852" y="770569"/>
        <a:ext cx="1821339" cy="1821339"/>
      </dsp:txXfrm>
    </dsp:sp>
    <dsp:sp modelId="{81D4F111-3027-4802-A0EE-7D6945FBDD44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Availability – ensure systems remain operational</a:t>
          </a:r>
        </a:p>
      </dsp:txBody>
      <dsp:txXfrm>
        <a:off x="590191" y="2944231"/>
        <a:ext cx="1821339" cy="1821339"/>
      </dsp:txXfrm>
    </dsp:sp>
    <dsp:sp modelId="{0EF5116F-FC0C-443C-9C57-7B8E4AA44822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All security controls support one or more of these</a:t>
          </a:r>
        </a:p>
      </dsp:txBody>
      <dsp:txXfrm>
        <a:off x="2763852" y="2944231"/>
        <a:ext cx="1821339" cy="182133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C4B69-EC23-4149-8830-F22B5F8A646B}">
      <dsp:nvSpPr>
        <dsp:cNvPr id="0" name=""/>
        <dsp:cNvSpPr/>
      </dsp:nvSpPr>
      <dsp:spPr>
        <a:xfrm>
          <a:off x="0" y="1808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8A97FC-EDBF-475D-8551-AEC9AA1F1316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E6CBE9-666A-4A2D-8AC9-54C0E06F101B}">
      <dsp:nvSpPr>
        <dsp:cNvPr id="0" name=""/>
        <dsp:cNvSpPr/>
      </dsp:nvSpPr>
      <dsp:spPr>
        <a:xfrm>
          <a:off x="889864" y="1808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Network security</a:t>
          </a:r>
        </a:p>
      </dsp:txBody>
      <dsp:txXfrm>
        <a:off x="889864" y="1808"/>
        <a:ext cx="3794084" cy="770445"/>
      </dsp:txXfrm>
    </dsp:sp>
    <dsp:sp modelId="{39F5A441-6CF1-4796-84DE-A789B3E16D36}">
      <dsp:nvSpPr>
        <dsp:cNvPr id="0" name=""/>
        <dsp:cNvSpPr/>
      </dsp:nvSpPr>
      <dsp:spPr>
        <a:xfrm>
          <a:off x="0" y="964865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D6EB9D-9FBD-4471-8E69-355CFDCC8DDC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1849E-86D8-4C87-A5A7-26CA1228D5C3}">
      <dsp:nvSpPr>
        <dsp:cNvPr id="0" name=""/>
        <dsp:cNvSpPr/>
      </dsp:nvSpPr>
      <dsp:spPr>
        <a:xfrm>
          <a:off x="889864" y="964865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Application security</a:t>
          </a:r>
        </a:p>
      </dsp:txBody>
      <dsp:txXfrm>
        <a:off x="889864" y="964865"/>
        <a:ext cx="3794084" cy="770445"/>
      </dsp:txXfrm>
    </dsp:sp>
    <dsp:sp modelId="{D560108E-6F82-4643-BCCC-75AAEFCCA96B}">
      <dsp:nvSpPr>
        <dsp:cNvPr id="0" name=""/>
        <dsp:cNvSpPr/>
      </dsp:nvSpPr>
      <dsp:spPr>
        <a:xfrm>
          <a:off x="0" y="1927922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A1D49-AAF5-4DD5-9099-499B422D905D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D0A67-55FD-4687-874C-F415B3770155}">
      <dsp:nvSpPr>
        <dsp:cNvPr id="0" name=""/>
        <dsp:cNvSpPr/>
      </dsp:nvSpPr>
      <dsp:spPr>
        <a:xfrm>
          <a:off x="889864" y="1927922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Cloud security</a:t>
          </a:r>
        </a:p>
      </dsp:txBody>
      <dsp:txXfrm>
        <a:off x="889864" y="1927922"/>
        <a:ext cx="3794084" cy="770445"/>
      </dsp:txXfrm>
    </dsp:sp>
    <dsp:sp modelId="{AD78C299-75D7-40C5-8701-E8EFA1280B10}">
      <dsp:nvSpPr>
        <dsp:cNvPr id="0" name=""/>
        <dsp:cNvSpPr/>
      </dsp:nvSpPr>
      <dsp:spPr>
        <a:xfrm>
          <a:off x="0" y="2890979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345B7-036A-4427-B7BC-F94A8D31033A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E2D32-B1A6-4AD7-995C-8BBA2C3ED06E}">
      <dsp:nvSpPr>
        <dsp:cNvPr id="0" name=""/>
        <dsp:cNvSpPr/>
      </dsp:nvSpPr>
      <dsp:spPr>
        <a:xfrm>
          <a:off x="889864" y="2890979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Identity and access management</a:t>
          </a:r>
        </a:p>
      </dsp:txBody>
      <dsp:txXfrm>
        <a:off x="889864" y="2890979"/>
        <a:ext cx="3794084" cy="770445"/>
      </dsp:txXfrm>
    </dsp:sp>
    <dsp:sp modelId="{CD322D46-EE57-48D5-A866-57245BB6065C}">
      <dsp:nvSpPr>
        <dsp:cNvPr id="0" name=""/>
        <dsp:cNvSpPr/>
      </dsp:nvSpPr>
      <dsp:spPr>
        <a:xfrm>
          <a:off x="0" y="3854036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78C24-62E9-464A-A061-E95600EEB68B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07D38-6F48-4D04-9AA0-239E6AAAB990}">
      <dsp:nvSpPr>
        <dsp:cNvPr id="0" name=""/>
        <dsp:cNvSpPr/>
      </dsp:nvSpPr>
      <dsp:spPr>
        <a:xfrm>
          <a:off x="889864" y="3854036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Endpoint security</a:t>
          </a:r>
        </a:p>
      </dsp:txBody>
      <dsp:txXfrm>
        <a:off x="889864" y="3854036"/>
        <a:ext cx="3794084" cy="770445"/>
      </dsp:txXfrm>
    </dsp:sp>
    <dsp:sp modelId="{D98B0D08-BC1E-4897-A26F-0940EFEC6167}">
      <dsp:nvSpPr>
        <dsp:cNvPr id="0" name=""/>
        <dsp:cNvSpPr/>
      </dsp:nvSpPr>
      <dsp:spPr>
        <a:xfrm>
          <a:off x="0" y="4817093"/>
          <a:ext cx="4683949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1E2B4-DDAE-42A8-AEDD-5506B295BB59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275D5-D6DE-4C4C-B14F-1F952DE5AB0F}">
      <dsp:nvSpPr>
        <dsp:cNvPr id="0" name=""/>
        <dsp:cNvSpPr/>
      </dsp:nvSpPr>
      <dsp:spPr>
        <a:xfrm>
          <a:off x="889864" y="4817093"/>
          <a:ext cx="3794084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Industrial Control Systems / OT security</a:t>
          </a:r>
        </a:p>
      </dsp:txBody>
      <dsp:txXfrm>
        <a:off x="889864" y="4817093"/>
        <a:ext cx="3794084" cy="77044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9514EF-0222-423F-9247-9F5A57CF619D}">
      <dsp:nvSpPr>
        <dsp:cNvPr id="0" name=""/>
        <dsp:cNvSpPr/>
      </dsp:nvSpPr>
      <dsp:spPr>
        <a:xfrm>
          <a:off x="788670" y="2762"/>
          <a:ext cx="1971674" cy="1183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Security Operations Center (SOC)</a:t>
          </a:r>
        </a:p>
      </dsp:txBody>
      <dsp:txXfrm>
        <a:off x="788670" y="2762"/>
        <a:ext cx="1971674" cy="1183005"/>
      </dsp:txXfrm>
    </dsp:sp>
    <dsp:sp modelId="{D9DD248E-C4CD-4D6A-BCA4-B96852B9D929}">
      <dsp:nvSpPr>
        <dsp:cNvPr id="0" name=""/>
        <dsp:cNvSpPr/>
      </dsp:nvSpPr>
      <dsp:spPr>
        <a:xfrm>
          <a:off x="2957512" y="2762"/>
          <a:ext cx="1971674" cy="11830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Governance, Risk, and Compliance (GRC)</a:t>
          </a:r>
        </a:p>
      </dsp:txBody>
      <dsp:txXfrm>
        <a:off x="2957512" y="2762"/>
        <a:ext cx="1971674" cy="1183005"/>
      </dsp:txXfrm>
    </dsp:sp>
    <dsp:sp modelId="{BA380BB7-6558-4CB2-BF9A-7662C939CD47}">
      <dsp:nvSpPr>
        <dsp:cNvPr id="0" name=""/>
        <dsp:cNvSpPr/>
      </dsp:nvSpPr>
      <dsp:spPr>
        <a:xfrm>
          <a:off x="5126355" y="2762"/>
          <a:ext cx="1971674" cy="11830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Penetration Testing / Ethical Hacking</a:t>
          </a:r>
        </a:p>
      </dsp:txBody>
      <dsp:txXfrm>
        <a:off x="5126355" y="2762"/>
        <a:ext cx="1971674" cy="1183005"/>
      </dsp:txXfrm>
    </dsp:sp>
    <dsp:sp modelId="{16245BB0-F0AE-43DC-8CE9-06A155915B1A}">
      <dsp:nvSpPr>
        <dsp:cNvPr id="0" name=""/>
        <dsp:cNvSpPr/>
      </dsp:nvSpPr>
      <dsp:spPr>
        <a:xfrm>
          <a:off x="788670" y="1382935"/>
          <a:ext cx="1971674" cy="11830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 Team / Adversary Simulation</a:t>
          </a:r>
        </a:p>
      </dsp:txBody>
      <dsp:txXfrm>
        <a:off x="788670" y="1382935"/>
        <a:ext cx="1971674" cy="1183005"/>
      </dsp:txXfrm>
    </dsp:sp>
    <dsp:sp modelId="{D3F5881B-E417-4D65-9603-62AE7C6A1B0E}">
      <dsp:nvSpPr>
        <dsp:cNvPr id="0" name=""/>
        <dsp:cNvSpPr/>
      </dsp:nvSpPr>
      <dsp:spPr>
        <a:xfrm>
          <a:off x="2957512" y="1382935"/>
          <a:ext cx="1971674" cy="118300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Cloud Security Engineering</a:t>
          </a:r>
        </a:p>
      </dsp:txBody>
      <dsp:txXfrm>
        <a:off x="2957512" y="1382935"/>
        <a:ext cx="1971674" cy="1183005"/>
      </dsp:txXfrm>
    </dsp:sp>
    <dsp:sp modelId="{66D9A420-73AE-438A-B28D-BD2B8BF826BB}">
      <dsp:nvSpPr>
        <dsp:cNvPr id="0" name=""/>
        <dsp:cNvSpPr/>
      </dsp:nvSpPr>
      <dsp:spPr>
        <a:xfrm>
          <a:off x="5126355" y="1382935"/>
          <a:ext cx="1971674" cy="1183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Digital Forensics &amp; Incident Response (DFIR)</a:t>
          </a:r>
        </a:p>
      </dsp:txBody>
      <dsp:txXfrm>
        <a:off x="5126355" y="1382935"/>
        <a:ext cx="1971674" cy="1183005"/>
      </dsp:txXfrm>
    </dsp:sp>
    <dsp:sp modelId="{0DFEA578-AE5B-49F9-A5E8-9315FA040C2F}">
      <dsp:nvSpPr>
        <dsp:cNvPr id="0" name=""/>
        <dsp:cNvSpPr/>
      </dsp:nvSpPr>
      <dsp:spPr>
        <a:xfrm>
          <a:off x="2957512" y="2763108"/>
          <a:ext cx="1971674" cy="11830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ICS / OT Security</a:t>
          </a:r>
        </a:p>
      </dsp:txBody>
      <dsp:txXfrm>
        <a:off x="2957512" y="2763108"/>
        <a:ext cx="1971674" cy="118300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0FB6E2-82D2-4B20-BAD4-14292A31E0A8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A0BEE-93E0-4A41-BE07-E1011F07DFD4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2A5EE-1100-4E79-A933-17328C356D58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 strong technical fundamentals</a:t>
          </a:r>
        </a:p>
      </dsp:txBody>
      <dsp:txXfrm>
        <a:off x="1059754" y="4307"/>
        <a:ext cx="3713413" cy="917536"/>
      </dsp:txXfrm>
    </dsp:sp>
    <dsp:sp modelId="{00BF5ED5-7BF9-4EF1-BF44-64D76116ED9E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449F3A-8C2F-45AC-81FD-E314679F1FE0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6B00A-7692-4438-9DE5-A2BA0C234564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Practice in labs and cyber ranges</a:t>
          </a:r>
        </a:p>
      </dsp:txBody>
      <dsp:txXfrm>
        <a:off x="1059754" y="1151227"/>
        <a:ext cx="3713413" cy="917536"/>
      </dsp:txXfrm>
    </dsp:sp>
    <dsp:sp modelId="{6A92898C-B202-4B4C-B5E6-F2A516546196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6EEE70-E4F9-44FF-9D7A-58BED226703C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F41BC-CFE4-4647-981F-3970AA9D370B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Participate in Capture The Flag competitions</a:t>
          </a:r>
        </a:p>
      </dsp:txBody>
      <dsp:txXfrm>
        <a:off x="1059754" y="2298147"/>
        <a:ext cx="3713413" cy="917536"/>
      </dsp:txXfrm>
    </dsp:sp>
    <dsp:sp modelId="{2C3572BA-6802-4F46-86AE-C6DB3C735F2B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D2AE21-0226-4860-94C9-8BB770AFC3B0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DA3A9-83E2-4553-A68A-BA4242445934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 frameworks and security standards</a:t>
          </a:r>
        </a:p>
      </dsp:txBody>
      <dsp:txXfrm>
        <a:off x="1059754" y="3445068"/>
        <a:ext cx="3713413" cy="917536"/>
      </dsp:txXfrm>
    </dsp:sp>
    <dsp:sp modelId="{DBEF8811-38DB-4D65-83CC-EBAE85C78FB0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70F94B-7321-4158-BD6F-22316F3372DC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0949B-0B1D-4449-B8F8-809CDBECEBA1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 communication and reporting skills</a:t>
          </a:r>
        </a:p>
      </dsp:txBody>
      <dsp:txXfrm>
        <a:off x="1059754" y="4591988"/>
        <a:ext cx="3713413" cy="91753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C5091-5942-49DF-8DEA-601310638164}">
      <dsp:nvSpPr>
        <dsp:cNvPr id="0" name=""/>
        <dsp:cNvSpPr/>
      </dsp:nvSpPr>
      <dsp:spPr>
        <a:xfrm>
          <a:off x="0" y="0"/>
          <a:ext cx="3606640" cy="100608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Analytical &amp; process oriented → GRC and Risk Management</a:t>
          </a:r>
        </a:p>
      </dsp:txBody>
      <dsp:txXfrm>
        <a:off x="29467" y="29467"/>
        <a:ext cx="2403287" cy="947148"/>
      </dsp:txXfrm>
    </dsp:sp>
    <dsp:sp modelId="{093C0DE6-CB3A-4156-873C-99241B746A6C}">
      <dsp:nvSpPr>
        <dsp:cNvPr id="0" name=""/>
        <dsp:cNvSpPr/>
      </dsp:nvSpPr>
      <dsp:spPr>
        <a:xfrm>
          <a:off x="269327" y="1145816"/>
          <a:ext cx="3606640" cy="100608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Curious and technical problem solver → SOC or DFIR</a:t>
          </a:r>
        </a:p>
      </dsp:txBody>
      <dsp:txXfrm>
        <a:off x="298794" y="1175283"/>
        <a:ext cx="2624426" cy="947148"/>
      </dsp:txXfrm>
    </dsp:sp>
    <dsp:sp modelId="{600ECAD6-B859-4866-9481-A27BFF760485}">
      <dsp:nvSpPr>
        <dsp:cNvPr id="0" name=""/>
        <dsp:cNvSpPr/>
      </dsp:nvSpPr>
      <dsp:spPr>
        <a:xfrm>
          <a:off x="538654" y="2291632"/>
          <a:ext cx="3606640" cy="100608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Creative attacker mindset → Pentesting or Red Team</a:t>
          </a:r>
        </a:p>
      </dsp:txBody>
      <dsp:txXfrm>
        <a:off x="568121" y="2321099"/>
        <a:ext cx="2624426" cy="947148"/>
      </dsp:txXfrm>
    </dsp:sp>
    <dsp:sp modelId="{E0C194F1-76EF-4177-9426-D2F226882EAA}">
      <dsp:nvSpPr>
        <dsp:cNvPr id="0" name=""/>
        <dsp:cNvSpPr/>
      </dsp:nvSpPr>
      <dsp:spPr>
        <a:xfrm>
          <a:off x="807981" y="3437448"/>
          <a:ext cx="3606640" cy="10060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Architecture &amp; systems thinking → Cloud or Security Engineering</a:t>
          </a:r>
        </a:p>
      </dsp:txBody>
      <dsp:txXfrm>
        <a:off x="837448" y="3466915"/>
        <a:ext cx="2624426" cy="947148"/>
      </dsp:txXfrm>
    </dsp:sp>
    <dsp:sp modelId="{3EF386C6-65D1-465F-BCAB-5FBFAFC4C289}">
      <dsp:nvSpPr>
        <dsp:cNvPr id="0" name=""/>
        <dsp:cNvSpPr/>
      </dsp:nvSpPr>
      <dsp:spPr>
        <a:xfrm>
          <a:off x="1077308" y="4583264"/>
          <a:ext cx="3606640" cy="100608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Interest in critical infrastructure → ICS / OT Security</a:t>
          </a:r>
        </a:p>
      </dsp:txBody>
      <dsp:txXfrm>
        <a:off x="1106775" y="4612731"/>
        <a:ext cx="2624426" cy="947148"/>
      </dsp:txXfrm>
    </dsp:sp>
    <dsp:sp modelId="{BDC811F1-E8D7-4C4C-9CFC-717C999EB524}">
      <dsp:nvSpPr>
        <dsp:cNvPr id="0" name=""/>
        <dsp:cNvSpPr/>
      </dsp:nvSpPr>
      <dsp:spPr>
        <a:xfrm>
          <a:off x="2952687" y="734999"/>
          <a:ext cx="653953" cy="6539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099826" y="734999"/>
        <a:ext cx="359675" cy="492100"/>
      </dsp:txXfrm>
    </dsp:sp>
    <dsp:sp modelId="{9BC18D9E-900D-4D61-96FF-A4D77A72E804}">
      <dsp:nvSpPr>
        <dsp:cNvPr id="0" name=""/>
        <dsp:cNvSpPr/>
      </dsp:nvSpPr>
      <dsp:spPr>
        <a:xfrm>
          <a:off x="3222014" y="1880815"/>
          <a:ext cx="653953" cy="65395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369153" y="1880815"/>
        <a:ext cx="359675" cy="492100"/>
      </dsp:txXfrm>
    </dsp:sp>
    <dsp:sp modelId="{21132EA1-AA58-4538-AC72-9D90E72B1A83}">
      <dsp:nvSpPr>
        <dsp:cNvPr id="0" name=""/>
        <dsp:cNvSpPr/>
      </dsp:nvSpPr>
      <dsp:spPr>
        <a:xfrm>
          <a:off x="3491341" y="3009863"/>
          <a:ext cx="653953" cy="65395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638480" y="3009863"/>
        <a:ext cx="359675" cy="492100"/>
      </dsp:txXfrm>
    </dsp:sp>
    <dsp:sp modelId="{FC3E8E20-E42A-4BAE-91B4-94DFFC5E265D}">
      <dsp:nvSpPr>
        <dsp:cNvPr id="0" name=""/>
        <dsp:cNvSpPr/>
      </dsp:nvSpPr>
      <dsp:spPr>
        <a:xfrm>
          <a:off x="3760668" y="4166858"/>
          <a:ext cx="653953" cy="65395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3907807" y="4166858"/>
        <a:ext cx="359675" cy="4921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4C368-2566-47BE-9C59-3A60501C04B6}">
      <dsp:nvSpPr>
        <dsp:cNvPr id="0" name=""/>
        <dsp:cNvSpPr/>
      </dsp:nvSpPr>
      <dsp:spPr>
        <a:xfrm>
          <a:off x="0" y="3844668"/>
          <a:ext cx="1971675" cy="50461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Monitor</a:t>
          </a:r>
        </a:p>
      </dsp:txBody>
      <dsp:txXfrm>
        <a:off x="0" y="3844668"/>
        <a:ext cx="1971675" cy="504610"/>
      </dsp:txXfrm>
    </dsp:sp>
    <dsp:sp modelId="{FDE1C612-64B2-4579-8B4F-8E2979CE3E58}">
      <dsp:nvSpPr>
        <dsp:cNvPr id="0" name=""/>
        <dsp:cNvSpPr/>
      </dsp:nvSpPr>
      <dsp:spPr>
        <a:xfrm>
          <a:off x="1971675" y="3844668"/>
          <a:ext cx="5915025" cy="50461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Monitor continuously</a:t>
          </a:r>
        </a:p>
      </dsp:txBody>
      <dsp:txXfrm>
        <a:off x="1971675" y="3844668"/>
        <a:ext cx="5915025" cy="504610"/>
      </dsp:txXfrm>
    </dsp:sp>
    <dsp:sp modelId="{EA01FE4D-8DD7-4B63-89D3-5876C210945C}">
      <dsp:nvSpPr>
        <dsp:cNvPr id="0" name=""/>
        <dsp:cNvSpPr/>
      </dsp:nvSpPr>
      <dsp:spPr>
        <a:xfrm rot="10800000">
          <a:off x="0" y="3076146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Apply</a:t>
          </a:r>
        </a:p>
      </dsp:txBody>
      <dsp:txXfrm rot="-10800000">
        <a:off x="0" y="3076146"/>
        <a:ext cx="1971675" cy="504459"/>
      </dsp:txXfrm>
    </dsp:sp>
    <dsp:sp modelId="{2C9356DF-F090-4B9C-8055-907D32D32D89}">
      <dsp:nvSpPr>
        <dsp:cNvPr id="0" name=""/>
        <dsp:cNvSpPr/>
      </dsp:nvSpPr>
      <dsp:spPr>
        <a:xfrm>
          <a:off x="1971675" y="3076146"/>
          <a:ext cx="5915025" cy="504459"/>
        </a:xfrm>
        <a:prstGeom prst="rect">
          <a:avLst/>
        </a:prstGeom>
        <a:solidFill>
          <a:schemeClr val="accent5">
            <a:tint val="40000"/>
            <a:alpha val="90000"/>
            <a:hueOff val="-2148096"/>
            <a:satOff val="9651"/>
            <a:lumOff val="663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148096"/>
              <a:satOff val="9651"/>
              <a:lumOff val="6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Apply mitigation or controls</a:t>
          </a:r>
        </a:p>
      </dsp:txBody>
      <dsp:txXfrm>
        <a:off x="1971675" y="3076146"/>
        <a:ext cx="5915025" cy="504459"/>
      </dsp:txXfrm>
    </dsp:sp>
    <dsp:sp modelId="{0D6BA418-E9DC-4B4F-ABD2-F0EBDDAD7D02}">
      <dsp:nvSpPr>
        <dsp:cNvPr id="0" name=""/>
        <dsp:cNvSpPr/>
      </dsp:nvSpPr>
      <dsp:spPr>
        <a:xfrm rot="10800000">
          <a:off x="0" y="2307624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Determine</a:t>
          </a:r>
        </a:p>
      </dsp:txBody>
      <dsp:txXfrm rot="-10800000">
        <a:off x="0" y="2307624"/>
        <a:ext cx="1971675" cy="504459"/>
      </dsp:txXfrm>
    </dsp:sp>
    <dsp:sp modelId="{DDCAC757-2E3E-465C-BAA0-953F6D6640F6}">
      <dsp:nvSpPr>
        <dsp:cNvPr id="0" name=""/>
        <dsp:cNvSpPr/>
      </dsp:nvSpPr>
      <dsp:spPr>
        <a:xfrm>
          <a:off x="1971675" y="2307624"/>
          <a:ext cx="5915025" cy="504459"/>
        </a:xfrm>
        <a:prstGeom prst="rect">
          <a:avLst/>
        </a:prstGeom>
        <a:solidFill>
          <a:schemeClr val="accent5">
            <a:tint val="40000"/>
            <a:alpha val="90000"/>
            <a:hueOff val="-4296193"/>
            <a:satOff val="19301"/>
            <a:lumOff val="132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4296193"/>
              <a:satOff val="19301"/>
              <a:lumOff val="132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Determine risk level</a:t>
          </a:r>
        </a:p>
      </dsp:txBody>
      <dsp:txXfrm>
        <a:off x="1971675" y="2307624"/>
        <a:ext cx="5915025" cy="504459"/>
      </dsp:txXfrm>
    </dsp:sp>
    <dsp:sp modelId="{23D0D5D9-0C8C-4D51-B6B9-969D44589995}">
      <dsp:nvSpPr>
        <dsp:cNvPr id="0" name=""/>
        <dsp:cNvSpPr/>
      </dsp:nvSpPr>
      <dsp:spPr>
        <a:xfrm rot="10800000">
          <a:off x="0" y="1539102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Assess</a:t>
          </a:r>
        </a:p>
      </dsp:txBody>
      <dsp:txXfrm rot="-10800000">
        <a:off x="0" y="1539102"/>
        <a:ext cx="1971675" cy="504459"/>
      </dsp:txXfrm>
    </dsp:sp>
    <dsp:sp modelId="{BB205328-3EF6-41FD-8E41-6B00AA76C533}">
      <dsp:nvSpPr>
        <dsp:cNvPr id="0" name=""/>
        <dsp:cNvSpPr/>
      </dsp:nvSpPr>
      <dsp:spPr>
        <a:xfrm>
          <a:off x="1971675" y="1539102"/>
          <a:ext cx="5915025" cy="504459"/>
        </a:xfrm>
        <a:prstGeom prst="rect">
          <a:avLst/>
        </a:prstGeom>
        <a:solidFill>
          <a:schemeClr val="accent5">
            <a:tint val="40000"/>
            <a:alpha val="90000"/>
            <a:hueOff val="-6444289"/>
            <a:satOff val="28952"/>
            <a:lumOff val="199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6444289"/>
              <a:satOff val="28952"/>
              <a:lumOff val="19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Assess likelihood and impact</a:t>
          </a:r>
        </a:p>
      </dsp:txBody>
      <dsp:txXfrm>
        <a:off x="1971675" y="1539102"/>
        <a:ext cx="5915025" cy="504459"/>
      </dsp:txXfrm>
    </dsp:sp>
    <dsp:sp modelId="{962A2B65-F506-42D9-8B9D-6D07C289EF6C}">
      <dsp:nvSpPr>
        <dsp:cNvPr id="0" name=""/>
        <dsp:cNvSpPr/>
      </dsp:nvSpPr>
      <dsp:spPr>
        <a:xfrm rot="10800000">
          <a:off x="0" y="770580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</a:t>
          </a:r>
        </a:p>
      </dsp:txBody>
      <dsp:txXfrm rot="-10800000">
        <a:off x="0" y="770580"/>
        <a:ext cx="1971675" cy="504459"/>
      </dsp:txXfrm>
    </dsp:sp>
    <dsp:sp modelId="{47912392-0992-40BC-B33C-816738E003C2}">
      <dsp:nvSpPr>
        <dsp:cNvPr id="0" name=""/>
        <dsp:cNvSpPr/>
      </dsp:nvSpPr>
      <dsp:spPr>
        <a:xfrm>
          <a:off x="1971675" y="770580"/>
          <a:ext cx="5915025" cy="504459"/>
        </a:xfrm>
        <a:prstGeom prst="rect">
          <a:avLst/>
        </a:prstGeom>
        <a:solidFill>
          <a:schemeClr val="accent5">
            <a:tint val="40000"/>
            <a:alpha val="90000"/>
            <a:hueOff val="-8592385"/>
            <a:satOff val="38602"/>
            <a:lumOff val="2654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8592385"/>
              <a:satOff val="38602"/>
              <a:lumOff val="265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Identify vulnerabilities</a:t>
          </a:r>
        </a:p>
      </dsp:txBody>
      <dsp:txXfrm>
        <a:off x="1971675" y="770580"/>
        <a:ext cx="5915025" cy="504459"/>
      </dsp:txXfrm>
    </dsp:sp>
    <dsp:sp modelId="{72E31033-5C81-4532-A348-1FDC7A3B09A6}">
      <dsp:nvSpPr>
        <dsp:cNvPr id="0" name=""/>
        <dsp:cNvSpPr/>
      </dsp:nvSpPr>
      <dsp:spPr>
        <a:xfrm rot="10800000">
          <a:off x="0" y="2058"/>
          <a:ext cx="1971675" cy="77609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226" tIns="120904" rIns="140226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</a:t>
          </a:r>
        </a:p>
      </dsp:txBody>
      <dsp:txXfrm rot="-10800000">
        <a:off x="0" y="2058"/>
        <a:ext cx="1971675" cy="504459"/>
      </dsp:txXfrm>
    </dsp:sp>
    <dsp:sp modelId="{A8F219CF-7B67-49E6-9A61-C2A1A897A3F7}">
      <dsp:nvSpPr>
        <dsp:cNvPr id="0" name=""/>
        <dsp:cNvSpPr/>
      </dsp:nvSpPr>
      <dsp:spPr>
        <a:xfrm>
          <a:off x="1971675" y="2058"/>
          <a:ext cx="5915025" cy="504459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9985" tIns="152400" rIns="119985" bIns="15240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Identify assets and threats</a:t>
          </a:r>
        </a:p>
      </dsp:txBody>
      <dsp:txXfrm>
        <a:off x="1971675" y="2058"/>
        <a:ext cx="5915025" cy="50445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152EE-456A-4BBC-8F9C-C6E47474A2BA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8B5CC0-66BB-45D4-8910-207D31E6D096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A0713-2E18-4075-A57D-1BBB55EBD3ED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Legal requirement for many industries</a:t>
          </a:r>
        </a:p>
      </dsp:txBody>
      <dsp:txXfrm>
        <a:off x="1059754" y="4307"/>
        <a:ext cx="3713413" cy="917536"/>
      </dsp:txXfrm>
    </dsp:sp>
    <dsp:sp modelId="{F0AD962C-6086-4E0E-88FA-7F335D38A5CA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947A89-5B74-4142-A5BB-2D2577716BF3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3BE9F-BDA1-471F-877E-20F551C8C32E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Protects customers and critical services</a:t>
          </a:r>
        </a:p>
      </dsp:txBody>
      <dsp:txXfrm>
        <a:off x="1059754" y="1151227"/>
        <a:ext cx="3713413" cy="917536"/>
      </dsp:txXfrm>
    </dsp:sp>
    <dsp:sp modelId="{CAF9CC4F-1FF7-4CED-A289-F24774A2A96F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257E02-3A73-4406-9DAE-FE2B1C8C1FBB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D9648-7A4E-41AA-B494-F20B4E0872C0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Reduces financial and reputational damage</a:t>
          </a:r>
        </a:p>
      </dsp:txBody>
      <dsp:txXfrm>
        <a:off x="1059754" y="2298147"/>
        <a:ext cx="3713413" cy="917536"/>
      </dsp:txXfrm>
    </dsp:sp>
    <dsp:sp modelId="{D7F428E0-F065-40F7-BCB7-3C453A933805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E3B7DE-120D-4A2A-A109-DCD904204F61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EEDF4-D2E5-4B96-BDE4-DD02855AE62D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Builds trust with stakeholders</a:t>
          </a:r>
        </a:p>
      </dsp:txBody>
      <dsp:txXfrm>
        <a:off x="1059754" y="3445068"/>
        <a:ext cx="3713413" cy="917536"/>
      </dsp:txXfrm>
    </dsp:sp>
    <dsp:sp modelId="{6078C517-160F-4EFE-A4CB-78DEB1D7E4F2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F683A6-2E92-4332-BF86-E020895D581A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910F9-CAEE-4358-A86B-E9D44A0B5468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Supports security maturity</a:t>
          </a:r>
        </a:p>
      </dsp:txBody>
      <dsp:txXfrm>
        <a:off x="1059754" y="4591988"/>
        <a:ext cx="3713413" cy="91753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528A4-22DB-4607-9C68-4A3D5C9DD434}">
      <dsp:nvSpPr>
        <dsp:cNvPr id="0" name=""/>
        <dsp:cNvSpPr/>
      </dsp:nvSpPr>
      <dsp:spPr>
        <a:xfrm>
          <a:off x="0" y="472575"/>
          <a:ext cx="5175384" cy="6955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NIST Cybersecurity Framework</a:t>
          </a:r>
        </a:p>
      </dsp:txBody>
      <dsp:txXfrm>
        <a:off x="33955" y="506530"/>
        <a:ext cx="5107474" cy="627655"/>
      </dsp:txXfrm>
    </dsp:sp>
    <dsp:sp modelId="{D98442D0-AC84-4680-A660-3BE6945CB05F}">
      <dsp:nvSpPr>
        <dsp:cNvPr id="0" name=""/>
        <dsp:cNvSpPr/>
      </dsp:nvSpPr>
      <dsp:spPr>
        <a:xfrm>
          <a:off x="0" y="1251660"/>
          <a:ext cx="5175384" cy="695565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ISO 27001 / ISO 27002</a:t>
          </a:r>
        </a:p>
      </dsp:txBody>
      <dsp:txXfrm>
        <a:off x="33955" y="1285615"/>
        <a:ext cx="5107474" cy="627655"/>
      </dsp:txXfrm>
    </dsp:sp>
    <dsp:sp modelId="{F179E8CB-88E2-4C7D-929B-DE1E6C143D35}">
      <dsp:nvSpPr>
        <dsp:cNvPr id="0" name=""/>
        <dsp:cNvSpPr/>
      </dsp:nvSpPr>
      <dsp:spPr>
        <a:xfrm>
          <a:off x="0" y="2030745"/>
          <a:ext cx="5175384" cy="695565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CIS Critical Security Controls</a:t>
          </a:r>
        </a:p>
      </dsp:txBody>
      <dsp:txXfrm>
        <a:off x="33955" y="2064700"/>
        <a:ext cx="5107474" cy="627655"/>
      </dsp:txXfrm>
    </dsp:sp>
    <dsp:sp modelId="{15AEB476-EF0B-4E0B-9902-73AD32C0A341}">
      <dsp:nvSpPr>
        <dsp:cNvPr id="0" name=""/>
        <dsp:cNvSpPr/>
      </dsp:nvSpPr>
      <dsp:spPr>
        <a:xfrm>
          <a:off x="0" y="2809830"/>
          <a:ext cx="5175384" cy="695565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IEC 62443 for industrial systems</a:t>
          </a:r>
        </a:p>
      </dsp:txBody>
      <dsp:txXfrm>
        <a:off x="33955" y="2843785"/>
        <a:ext cx="5107474" cy="627655"/>
      </dsp:txXfrm>
    </dsp:sp>
    <dsp:sp modelId="{243528DA-DBC6-4249-A7AE-A77233E3296C}">
      <dsp:nvSpPr>
        <dsp:cNvPr id="0" name=""/>
        <dsp:cNvSpPr/>
      </dsp:nvSpPr>
      <dsp:spPr>
        <a:xfrm>
          <a:off x="0" y="3588915"/>
          <a:ext cx="5175384" cy="695565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PCI DSS for payment systems</a:t>
          </a:r>
        </a:p>
      </dsp:txBody>
      <dsp:txXfrm>
        <a:off x="33955" y="3622870"/>
        <a:ext cx="5107474" cy="627655"/>
      </dsp:txXfrm>
    </dsp:sp>
    <dsp:sp modelId="{C10343D3-DB82-40F6-9CC4-1559EBE65670}">
      <dsp:nvSpPr>
        <dsp:cNvPr id="0" name=""/>
        <dsp:cNvSpPr/>
      </dsp:nvSpPr>
      <dsp:spPr>
        <a:xfrm>
          <a:off x="0" y="4368000"/>
          <a:ext cx="5175384" cy="69556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HIPAA for healthcare data</a:t>
          </a:r>
        </a:p>
      </dsp:txBody>
      <dsp:txXfrm>
        <a:off x="33955" y="4401955"/>
        <a:ext cx="5107474" cy="62765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347DF-CEB3-406B-B279-E2CDFB1456F2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24DE1-ECDE-4F0E-B75D-822B053B0890}">
      <dsp:nvSpPr>
        <dsp:cNvPr id="0" name=""/>
        <dsp:cNvSpPr/>
      </dsp:nvSpPr>
      <dsp:spPr>
        <a:xfrm>
          <a:off x="0" y="0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Governance – policies, strategy, and security leadership</a:t>
          </a:r>
        </a:p>
      </dsp:txBody>
      <dsp:txXfrm>
        <a:off x="0" y="0"/>
        <a:ext cx="4718785" cy="1382683"/>
      </dsp:txXfrm>
    </dsp:sp>
    <dsp:sp modelId="{8C8D7C6F-8E9A-446A-B423-F0466B96233A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88E14-D6F5-475F-B129-5F9B1DF574D1}">
      <dsp:nvSpPr>
        <dsp:cNvPr id="0" name=""/>
        <dsp:cNvSpPr/>
      </dsp:nvSpPr>
      <dsp:spPr>
        <a:xfrm>
          <a:off x="0" y="1382683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Risk – identifying and managing threats to business operations</a:t>
          </a:r>
        </a:p>
      </dsp:txBody>
      <dsp:txXfrm>
        <a:off x="0" y="1382683"/>
        <a:ext cx="4718785" cy="1382683"/>
      </dsp:txXfrm>
    </dsp:sp>
    <dsp:sp modelId="{65554A21-4614-45A1-B82B-0C18AF8FB7C5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731A2-F069-40FD-A99E-F80AA5BF0ACE}">
      <dsp:nvSpPr>
        <dsp:cNvPr id="0" name=""/>
        <dsp:cNvSpPr/>
      </dsp:nvSpPr>
      <dsp:spPr>
        <a:xfrm>
          <a:off x="0" y="2765367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Compliance – meeting legal and regulatory requirements</a:t>
          </a:r>
        </a:p>
      </dsp:txBody>
      <dsp:txXfrm>
        <a:off x="0" y="2765367"/>
        <a:ext cx="4718785" cy="1382683"/>
      </dsp:txXfrm>
    </dsp:sp>
    <dsp:sp modelId="{98A9FC04-CC52-4E36-9A2D-D083D2AA50B9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61B84-76C8-4E40-8DD8-DA0C79623D5F}">
      <dsp:nvSpPr>
        <dsp:cNvPr id="0" name=""/>
        <dsp:cNvSpPr/>
      </dsp:nvSpPr>
      <dsp:spPr>
        <a:xfrm>
          <a:off x="0" y="4148051"/>
          <a:ext cx="4718785" cy="1382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Aligns cybersecurity with business goals</a:t>
          </a:r>
        </a:p>
      </dsp:txBody>
      <dsp:txXfrm>
        <a:off x="0" y="4148051"/>
        <a:ext cx="4718785" cy="1382683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25FF6-0F25-42FF-93A4-9285557039C8}">
      <dsp:nvSpPr>
        <dsp:cNvPr id="0" name=""/>
        <dsp:cNvSpPr/>
      </dsp:nvSpPr>
      <dsp:spPr>
        <a:xfrm>
          <a:off x="1577340" y="1716"/>
          <a:ext cx="6309360" cy="75294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Start with networking and operating systems</a:t>
          </a:r>
        </a:p>
      </dsp:txBody>
      <dsp:txXfrm>
        <a:off x="1577340" y="1716"/>
        <a:ext cx="6309360" cy="752947"/>
      </dsp:txXfrm>
    </dsp:sp>
    <dsp:sp modelId="{2FA7765D-5FB7-40F0-9ED5-1D85EC159963}">
      <dsp:nvSpPr>
        <dsp:cNvPr id="0" name=""/>
        <dsp:cNvSpPr/>
      </dsp:nvSpPr>
      <dsp:spPr>
        <a:xfrm>
          <a:off x="0" y="1716"/>
          <a:ext cx="1577340" cy="7529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Start</a:t>
          </a:r>
        </a:p>
      </dsp:txBody>
      <dsp:txXfrm>
        <a:off x="0" y="1716"/>
        <a:ext cx="1577340" cy="752947"/>
      </dsp:txXfrm>
    </dsp:sp>
    <dsp:sp modelId="{9CAF79A5-63A8-4A67-9255-65CE6E894B22}">
      <dsp:nvSpPr>
        <dsp:cNvPr id="0" name=""/>
        <dsp:cNvSpPr/>
      </dsp:nvSpPr>
      <dsp:spPr>
        <a:xfrm>
          <a:off x="1577340" y="799840"/>
          <a:ext cx="6309360" cy="752947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Learn security tools hands-on</a:t>
          </a:r>
        </a:p>
      </dsp:txBody>
      <dsp:txXfrm>
        <a:off x="1577340" y="799840"/>
        <a:ext cx="6309360" cy="752947"/>
      </dsp:txXfrm>
    </dsp:sp>
    <dsp:sp modelId="{CCB118AE-1D83-4A16-AB24-6633D415329E}">
      <dsp:nvSpPr>
        <dsp:cNvPr id="0" name=""/>
        <dsp:cNvSpPr/>
      </dsp:nvSpPr>
      <dsp:spPr>
        <a:xfrm>
          <a:off x="0" y="799840"/>
          <a:ext cx="1577340" cy="752947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Learn</a:t>
          </a:r>
        </a:p>
      </dsp:txBody>
      <dsp:txXfrm>
        <a:off x="0" y="799840"/>
        <a:ext cx="1577340" cy="752947"/>
      </dsp:txXfrm>
    </dsp:sp>
    <dsp:sp modelId="{3C7AEA2C-3B88-42E3-9EC3-1E2423CA5256}">
      <dsp:nvSpPr>
        <dsp:cNvPr id="0" name=""/>
        <dsp:cNvSpPr/>
      </dsp:nvSpPr>
      <dsp:spPr>
        <a:xfrm>
          <a:off x="1577340" y="1597964"/>
          <a:ext cx="6309360" cy="752947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Choose a specialization</a:t>
          </a:r>
        </a:p>
      </dsp:txBody>
      <dsp:txXfrm>
        <a:off x="1577340" y="1597964"/>
        <a:ext cx="6309360" cy="752947"/>
      </dsp:txXfrm>
    </dsp:sp>
    <dsp:sp modelId="{A10A1FEA-246C-4E18-AECE-40F9857FE546}">
      <dsp:nvSpPr>
        <dsp:cNvPr id="0" name=""/>
        <dsp:cNvSpPr/>
      </dsp:nvSpPr>
      <dsp:spPr>
        <a:xfrm>
          <a:off x="0" y="1597964"/>
          <a:ext cx="1577340" cy="752947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Choose</a:t>
          </a:r>
        </a:p>
      </dsp:txBody>
      <dsp:txXfrm>
        <a:off x="0" y="1597964"/>
        <a:ext cx="1577340" cy="752947"/>
      </dsp:txXfrm>
    </dsp:sp>
    <dsp:sp modelId="{3716639B-7094-4037-B44A-C6AC4FEDC95E}">
      <dsp:nvSpPr>
        <dsp:cNvPr id="0" name=""/>
        <dsp:cNvSpPr/>
      </dsp:nvSpPr>
      <dsp:spPr>
        <a:xfrm>
          <a:off x="1577340" y="2396088"/>
          <a:ext cx="6309360" cy="752947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Build projects and portfolio</a:t>
          </a:r>
        </a:p>
      </dsp:txBody>
      <dsp:txXfrm>
        <a:off x="1577340" y="2396088"/>
        <a:ext cx="6309360" cy="752947"/>
      </dsp:txXfrm>
    </dsp:sp>
    <dsp:sp modelId="{DC21F2BE-7914-4DA4-8FE2-526786AD87BF}">
      <dsp:nvSpPr>
        <dsp:cNvPr id="0" name=""/>
        <dsp:cNvSpPr/>
      </dsp:nvSpPr>
      <dsp:spPr>
        <a:xfrm>
          <a:off x="0" y="2396088"/>
          <a:ext cx="1577340" cy="752947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Build</a:t>
          </a:r>
        </a:p>
      </dsp:txBody>
      <dsp:txXfrm>
        <a:off x="0" y="2396088"/>
        <a:ext cx="1577340" cy="752947"/>
      </dsp:txXfrm>
    </dsp:sp>
    <dsp:sp modelId="{66996EA6-071A-4A06-89F5-0C0BC3745177}">
      <dsp:nvSpPr>
        <dsp:cNvPr id="0" name=""/>
        <dsp:cNvSpPr/>
      </dsp:nvSpPr>
      <dsp:spPr>
        <a:xfrm>
          <a:off x="1577340" y="3194212"/>
          <a:ext cx="6309360" cy="752947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191249" rIns="122419" bIns="191249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Engage in community and mentorship</a:t>
          </a:r>
        </a:p>
      </dsp:txBody>
      <dsp:txXfrm>
        <a:off x="1577340" y="3194212"/>
        <a:ext cx="6309360" cy="752947"/>
      </dsp:txXfrm>
    </dsp:sp>
    <dsp:sp modelId="{1CCC4EC8-B1E0-43C0-B190-5D27277D92FE}">
      <dsp:nvSpPr>
        <dsp:cNvPr id="0" name=""/>
        <dsp:cNvSpPr/>
      </dsp:nvSpPr>
      <dsp:spPr>
        <a:xfrm>
          <a:off x="0" y="3194212"/>
          <a:ext cx="1577340" cy="752947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68" tIns="74374" rIns="83468" bIns="74374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Engage in</a:t>
          </a:r>
        </a:p>
      </dsp:txBody>
      <dsp:txXfrm>
        <a:off x="0" y="3194212"/>
        <a:ext cx="1577340" cy="75294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D12BA-FB56-4287-ADA2-8BE1974C02A0}">
      <dsp:nvSpPr>
        <dsp:cNvPr id="0" name=""/>
        <dsp:cNvSpPr/>
      </dsp:nvSpPr>
      <dsp:spPr>
        <a:xfrm>
          <a:off x="6659" y="789775"/>
          <a:ext cx="1606192" cy="481857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496" tIns="59496" rIns="59496" bIns="594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</a:t>
          </a:r>
        </a:p>
      </dsp:txBody>
      <dsp:txXfrm>
        <a:off x="151216" y="789775"/>
        <a:ext cx="1317078" cy="481857"/>
      </dsp:txXfrm>
    </dsp:sp>
    <dsp:sp modelId="{15EB7DEA-B967-4349-8541-D130DCEC5F84}">
      <dsp:nvSpPr>
        <dsp:cNvPr id="0" name=""/>
        <dsp:cNvSpPr/>
      </dsp:nvSpPr>
      <dsp:spPr>
        <a:xfrm>
          <a:off x="6659" y="1271632"/>
          <a:ext cx="1461634" cy="188746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02" tIns="115502" rIns="115502" bIns="231003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Understand your strengths and interests</a:t>
          </a:r>
        </a:p>
      </dsp:txBody>
      <dsp:txXfrm>
        <a:off x="6659" y="1271632"/>
        <a:ext cx="1461634" cy="1887467"/>
      </dsp:txXfrm>
    </dsp:sp>
    <dsp:sp modelId="{A357BD84-E507-439B-BDB3-32BBE727C582}">
      <dsp:nvSpPr>
        <dsp:cNvPr id="0" name=""/>
        <dsp:cNvSpPr/>
      </dsp:nvSpPr>
      <dsp:spPr>
        <a:xfrm>
          <a:off x="1573456" y="789775"/>
          <a:ext cx="1606192" cy="481857"/>
        </a:xfrm>
        <a:prstGeom prst="chevron">
          <a:avLst>
            <a:gd name="adj" fmla="val 3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496" tIns="59496" rIns="59496" bIns="594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Explore</a:t>
          </a:r>
        </a:p>
      </dsp:txBody>
      <dsp:txXfrm>
        <a:off x="1718013" y="789775"/>
        <a:ext cx="1317078" cy="481857"/>
      </dsp:txXfrm>
    </dsp:sp>
    <dsp:sp modelId="{43728275-23F9-487A-9B5A-98B0C4C51C9F}">
      <dsp:nvSpPr>
        <dsp:cNvPr id="0" name=""/>
        <dsp:cNvSpPr/>
      </dsp:nvSpPr>
      <dsp:spPr>
        <a:xfrm>
          <a:off x="1573456" y="1271632"/>
          <a:ext cx="1461634" cy="1887467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02" tIns="115502" rIns="115502" bIns="231003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Explore different domains hands-on</a:t>
          </a:r>
        </a:p>
      </dsp:txBody>
      <dsp:txXfrm>
        <a:off x="1573456" y="1271632"/>
        <a:ext cx="1461634" cy="1887467"/>
      </dsp:txXfrm>
    </dsp:sp>
    <dsp:sp modelId="{B694AC63-9CCF-4680-9436-55AE7EBDE18F}">
      <dsp:nvSpPr>
        <dsp:cNvPr id="0" name=""/>
        <dsp:cNvSpPr/>
      </dsp:nvSpPr>
      <dsp:spPr>
        <a:xfrm>
          <a:off x="3140253" y="789775"/>
          <a:ext cx="1606192" cy="481857"/>
        </a:xfrm>
        <a:prstGeom prst="chevron">
          <a:avLst>
            <a:gd name="adj" fmla="val 3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496" tIns="59496" rIns="59496" bIns="594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</a:t>
          </a:r>
        </a:p>
      </dsp:txBody>
      <dsp:txXfrm>
        <a:off x="3284810" y="789775"/>
        <a:ext cx="1317078" cy="481857"/>
      </dsp:txXfrm>
    </dsp:sp>
    <dsp:sp modelId="{57F69F92-0D08-4DFC-B840-7A73B278DB9A}">
      <dsp:nvSpPr>
        <dsp:cNvPr id="0" name=""/>
        <dsp:cNvSpPr/>
      </dsp:nvSpPr>
      <dsp:spPr>
        <a:xfrm>
          <a:off x="3140253" y="1271632"/>
          <a:ext cx="1461634" cy="1887467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02" tIns="115502" rIns="115502" bIns="231003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Build fundamentals first</a:t>
          </a:r>
        </a:p>
      </dsp:txBody>
      <dsp:txXfrm>
        <a:off x="3140253" y="1271632"/>
        <a:ext cx="1461634" cy="1887467"/>
      </dsp:txXfrm>
    </dsp:sp>
    <dsp:sp modelId="{FFBAFF36-C8A4-4628-803A-66ACB9DCB3C2}">
      <dsp:nvSpPr>
        <dsp:cNvPr id="0" name=""/>
        <dsp:cNvSpPr/>
      </dsp:nvSpPr>
      <dsp:spPr>
        <a:xfrm>
          <a:off x="4707051" y="789775"/>
          <a:ext cx="1606192" cy="481857"/>
        </a:xfrm>
        <a:prstGeom prst="chevron">
          <a:avLst>
            <a:gd name="adj" fmla="val 3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496" tIns="59496" rIns="59496" bIns="594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Choose</a:t>
          </a:r>
        </a:p>
      </dsp:txBody>
      <dsp:txXfrm>
        <a:off x="4851608" y="789775"/>
        <a:ext cx="1317078" cy="481857"/>
      </dsp:txXfrm>
    </dsp:sp>
    <dsp:sp modelId="{354FAF68-D577-4770-A90B-F355AF670EA5}">
      <dsp:nvSpPr>
        <dsp:cNvPr id="0" name=""/>
        <dsp:cNvSpPr/>
      </dsp:nvSpPr>
      <dsp:spPr>
        <a:xfrm>
          <a:off x="4707051" y="1271632"/>
          <a:ext cx="1461634" cy="1887467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02" tIns="115502" rIns="115502" bIns="231003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Choose specialization after exposure</a:t>
          </a:r>
        </a:p>
      </dsp:txBody>
      <dsp:txXfrm>
        <a:off x="4707051" y="1271632"/>
        <a:ext cx="1461634" cy="1887467"/>
      </dsp:txXfrm>
    </dsp:sp>
    <dsp:sp modelId="{05962055-FF9C-4EE7-8E12-FBFDA0039087}">
      <dsp:nvSpPr>
        <dsp:cNvPr id="0" name=""/>
        <dsp:cNvSpPr/>
      </dsp:nvSpPr>
      <dsp:spPr>
        <a:xfrm>
          <a:off x="6273848" y="789775"/>
          <a:ext cx="1606192" cy="481857"/>
        </a:xfrm>
        <a:prstGeom prst="chevron">
          <a:avLst>
            <a:gd name="adj" fmla="val 3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496" tIns="59496" rIns="59496" bIns="5949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Keep</a:t>
          </a:r>
        </a:p>
      </dsp:txBody>
      <dsp:txXfrm>
        <a:off x="6418405" y="789775"/>
        <a:ext cx="1317078" cy="481857"/>
      </dsp:txXfrm>
    </dsp:sp>
    <dsp:sp modelId="{255C52AF-A07D-4617-B893-ABEA55E49528}">
      <dsp:nvSpPr>
        <dsp:cNvPr id="0" name=""/>
        <dsp:cNvSpPr/>
      </dsp:nvSpPr>
      <dsp:spPr>
        <a:xfrm>
          <a:off x="6273848" y="1271632"/>
          <a:ext cx="1461634" cy="1887467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502" tIns="115502" rIns="115502" bIns="231003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Keep learning continuously</a:t>
          </a:r>
        </a:p>
      </dsp:txBody>
      <dsp:txXfrm>
        <a:off x="6273848" y="1271632"/>
        <a:ext cx="1461634" cy="188746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E5911B-8D00-4BDF-92D5-6F1D177429EF}">
      <dsp:nvSpPr>
        <dsp:cNvPr id="0" name=""/>
        <dsp:cNvSpPr/>
      </dsp:nvSpPr>
      <dsp:spPr>
        <a:xfrm>
          <a:off x="0" y="1105815"/>
          <a:ext cx="5175384" cy="50368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TryHackMe – guided learning paths</a:t>
          </a:r>
        </a:p>
      </dsp:txBody>
      <dsp:txXfrm>
        <a:off x="24588" y="1130403"/>
        <a:ext cx="5126208" cy="454509"/>
      </dsp:txXfrm>
    </dsp:sp>
    <dsp:sp modelId="{B3965F09-7AB8-4D93-933A-064F3F195229}">
      <dsp:nvSpPr>
        <dsp:cNvPr id="0" name=""/>
        <dsp:cNvSpPr/>
      </dsp:nvSpPr>
      <dsp:spPr>
        <a:xfrm>
          <a:off x="0" y="1669980"/>
          <a:ext cx="5175384" cy="503685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Hack The Box – real-world labs</a:t>
          </a:r>
        </a:p>
      </dsp:txBody>
      <dsp:txXfrm>
        <a:off x="24588" y="1694568"/>
        <a:ext cx="5126208" cy="454509"/>
      </dsp:txXfrm>
    </dsp:sp>
    <dsp:sp modelId="{421F2012-4179-4F42-B08A-00B11E9DD3E5}">
      <dsp:nvSpPr>
        <dsp:cNvPr id="0" name=""/>
        <dsp:cNvSpPr/>
      </dsp:nvSpPr>
      <dsp:spPr>
        <a:xfrm>
          <a:off x="0" y="2234145"/>
          <a:ext cx="5175384" cy="503685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SANS Institute – professional training</a:t>
          </a:r>
        </a:p>
      </dsp:txBody>
      <dsp:txXfrm>
        <a:off x="24588" y="2258733"/>
        <a:ext cx="5126208" cy="454509"/>
      </dsp:txXfrm>
    </dsp:sp>
    <dsp:sp modelId="{0D29B09E-80FC-4A53-A916-07A233EF2E08}">
      <dsp:nvSpPr>
        <dsp:cNvPr id="0" name=""/>
        <dsp:cNvSpPr/>
      </dsp:nvSpPr>
      <dsp:spPr>
        <a:xfrm>
          <a:off x="0" y="2798310"/>
          <a:ext cx="5175384" cy="503685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FEMA ICS &amp; emergency management training</a:t>
          </a:r>
        </a:p>
      </dsp:txBody>
      <dsp:txXfrm>
        <a:off x="24588" y="2822898"/>
        <a:ext cx="5126208" cy="454509"/>
      </dsp:txXfrm>
    </dsp:sp>
    <dsp:sp modelId="{B5286799-A33A-480C-AFAE-53121218B2A8}">
      <dsp:nvSpPr>
        <dsp:cNvPr id="0" name=""/>
        <dsp:cNvSpPr/>
      </dsp:nvSpPr>
      <dsp:spPr>
        <a:xfrm>
          <a:off x="0" y="3362475"/>
          <a:ext cx="5175384" cy="503685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Forage virtual internships</a:t>
          </a:r>
        </a:p>
      </dsp:txBody>
      <dsp:txXfrm>
        <a:off x="24588" y="3387063"/>
        <a:ext cx="5126208" cy="454509"/>
      </dsp:txXfrm>
    </dsp:sp>
    <dsp:sp modelId="{D7B65C5A-5B8E-42C6-916B-426BE2B80B8E}">
      <dsp:nvSpPr>
        <dsp:cNvPr id="0" name=""/>
        <dsp:cNvSpPr/>
      </dsp:nvSpPr>
      <dsp:spPr>
        <a:xfrm>
          <a:off x="0" y="3926640"/>
          <a:ext cx="5175384" cy="50368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Cyber ranges and simulation environments</a:t>
          </a:r>
        </a:p>
      </dsp:txBody>
      <dsp:txXfrm>
        <a:off x="24588" y="3951228"/>
        <a:ext cx="5126208" cy="454509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C1B3F5-C6FB-429B-A224-3F16155CF125}">
      <dsp:nvSpPr>
        <dsp:cNvPr id="0" name=""/>
        <dsp:cNvSpPr/>
      </dsp:nvSpPr>
      <dsp:spPr>
        <a:xfrm>
          <a:off x="788670" y="2762"/>
          <a:ext cx="1971674" cy="1183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CompTIA Security+</a:t>
          </a:r>
        </a:p>
      </dsp:txBody>
      <dsp:txXfrm>
        <a:off x="788670" y="2762"/>
        <a:ext cx="1971674" cy="1183005"/>
      </dsp:txXfrm>
    </dsp:sp>
    <dsp:sp modelId="{E645A666-6260-4CFB-9DD0-E20775F160C2}">
      <dsp:nvSpPr>
        <dsp:cNvPr id="0" name=""/>
        <dsp:cNvSpPr/>
      </dsp:nvSpPr>
      <dsp:spPr>
        <a:xfrm>
          <a:off x="2957512" y="2762"/>
          <a:ext cx="1971674" cy="11830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CISSP</a:t>
          </a:r>
        </a:p>
      </dsp:txBody>
      <dsp:txXfrm>
        <a:off x="2957512" y="2762"/>
        <a:ext cx="1971674" cy="1183005"/>
      </dsp:txXfrm>
    </dsp:sp>
    <dsp:sp modelId="{BFFF5C4A-8DC4-468A-90EA-45A5FB4E8222}">
      <dsp:nvSpPr>
        <dsp:cNvPr id="0" name=""/>
        <dsp:cNvSpPr/>
      </dsp:nvSpPr>
      <dsp:spPr>
        <a:xfrm>
          <a:off x="5126355" y="2762"/>
          <a:ext cx="1971674" cy="11830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CISA / CRISC</a:t>
          </a:r>
        </a:p>
      </dsp:txBody>
      <dsp:txXfrm>
        <a:off x="5126355" y="2762"/>
        <a:ext cx="1971674" cy="1183005"/>
      </dsp:txXfrm>
    </dsp:sp>
    <dsp:sp modelId="{3AF5ADE8-FC6C-43A6-A89C-77EECAC58934}">
      <dsp:nvSpPr>
        <dsp:cNvPr id="0" name=""/>
        <dsp:cNvSpPr/>
      </dsp:nvSpPr>
      <dsp:spPr>
        <a:xfrm>
          <a:off x="788670" y="1382935"/>
          <a:ext cx="1971674" cy="11830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OSCP</a:t>
          </a:r>
        </a:p>
      </dsp:txBody>
      <dsp:txXfrm>
        <a:off x="788670" y="1382935"/>
        <a:ext cx="1971674" cy="1183005"/>
      </dsp:txXfrm>
    </dsp:sp>
    <dsp:sp modelId="{5E6ADCC5-D59E-4549-9FA4-60A883C8DAC2}">
      <dsp:nvSpPr>
        <dsp:cNvPr id="0" name=""/>
        <dsp:cNvSpPr/>
      </dsp:nvSpPr>
      <dsp:spPr>
        <a:xfrm>
          <a:off x="2957512" y="1382935"/>
          <a:ext cx="1971674" cy="118300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eJPT</a:t>
          </a:r>
        </a:p>
      </dsp:txBody>
      <dsp:txXfrm>
        <a:off x="2957512" y="1382935"/>
        <a:ext cx="1971674" cy="1183005"/>
      </dsp:txXfrm>
    </dsp:sp>
    <dsp:sp modelId="{264CBA5E-9942-44FE-8D6C-219B96C56566}">
      <dsp:nvSpPr>
        <dsp:cNvPr id="0" name=""/>
        <dsp:cNvSpPr/>
      </dsp:nvSpPr>
      <dsp:spPr>
        <a:xfrm>
          <a:off x="5126355" y="1382935"/>
          <a:ext cx="1971674" cy="1183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ISC2 CC</a:t>
          </a:r>
        </a:p>
      </dsp:txBody>
      <dsp:txXfrm>
        <a:off x="5126355" y="1382935"/>
        <a:ext cx="1971674" cy="1183005"/>
      </dsp:txXfrm>
    </dsp:sp>
    <dsp:sp modelId="{84B9F229-FD8C-4F7F-8FF6-62236A7C4CB4}">
      <dsp:nvSpPr>
        <dsp:cNvPr id="0" name=""/>
        <dsp:cNvSpPr/>
      </dsp:nvSpPr>
      <dsp:spPr>
        <a:xfrm>
          <a:off x="1873091" y="2763108"/>
          <a:ext cx="1971674" cy="11830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SANS GIAC certifications</a:t>
          </a:r>
        </a:p>
      </dsp:txBody>
      <dsp:txXfrm>
        <a:off x="1873091" y="2763108"/>
        <a:ext cx="1971674" cy="1183005"/>
      </dsp:txXfrm>
    </dsp:sp>
    <dsp:sp modelId="{1B93EB35-55DE-4FAE-AD44-FB7C426E81E8}">
      <dsp:nvSpPr>
        <dsp:cNvPr id="0" name=""/>
        <dsp:cNvSpPr/>
      </dsp:nvSpPr>
      <dsp:spPr>
        <a:xfrm>
          <a:off x="4041933" y="2763108"/>
          <a:ext cx="1971674" cy="11830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Cloud security certifications</a:t>
          </a:r>
        </a:p>
      </dsp:txBody>
      <dsp:txXfrm>
        <a:off x="4041933" y="2763108"/>
        <a:ext cx="1971674" cy="118300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F8300D-B040-4A34-AF39-98B8D9AB979B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CFDC21-96BB-47CF-826D-A6A6BAA9BBA0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391E9-CC07-4630-9CC7-0126131D3493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Learn latest threats and technologies</a:t>
          </a:r>
        </a:p>
      </dsp:txBody>
      <dsp:txXfrm>
        <a:off x="1059754" y="4307"/>
        <a:ext cx="3713413" cy="917536"/>
      </dsp:txXfrm>
    </dsp:sp>
    <dsp:sp modelId="{7AD739D7-5D30-48EC-9538-0D79E466E666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50808-C2B2-4EC7-BF30-D9C200666D5F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056B8-652F-44C9-B481-7EB48C030101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Network with professionals</a:t>
          </a:r>
        </a:p>
      </dsp:txBody>
      <dsp:txXfrm>
        <a:off x="1059754" y="1151227"/>
        <a:ext cx="3713413" cy="917536"/>
      </dsp:txXfrm>
    </dsp:sp>
    <dsp:sp modelId="{88918CEB-5FBA-4F4F-83B1-D8D486B3AA92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2DED9-519E-4042-84EE-308D13E3A227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0C5A1-78E3-428F-87E4-B8F69383A1F4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Discover career opportunities</a:t>
          </a:r>
        </a:p>
      </dsp:txBody>
      <dsp:txXfrm>
        <a:off x="1059754" y="2298147"/>
        <a:ext cx="3713413" cy="917536"/>
      </dsp:txXfrm>
    </dsp:sp>
    <dsp:sp modelId="{B0D89051-F5E6-4501-930E-36CB822914FA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5CCBA-9A0D-4192-B609-2520DA9253DE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CEC64-5EFA-4178-9B0E-C4190CAB5896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Participate in workshops and labs</a:t>
          </a:r>
        </a:p>
      </dsp:txBody>
      <dsp:txXfrm>
        <a:off x="1059754" y="3445068"/>
        <a:ext cx="3713413" cy="917536"/>
      </dsp:txXfrm>
    </dsp:sp>
    <dsp:sp modelId="{2A1043B1-086C-4B04-AEDB-69591E4446F0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27309-F6FC-4347-BF69-E2743E30A0A9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E486E-CF46-484D-BBC3-3E034410FCA9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Gain exposure to real-world case studies</a:t>
          </a:r>
        </a:p>
      </dsp:txBody>
      <dsp:txXfrm>
        <a:off x="1059754" y="4591988"/>
        <a:ext cx="3713413" cy="91753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F6EEFD-FD39-4CDD-AE14-F272B165C38D}">
      <dsp:nvSpPr>
        <dsp:cNvPr id="0" name=""/>
        <dsp:cNvSpPr/>
      </dsp:nvSpPr>
      <dsp:spPr>
        <a:xfrm>
          <a:off x="0" y="76800"/>
          <a:ext cx="5175384" cy="81549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WiCyS Conference</a:t>
          </a:r>
        </a:p>
      </dsp:txBody>
      <dsp:txXfrm>
        <a:off x="39809" y="116609"/>
        <a:ext cx="5095766" cy="735872"/>
      </dsp:txXfrm>
    </dsp:sp>
    <dsp:sp modelId="{D74213E2-5343-49E2-AEA6-DA3048AD9D6C}">
      <dsp:nvSpPr>
        <dsp:cNvPr id="0" name=""/>
        <dsp:cNvSpPr/>
      </dsp:nvSpPr>
      <dsp:spPr>
        <a:xfrm>
          <a:off x="0" y="990210"/>
          <a:ext cx="5175384" cy="815490"/>
        </a:xfrm>
        <a:prstGeom prst="round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Black Hat</a:t>
          </a:r>
        </a:p>
      </dsp:txBody>
      <dsp:txXfrm>
        <a:off x="39809" y="1030019"/>
        <a:ext cx="5095766" cy="735872"/>
      </dsp:txXfrm>
    </dsp:sp>
    <dsp:sp modelId="{BD753E0F-EA4B-4666-9AC5-C8D5DE225D35}">
      <dsp:nvSpPr>
        <dsp:cNvPr id="0" name=""/>
        <dsp:cNvSpPr/>
      </dsp:nvSpPr>
      <dsp:spPr>
        <a:xfrm>
          <a:off x="0" y="1903620"/>
          <a:ext cx="5175384" cy="815490"/>
        </a:xfrm>
        <a:prstGeom prst="round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DEF CON</a:t>
          </a:r>
        </a:p>
      </dsp:txBody>
      <dsp:txXfrm>
        <a:off x="39809" y="1943429"/>
        <a:ext cx="5095766" cy="735872"/>
      </dsp:txXfrm>
    </dsp:sp>
    <dsp:sp modelId="{ED3449F6-0528-4894-87A6-9A33B351A425}">
      <dsp:nvSpPr>
        <dsp:cNvPr id="0" name=""/>
        <dsp:cNvSpPr/>
      </dsp:nvSpPr>
      <dsp:spPr>
        <a:xfrm>
          <a:off x="0" y="2817030"/>
          <a:ext cx="5175384" cy="815490"/>
        </a:xfrm>
        <a:prstGeom prst="round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RSA Conference</a:t>
          </a:r>
        </a:p>
      </dsp:txBody>
      <dsp:txXfrm>
        <a:off x="39809" y="2856839"/>
        <a:ext cx="5095766" cy="735872"/>
      </dsp:txXfrm>
    </dsp:sp>
    <dsp:sp modelId="{06A25C32-116A-4BAF-B0A4-2F2C9A8FA291}">
      <dsp:nvSpPr>
        <dsp:cNvPr id="0" name=""/>
        <dsp:cNvSpPr/>
      </dsp:nvSpPr>
      <dsp:spPr>
        <a:xfrm>
          <a:off x="0" y="3730440"/>
          <a:ext cx="5175384" cy="815490"/>
        </a:xfrm>
        <a:prstGeom prst="round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SANS Summits</a:t>
          </a:r>
        </a:p>
      </dsp:txBody>
      <dsp:txXfrm>
        <a:off x="39809" y="3770249"/>
        <a:ext cx="5095766" cy="735872"/>
      </dsp:txXfrm>
    </dsp:sp>
    <dsp:sp modelId="{20670CB3-6883-4905-AADF-023B10658CB3}">
      <dsp:nvSpPr>
        <dsp:cNvPr id="0" name=""/>
        <dsp:cNvSpPr/>
      </dsp:nvSpPr>
      <dsp:spPr>
        <a:xfrm>
          <a:off x="0" y="4643850"/>
          <a:ext cx="5175384" cy="81549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ICS Security Conferences</a:t>
          </a:r>
        </a:p>
      </dsp:txBody>
      <dsp:txXfrm>
        <a:off x="39809" y="4683659"/>
        <a:ext cx="5095766" cy="73587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1F33A-B690-4440-9FDF-975C166C15FA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AA9EFA-B40A-481B-874D-F4129BB2BCCB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331974-069D-4395-94FE-936CBC04C6C3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List 3 cybersecurity roles that interest you</a:t>
          </a:r>
        </a:p>
      </dsp:txBody>
      <dsp:txXfrm>
        <a:off x="1074268" y="4366"/>
        <a:ext cx="3609680" cy="930102"/>
      </dsp:txXfrm>
    </dsp:sp>
    <dsp:sp modelId="{8A5C1F6A-A2E9-4878-AEB2-6A1156B8F840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E8A29-A914-4816-8F06-BBDC5D3166C7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ADC57-3DF2-4A54-9160-2F9176E25503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skills required for each role</a:t>
          </a:r>
        </a:p>
      </dsp:txBody>
      <dsp:txXfrm>
        <a:off x="1074268" y="1166994"/>
        <a:ext cx="3609680" cy="930102"/>
      </dsp:txXfrm>
    </dsp:sp>
    <dsp:sp modelId="{01C64817-9573-44C6-910B-D8DA286A5753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956B35-8A61-4ED3-BADB-6C189F00A532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D7803-3AA4-4803-A551-D57B43A5B7E0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Rate your current skill level (1–5)</a:t>
          </a:r>
        </a:p>
      </dsp:txBody>
      <dsp:txXfrm>
        <a:off x="1074268" y="2329622"/>
        <a:ext cx="3609680" cy="930102"/>
      </dsp:txXfrm>
    </dsp:sp>
    <dsp:sp modelId="{653F2716-5701-491B-AA95-E6B223CC5853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AA39D-3E28-4486-8F12-4D680C0F1475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714DC-8E4B-4DC1-A8B2-A520F83B3FD6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Choose one role to explore deeper this month</a:t>
          </a:r>
        </a:p>
      </dsp:txBody>
      <dsp:txXfrm>
        <a:off x="1074268" y="3492250"/>
        <a:ext cx="3609680" cy="930102"/>
      </dsp:txXfrm>
    </dsp:sp>
    <dsp:sp modelId="{7F285D7B-AE1D-4C37-BA65-53D69B2FBF07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D3F37D-E40E-4A32-B394-F4D34D872254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D3E55-485F-4D4A-8815-281F7CCE4C8A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Share with cohort</a:t>
          </a:r>
        </a:p>
      </dsp:txBody>
      <dsp:txXfrm>
        <a:off x="1074268" y="4654878"/>
        <a:ext cx="3609680" cy="93010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19D34-9012-4755-B5CF-D600668C3ABD}">
      <dsp:nvSpPr>
        <dsp:cNvPr id="0" name=""/>
        <dsp:cNvSpPr/>
      </dsp:nvSpPr>
      <dsp:spPr>
        <a:xfrm>
          <a:off x="759693" y="717445"/>
          <a:ext cx="607013" cy="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0EA6D-4F9F-44C6-B36C-9F601D2B298B}">
      <dsp:nvSpPr>
        <dsp:cNvPr id="0" name=""/>
        <dsp:cNvSpPr/>
      </dsp:nvSpPr>
      <dsp:spPr>
        <a:xfrm>
          <a:off x="1403127" y="666492"/>
          <a:ext cx="69806" cy="131111"/>
        </a:xfrm>
        <a:prstGeom prst="chevron">
          <a:avLst>
            <a:gd name="adj" fmla="val 9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C5D4B-069F-4C96-8DFE-BC6B224EC9E9}">
      <dsp:nvSpPr>
        <dsp:cNvPr id="0" name=""/>
        <dsp:cNvSpPr/>
      </dsp:nvSpPr>
      <dsp:spPr>
        <a:xfrm>
          <a:off x="402408" y="436073"/>
          <a:ext cx="562816" cy="5628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0" tIns="21840" rIns="21840" bIns="2184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</a:t>
          </a:r>
        </a:p>
      </dsp:txBody>
      <dsp:txXfrm>
        <a:off x="484830" y="518495"/>
        <a:ext cx="397972" cy="397972"/>
      </dsp:txXfrm>
    </dsp:sp>
    <dsp:sp modelId="{6410EC8D-DEEC-4F2E-96EE-832C3D57DC30}">
      <dsp:nvSpPr>
        <dsp:cNvPr id="0" name=""/>
        <dsp:cNvSpPr/>
      </dsp:nvSpPr>
      <dsp:spPr>
        <a:xfrm>
          <a:off x="926" y="1164488"/>
          <a:ext cx="13657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34" tIns="165100" rIns="10773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Choose a system (banking app, hospital, smart home)</a:t>
          </a:r>
        </a:p>
      </dsp:txBody>
      <dsp:txXfrm>
        <a:off x="926" y="1437644"/>
        <a:ext cx="1365780" cy="1692444"/>
      </dsp:txXfrm>
    </dsp:sp>
    <dsp:sp modelId="{A9F333FF-D852-4DA8-B212-DE177FAAE887}">
      <dsp:nvSpPr>
        <dsp:cNvPr id="0" name=""/>
        <dsp:cNvSpPr/>
      </dsp:nvSpPr>
      <dsp:spPr>
        <a:xfrm>
          <a:off x="1518459" y="717444"/>
          <a:ext cx="1365780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640F7-A4EB-4FFB-89C4-EBDF6F5E635E}">
      <dsp:nvSpPr>
        <dsp:cNvPr id="0" name=""/>
        <dsp:cNvSpPr/>
      </dsp:nvSpPr>
      <dsp:spPr>
        <a:xfrm>
          <a:off x="2920660" y="666491"/>
          <a:ext cx="69806" cy="131114"/>
        </a:xfrm>
        <a:prstGeom prst="chevron">
          <a:avLst>
            <a:gd name="adj" fmla="val 9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02F38A-F471-407E-B915-E7031E190D2F}">
      <dsp:nvSpPr>
        <dsp:cNvPr id="0" name=""/>
        <dsp:cNvSpPr/>
      </dsp:nvSpPr>
      <dsp:spPr>
        <a:xfrm>
          <a:off x="1919941" y="436072"/>
          <a:ext cx="562816" cy="56281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0" tIns="21840" rIns="21840" bIns="2184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2</a:t>
          </a:r>
        </a:p>
      </dsp:txBody>
      <dsp:txXfrm>
        <a:off x="2002363" y="518494"/>
        <a:ext cx="397972" cy="397972"/>
      </dsp:txXfrm>
    </dsp:sp>
    <dsp:sp modelId="{0B571A1E-62E6-427C-8FA7-85A593BFC008}">
      <dsp:nvSpPr>
        <dsp:cNvPr id="0" name=""/>
        <dsp:cNvSpPr/>
      </dsp:nvSpPr>
      <dsp:spPr>
        <a:xfrm>
          <a:off x="1518459" y="1164488"/>
          <a:ext cx="13657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34" tIns="165100" rIns="10773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assets that must be protected</a:t>
          </a:r>
        </a:p>
      </dsp:txBody>
      <dsp:txXfrm>
        <a:off x="1518459" y="1437644"/>
        <a:ext cx="1365780" cy="1692444"/>
      </dsp:txXfrm>
    </dsp:sp>
    <dsp:sp modelId="{B60C4D44-A8B9-4760-BA43-ACA00E77E207}">
      <dsp:nvSpPr>
        <dsp:cNvPr id="0" name=""/>
        <dsp:cNvSpPr/>
      </dsp:nvSpPr>
      <dsp:spPr>
        <a:xfrm>
          <a:off x="3035993" y="717444"/>
          <a:ext cx="1365780" cy="7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F746D9-B446-4042-997A-AA6FCE15F0F1}">
      <dsp:nvSpPr>
        <dsp:cNvPr id="0" name=""/>
        <dsp:cNvSpPr/>
      </dsp:nvSpPr>
      <dsp:spPr>
        <a:xfrm>
          <a:off x="4438194" y="666490"/>
          <a:ext cx="69806" cy="131114"/>
        </a:xfrm>
        <a:prstGeom prst="chevron">
          <a:avLst>
            <a:gd name="adj" fmla="val 9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8B141-25F2-4D97-9AFB-F515BAB38323}">
      <dsp:nvSpPr>
        <dsp:cNvPr id="0" name=""/>
        <dsp:cNvSpPr/>
      </dsp:nvSpPr>
      <dsp:spPr>
        <a:xfrm>
          <a:off x="3437475" y="436072"/>
          <a:ext cx="562816" cy="56281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0" tIns="21840" rIns="21840" bIns="2184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</a:t>
          </a:r>
        </a:p>
      </dsp:txBody>
      <dsp:txXfrm>
        <a:off x="3519897" y="518494"/>
        <a:ext cx="397972" cy="397972"/>
      </dsp:txXfrm>
    </dsp:sp>
    <dsp:sp modelId="{BE4481E8-C7EC-4271-BEF4-FEBE237A7774}">
      <dsp:nvSpPr>
        <dsp:cNvPr id="0" name=""/>
        <dsp:cNvSpPr/>
      </dsp:nvSpPr>
      <dsp:spPr>
        <a:xfrm>
          <a:off x="3035993" y="1164487"/>
          <a:ext cx="13657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34" tIns="165100" rIns="10773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possible attackers</a:t>
          </a:r>
        </a:p>
      </dsp:txBody>
      <dsp:txXfrm>
        <a:off x="3035993" y="1437643"/>
        <a:ext cx="1365780" cy="1692444"/>
      </dsp:txXfrm>
    </dsp:sp>
    <dsp:sp modelId="{2DAFA5AC-F43C-43FC-B129-E986E8AB7985}">
      <dsp:nvSpPr>
        <dsp:cNvPr id="0" name=""/>
        <dsp:cNvSpPr/>
      </dsp:nvSpPr>
      <dsp:spPr>
        <a:xfrm>
          <a:off x="4553526" y="717444"/>
          <a:ext cx="1365780" cy="72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851A3-C84B-480C-A906-0D3EFE98A323}">
      <dsp:nvSpPr>
        <dsp:cNvPr id="0" name=""/>
        <dsp:cNvSpPr/>
      </dsp:nvSpPr>
      <dsp:spPr>
        <a:xfrm>
          <a:off x="5955727" y="666490"/>
          <a:ext cx="69806" cy="131114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D5E86-9A77-4B0D-81B2-1F729259CB3D}">
      <dsp:nvSpPr>
        <dsp:cNvPr id="0" name=""/>
        <dsp:cNvSpPr/>
      </dsp:nvSpPr>
      <dsp:spPr>
        <a:xfrm>
          <a:off x="4955008" y="436071"/>
          <a:ext cx="562816" cy="56281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0" tIns="21840" rIns="21840" bIns="2184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4</a:t>
          </a:r>
        </a:p>
      </dsp:txBody>
      <dsp:txXfrm>
        <a:off x="5037430" y="518493"/>
        <a:ext cx="397972" cy="397972"/>
      </dsp:txXfrm>
    </dsp:sp>
    <dsp:sp modelId="{44E0BB5C-2362-42C0-8192-497AE8C1A5B6}">
      <dsp:nvSpPr>
        <dsp:cNvPr id="0" name=""/>
        <dsp:cNvSpPr/>
      </dsp:nvSpPr>
      <dsp:spPr>
        <a:xfrm>
          <a:off x="4553526" y="1164487"/>
          <a:ext cx="13657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34" tIns="165100" rIns="10773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potential threats</a:t>
          </a:r>
        </a:p>
      </dsp:txBody>
      <dsp:txXfrm>
        <a:off x="4553526" y="1437643"/>
        <a:ext cx="1365780" cy="1692444"/>
      </dsp:txXfrm>
    </dsp:sp>
    <dsp:sp modelId="{B4D62143-2734-466A-B81D-76AC67892C49}">
      <dsp:nvSpPr>
        <dsp:cNvPr id="0" name=""/>
        <dsp:cNvSpPr/>
      </dsp:nvSpPr>
      <dsp:spPr>
        <a:xfrm>
          <a:off x="6071060" y="717443"/>
          <a:ext cx="682890" cy="7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435A9-EA06-419A-914D-2051C6B67244}">
      <dsp:nvSpPr>
        <dsp:cNvPr id="0" name=""/>
        <dsp:cNvSpPr/>
      </dsp:nvSpPr>
      <dsp:spPr>
        <a:xfrm>
          <a:off x="6472542" y="436071"/>
          <a:ext cx="562816" cy="56281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40" tIns="21840" rIns="21840" bIns="2184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</a:t>
          </a:r>
        </a:p>
      </dsp:txBody>
      <dsp:txXfrm>
        <a:off x="6554964" y="518493"/>
        <a:ext cx="397972" cy="397972"/>
      </dsp:txXfrm>
    </dsp:sp>
    <dsp:sp modelId="{052F6A1A-D935-4401-AEB9-C479491E51A3}">
      <dsp:nvSpPr>
        <dsp:cNvPr id="0" name=""/>
        <dsp:cNvSpPr/>
      </dsp:nvSpPr>
      <dsp:spPr>
        <a:xfrm>
          <a:off x="6071060" y="1164487"/>
          <a:ext cx="1365780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34" tIns="165100" rIns="107734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Discuss mitigation strategies</a:t>
          </a:r>
        </a:p>
      </dsp:txBody>
      <dsp:txXfrm>
        <a:off x="6071060" y="1437643"/>
        <a:ext cx="1365780" cy="169244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6AB13-1B25-430A-80F8-D6F82B577F30}">
      <dsp:nvSpPr>
        <dsp:cNvPr id="0" name=""/>
        <dsp:cNvSpPr/>
      </dsp:nvSpPr>
      <dsp:spPr>
        <a:xfrm>
          <a:off x="2138737" y="935381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978641"/>
        <a:ext cx="24604" cy="4920"/>
      </dsp:txXfrm>
    </dsp:sp>
    <dsp:sp modelId="{F7A3AFAE-98CB-42D9-B3E6-9CB2C2BC71C3}">
      <dsp:nvSpPr>
        <dsp:cNvPr id="0" name=""/>
        <dsp:cNvSpPr/>
      </dsp:nvSpPr>
      <dsp:spPr>
        <a:xfrm>
          <a:off x="1002" y="339241"/>
          <a:ext cx="2139535" cy="12837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 a company system</a:t>
          </a:r>
        </a:p>
      </dsp:txBody>
      <dsp:txXfrm>
        <a:off x="1002" y="339241"/>
        <a:ext cx="2139535" cy="1283721"/>
      </dsp:txXfrm>
    </dsp:sp>
    <dsp:sp modelId="{B867D512-EFC8-4CDE-939D-8248EA132617}">
      <dsp:nvSpPr>
        <dsp:cNvPr id="0" name=""/>
        <dsp:cNvSpPr/>
      </dsp:nvSpPr>
      <dsp:spPr>
        <a:xfrm>
          <a:off x="1070769" y="1621162"/>
          <a:ext cx="2631628" cy="461493"/>
        </a:xfrm>
        <a:custGeom>
          <a:avLst/>
          <a:gdLst/>
          <a:ahLst/>
          <a:cxnLst/>
          <a:rect l="0" t="0" r="0" b="0"/>
          <a:pathLst>
            <a:path>
              <a:moveTo>
                <a:pt x="2631628" y="0"/>
              </a:moveTo>
              <a:lnTo>
                <a:pt x="2631628" y="247846"/>
              </a:lnTo>
              <a:lnTo>
                <a:pt x="0" y="247846"/>
              </a:lnTo>
              <a:lnTo>
                <a:pt x="0" y="461493"/>
              </a:lnTo>
            </a:path>
          </a:pathLst>
        </a:custGeom>
        <a:noFill/>
        <a:ln w="952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2" y="1849448"/>
        <a:ext cx="133862" cy="4920"/>
      </dsp:txXfrm>
    </dsp:sp>
    <dsp:sp modelId="{177B867B-76CE-41AB-892A-C13FD5EB1381}">
      <dsp:nvSpPr>
        <dsp:cNvPr id="0" name=""/>
        <dsp:cNvSpPr/>
      </dsp:nvSpPr>
      <dsp:spPr>
        <a:xfrm>
          <a:off x="2632630" y="339241"/>
          <a:ext cx="2139535" cy="1283721"/>
        </a:xfrm>
        <a:prstGeom prst="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 OSINT (DNS &amp; MX lookups)</a:t>
          </a:r>
        </a:p>
      </dsp:txBody>
      <dsp:txXfrm>
        <a:off x="2632630" y="339241"/>
        <a:ext cx="2139535" cy="1283721"/>
      </dsp:txXfrm>
    </dsp:sp>
    <dsp:sp modelId="{4F4A5991-E238-4A32-95D1-F9BBE014BC08}">
      <dsp:nvSpPr>
        <dsp:cNvPr id="0" name=""/>
        <dsp:cNvSpPr/>
      </dsp:nvSpPr>
      <dsp:spPr>
        <a:xfrm>
          <a:off x="2138737" y="2711196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2754455"/>
        <a:ext cx="24604" cy="4920"/>
      </dsp:txXfrm>
    </dsp:sp>
    <dsp:sp modelId="{38C597EF-1DE8-42CE-8D24-DDF81A567695}">
      <dsp:nvSpPr>
        <dsp:cNvPr id="0" name=""/>
        <dsp:cNvSpPr/>
      </dsp:nvSpPr>
      <dsp:spPr>
        <a:xfrm>
          <a:off x="1002" y="2115055"/>
          <a:ext cx="2139535" cy="1283721"/>
        </a:xfrm>
        <a:prstGeom prst="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List threats and vulnerabilities (Public CVE and vulnerability databases)</a:t>
          </a:r>
        </a:p>
      </dsp:txBody>
      <dsp:txXfrm>
        <a:off x="1002" y="2115055"/>
        <a:ext cx="2139535" cy="1283721"/>
      </dsp:txXfrm>
    </dsp:sp>
    <dsp:sp modelId="{0D693144-9848-487A-8AA5-C4D75D9B59EE}">
      <dsp:nvSpPr>
        <dsp:cNvPr id="0" name=""/>
        <dsp:cNvSpPr/>
      </dsp:nvSpPr>
      <dsp:spPr>
        <a:xfrm>
          <a:off x="1070769" y="3396976"/>
          <a:ext cx="2631628" cy="461493"/>
        </a:xfrm>
        <a:custGeom>
          <a:avLst/>
          <a:gdLst/>
          <a:ahLst/>
          <a:cxnLst/>
          <a:rect l="0" t="0" r="0" b="0"/>
          <a:pathLst>
            <a:path>
              <a:moveTo>
                <a:pt x="2631628" y="0"/>
              </a:moveTo>
              <a:lnTo>
                <a:pt x="2631628" y="247846"/>
              </a:lnTo>
              <a:lnTo>
                <a:pt x="0" y="247846"/>
              </a:lnTo>
              <a:lnTo>
                <a:pt x="0" y="461493"/>
              </a:lnTo>
            </a:path>
          </a:pathLst>
        </a:custGeom>
        <a:noFill/>
        <a:ln w="952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19652" y="3625262"/>
        <a:ext cx="133862" cy="4920"/>
      </dsp:txXfrm>
    </dsp:sp>
    <dsp:sp modelId="{D237D22C-0B87-439C-873E-9CD87AD75125}">
      <dsp:nvSpPr>
        <dsp:cNvPr id="0" name=""/>
        <dsp:cNvSpPr/>
      </dsp:nvSpPr>
      <dsp:spPr>
        <a:xfrm>
          <a:off x="2632630" y="2115055"/>
          <a:ext cx="2139535" cy="1283721"/>
        </a:xfrm>
        <a:prstGeom prst="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Estimate likelihood and impact</a:t>
          </a:r>
        </a:p>
      </dsp:txBody>
      <dsp:txXfrm>
        <a:off x="2632630" y="2115055"/>
        <a:ext cx="2139535" cy="1283721"/>
      </dsp:txXfrm>
    </dsp:sp>
    <dsp:sp modelId="{70C26D66-3D07-4614-9D75-125F076176B0}">
      <dsp:nvSpPr>
        <dsp:cNvPr id="0" name=""/>
        <dsp:cNvSpPr/>
      </dsp:nvSpPr>
      <dsp:spPr>
        <a:xfrm>
          <a:off x="2138737" y="4487010"/>
          <a:ext cx="46149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1493" y="45720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57181" y="4530269"/>
        <a:ext cx="24604" cy="4920"/>
      </dsp:txXfrm>
    </dsp:sp>
    <dsp:sp modelId="{211E891B-F39D-4538-A19A-88FBFB47FA1D}">
      <dsp:nvSpPr>
        <dsp:cNvPr id="0" name=""/>
        <dsp:cNvSpPr/>
      </dsp:nvSpPr>
      <dsp:spPr>
        <a:xfrm>
          <a:off x="1002" y="3890869"/>
          <a:ext cx="2139535" cy="1283721"/>
        </a:xfrm>
        <a:prstGeom prst="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Assign risk level (low / medium / high)</a:t>
          </a:r>
        </a:p>
      </dsp:txBody>
      <dsp:txXfrm>
        <a:off x="1002" y="3890869"/>
        <a:ext cx="2139535" cy="1283721"/>
      </dsp:txXfrm>
    </dsp:sp>
    <dsp:sp modelId="{58A47DE0-FD4B-4C63-8EB7-82D776A5F9A1}">
      <dsp:nvSpPr>
        <dsp:cNvPr id="0" name=""/>
        <dsp:cNvSpPr/>
      </dsp:nvSpPr>
      <dsp:spPr>
        <a:xfrm>
          <a:off x="2632630" y="3890869"/>
          <a:ext cx="2139535" cy="1283721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839" tIns="110047" rIns="104839" bIns="11004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Propose risk mitigation plan</a:t>
          </a:r>
        </a:p>
      </dsp:txBody>
      <dsp:txXfrm>
        <a:off x="2632630" y="3890869"/>
        <a:ext cx="2139535" cy="1283721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FF280B-180C-4E73-935B-7706FA059E98}">
      <dsp:nvSpPr>
        <dsp:cNvPr id="0" name=""/>
        <dsp:cNvSpPr/>
      </dsp:nvSpPr>
      <dsp:spPr>
        <a:xfrm>
          <a:off x="792520" y="908803"/>
          <a:ext cx="630165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74D50-1297-43EB-A33B-372EBB484405}">
      <dsp:nvSpPr>
        <dsp:cNvPr id="0" name=""/>
        <dsp:cNvSpPr/>
      </dsp:nvSpPr>
      <dsp:spPr>
        <a:xfrm>
          <a:off x="1460496" y="855853"/>
          <a:ext cx="72469" cy="136246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767177"/>
            <a:satOff val="3447"/>
            <a:lumOff val="23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67177"/>
              <a:satOff val="3447"/>
              <a:lumOff val="2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ACF44B-E57A-4272-9757-31B97B5BD3AD}">
      <dsp:nvSpPr>
        <dsp:cNvPr id="0" name=""/>
        <dsp:cNvSpPr/>
      </dsp:nvSpPr>
      <dsp:spPr>
        <a:xfrm>
          <a:off x="418080" y="613170"/>
          <a:ext cx="591338" cy="59133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47" tIns="22947" rIns="22947" bIns="22947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</a:t>
          </a:r>
        </a:p>
      </dsp:txBody>
      <dsp:txXfrm>
        <a:off x="504679" y="699769"/>
        <a:ext cx="418140" cy="418140"/>
      </dsp:txXfrm>
    </dsp:sp>
    <dsp:sp modelId="{529B78CD-8C8C-4EB1-A9D2-E34B1158B09A}">
      <dsp:nvSpPr>
        <dsp:cNvPr id="0" name=""/>
        <dsp:cNvSpPr/>
      </dsp:nvSpPr>
      <dsp:spPr>
        <a:xfrm>
          <a:off x="4812" y="1370107"/>
          <a:ext cx="14178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534355"/>
            <a:satOff val="6893"/>
            <a:lumOff val="474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534355"/>
              <a:satOff val="6893"/>
              <a:lumOff val="4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43" tIns="165100" rIns="1118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Pick a known cyber attack</a:t>
          </a:r>
        </a:p>
      </dsp:txBody>
      <dsp:txXfrm>
        <a:off x="4812" y="1653682"/>
        <a:ext cx="1417873" cy="1682025"/>
      </dsp:txXfrm>
    </dsp:sp>
    <dsp:sp modelId="{FABAA865-760E-40E7-AE76-205C40C17AB0}">
      <dsp:nvSpPr>
        <dsp:cNvPr id="0" name=""/>
        <dsp:cNvSpPr/>
      </dsp:nvSpPr>
      <dsp:spPr>
        <a:xfrm>
          <a:off x="1580227" y="908802"/>
          <a:ext cx="1417873" cy="71"/>
        </a:xfrm>
        <a:prstGeom prst="rect">
          <a:avLst/>
        </a:prstGeom>
        <a:solidFill>
          <a:schemeClr val="accent5">
            <a:tint val="40000"/>
            <a:alpha val="90000"/>
            <a:hueOff val="-2301532"/>
            <a:satOff val="10340"/>
            <a:lumOff val="7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2301532"/>
              <a:satOff val="10340"/>
              <a:lumOff val="7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F1053-8393-4B0B-A7AE-4FD806CE2C11}">
      <dsp:nvSpPr>
        <dsp:cNvPr id="0" name=""/>
        <dsp:cNvSpPr/>
      </dsp:nvSpPr>
      <dsp:spPr>
        <a:xfrm>
          <a:off x="3035911" y="855852"/>
          <a:ext cx="72469" cy="136248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3068709"/>
            <a:satOff val="13787"/>
            <a:lumOff val="94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068709"/>
              <a:satOff val="13787"/>
              <a:lumOff val="9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5B587-0163-4D16-A96F-1B486C9440F3}">
      <dsp:nvSpPr>
        <dsp:cNvPr id="0" name=""/>
        <dsp:cNvSpPr/>
      </dsp:nvSpPr>
      <dsp:spPr>
        <a:xfrm>
          <a:off x="1993495" y="613169"/>
          <a:ext cx="591338" cy="591338"/>
        </a:xfrm>
        <a:prstGeom prst="ellipse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47" tIns="22947" rIns="22947" bIns="22947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</a:t>
          </a:r>
        </a:p>
      </dsp:txBody>
      <dsp:txXfrm>
        <a:off x="2080094" y="699768"/>
        <a:ext cx="418140" cy="418140"/>
      </dsp:txXfrm>
    </dsp:sp>
    <dsp:sp modelId="{6A2A8E07-B465-4DD1-A500-63558B8E78AA}">
      <dsp:nvSpPr>
        <dsp:cNvPr id="0" name=""/>
        <dsp:cNvSpPr/>
      </dsp:nvSpPr>
      <dsp:spPr>
        <a:xfrm>
          <a:off x="1580227" y="1370107"/>
          <a:ext cx="14178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3835886"/>
            <a:satOff val="17233"/>
            <a:lumOff val="1185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835886"/>
              <a:satOff val="17233"/>
              <a:lumOff val="11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43" tIns="165100" rIns="1118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Map attacker steps (recon → access → persistence → exfiltration)</a:t>
          </a:r>
        </a:p>
      </dsp:txBody>
      <dsp:txXfrm>
        <a:off x="1580227" y="1653682"/>
        <a:ext cx="1417873" cy="1682025"/>
      </dsp:txXfrm>
    </dsp:sp>
    <dsp:sp modelId="{48FD05FE-7F3E-4ABF-B68A-7831B3D7CCD9}">
      <dsp:nvSpPr>
        <dsp:cNvPr id="0" name=""/>
        <dsp:cNvSpPr/>
      </dsp:nvSpPr>
      <dsp:spPr>
        <a:xfrm>
          <a:off x="3155642" y="908802"/>
          <a:ext cx="1417873" cy="71"/>
        </a:xfrm>
        <a:prstGeom prst="rect">
          <a:avLst/>
        </a:prstGeom>
        <a:solidFill>
          <a:schemeClr val="accent5">
            <a:tint val="40000"/>
            <a:alpha val="90000"/>
            <a:hueOff val="-4603064"/>
            <a:satOff val="20680"/>
            <a:lumOff val="1422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4603064"/>
              <a:satOff val="20680"/>
              <a:lumOff val="14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51EAD-271B-45E1-9000-E1DF1C5DFEDC}">
      <dsp:nvSpPr>
        <dsp:cNvPr id="0" name=""/>
        <dsp:cNvSpPr/>
      </dsp:nvSpPr>
      <dsp:spPr>
        <a:xfrm>
          <a:off x="4611325" y="855852"/>
          <a:ext cx="72469" cy="136248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5370241"/>
              <a:satOff val="24126"/>
              <a:lumOff val="16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0F688-31A5-465E-9A04-C6EE68BE6015}">
      <dsp:nvSpPr>
        <dsp:cNvPr id="0" name=""/>
        <dsp:cNvSpPr/>
      </dsp:nvSpPr>
      <dsp:spPr>
        <a:xfrm>
          <a:off x="3568910" y="613168"/>
          <a:ext cx="591338" cy="591338"/>
        </a:xfrm>
        <a:prstGeom prst="ellipse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47" tIns="22947" rIns="22947" bIns="22947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</a:t>
          </a:r>
        </a:p>
      </dsp:txBody>
      <dsp:txXfrm>
        <a:off x="3655509" y="699767"/>
        <a:ext cx="418140" cy="418140"/>
      </dsp:txXfrm>
    </dsp:sp>
    <dsp:sp modelId="{21BFBC68-C965-4990-B670-ED2B36756E44}">
      <dsp:nvSpPr>
        <dsp:cNvPr id="0" name=""/>
        <dsp:cNvSpPr/>
      </dsp:nvSpPr>
      <dsp:spPr>
        <a:xfrm>
          <a:off x="3155642" y="1370107"/>
          <a:ext cx="14178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6137418"/>
            <a:satOff val="27573"/>
            <a:lumOff val="1895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6137418"/>
              <a:satOff val="27573"/>
              <a:lumOff val="18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43" tIns="165100" rIns="1118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Identify detection points</a:t>
          </a:r>
        </a:p>
      </dsp:txBody>
      <dsp:txXfrm>
        <a:off x="3155642" y="1653682"/>
        <a:ext cx="1417873" cy="1682025"/>
      </dsp:txXfrm>
    </dsp:sp>
    <dsp:sp modelId="{CB53FB98-DBF5-437A-9FF3-160D6F90D441}">
      <dsp:nvSpPr>
        <dsp:cNvPr id="0" name=""/>
        <dsp:cNvSpPr/>
      </dsp:nvSpPr>
      <dsp:spPr>
        <a:xfrm>
          <a:off x="4731057" y="908802"/>
          <a:ext cx="1417873" cy="72"/>
        </a:xfrm>
        <a:prstGeom prst="rect">
          <a:avLst/>
        </a:prstGeom>
        <a:solidFill>
          <a:schemeClr val="accent5">
            <a:tint val="40000"/>
            <a:alpha val="90000"/>
            <a:hueOff val="-6904595"/>
            <a:satOff val="31020"/>
            <a:lumOff val="2132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6904595"/>
              <a:satOff val="31020"/>
              <a:lumOff val="21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37EC6-8DC8-4226-BA02-B0AC77A09E8D}">
      <dsp:nvSpPr>
        <dsp:cNvPr id="0" name=""/>
        <dsp:cNvSpPr/>
      </dsp:nvSpPr>
      <dsp:spPr>
        <a:xfrm>
          <a:off x="6186740" y="855852"/>
          <a:ext cx="72469" cy="136248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7671773"/>
            <a:satOff val="34466"/>
            <a:lumOff val="2369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671773"/>
              <a:satOff val="34466"/>
              <a:lumOff val="23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6BAC8E-70E6-4220-8C31-060C7489CB7F}">
      <dsp:nvSpPr>
        <dsp:cNvPr id="0" name=""/>
        <dsp:cNvSpPr/>
      </dsp:nvSpPr>
      <dsp:spPr>
        <a:xfrm>
          <a:off x="5144324" y="613168"/>
          <a:ext cx="591338" cy="591338"/>
        </a:xfrm>
        <a:prstGeom prst="ellipse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47" tIns="22947" rIns="22947" bIns="22947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</a:t>
          </a:r>
        </a:p>
      </dsp:txBody>
      <dsp:txXfrm>
        <a:off x="5230923" y="699767"/>
        <a:ext cx="418140" cy="418140"/>
      </dsp:txXfrm>
    </dsp:sp>
    <dsp:sp modelId="{8E4FC034-2E71-4C21-9D5E-E90EB15E00A2}">
      <dsp:nvSpPr>
        <dsp:cNvPr id="0" name=""/>
        <dsp:cNvSpPr/>
      </dsp:nvSpPr>
      <dsp:spPr>
        <a:xfrm>
          <a:off x="4731057" y="1370107"/>
          <a:ext cx="14178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8438949"/>
            <a:satOff val="37913"/>
            <a:lumOff val="26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8438949"/>
              <a:satOff val="37913"/>
              <a:lumOff val="26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43" tIns="165100" rIns="1118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Suggest prevention controls</a:t>
          </a:r>
        </a:p>
      </dsp:txBody>
      <dsp:txXfrm>
        <a:off x="4731057" y="1653682"/>
        <a:ext cx="1417873" cy="1682025"/>
      </dsp:txXfrm>
    </dsp:sp>
    <dsp:sp modelId="{62032C44-8054-42D5-9871-5ECA25E5D413}">
      <dsp:nvSpPr>
        <dsp:cNvPr id="0" name=""/>
        <dsp:cNvSpPr/>
      </dsp:nvSpPr>
      <dsp:spPr>
        <a:xfrm>
          <a:off x="6306472" y="908801"/>
          <a:ext cx="708936" cy="72"/>
        </a:xfrm>
        <a:prstGeom prst="rect">
          <a:avLst/>
        </a:prstGeom>
        <a:solidFill>
          <a:schemeClr val="accent5">
            <a:tint val="40000"/>
            <a:alpha val="90000"/>
            <a:hueOff val="-9206127"/>
            <a:satOff val="41360"/>
            <a:lumOff val="2843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9206127"/>
              <a:satOff val="41360"/>
              <a:lumOff val="2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DB30C-FAAD-44B2-BF50-FA9A9B33C598}">
      <dsp:nvSpPr>
        <dsp:cNvPr id="0" name=""/>
        <dsp:cNvSpPr/>
      </dsp:nvSpPr>
      <dsp:spPr>
        <a:xfrm>
          <a:off x="6719739" y="613168"/>
          <a:ext cx="591338" cy="591338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947" tIns="22947" rIns="22947" bIns="22947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5</a:t>
          </a:r>
        </a:p>
      </dsp:txBody>
      <dsp:txXfrm>
        <a:off x="6806338" y="699767"/>
        <a:ext cx="418140" cy="418140"/>
      </dsp:txXfrm>
    </dsp:sp>
    <dsp:sp modelId="{0A7C14C3-3EFE-4E62-AF11-D693E4F6A57D}">
      <dsp:nvSpPr>
        <dsp:cNvPr id="0" name=""/>
        <dsp:cNvSpPr/>
      </dsp:nvSpPr>
      <dsp:spPr>
        <a:xfrm>
          <a:off x="6306472" y="1370107"/>
          <a:ext cx="1417873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843" tIns="165100" rIns="111843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Relate to MITRE ATT&amp;CK (https://attack.mitre.org/)</a:t>
          </a:r>
        </a:p>
      </dsp:txBody>
      <dsp:txXfrm>
        <a:off x="6306472" y="1653682"/>
        <a:ext cx="1417873" cy="1682025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30CBB-FBA9-4532-909C-216FAF14FB3C}">
      <dsp:nvSpPr>
        <dsp:cNvPr id="0" name=""/>
        <dsp:cNvSpPr/>
      </dsp:nvSpPr>
      <dsp:spPr>
        <a:xfrm>
          <a:off x="0" y="36175"/>
          <a:ext cx="5175384" cy="1032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Red team designs an attack plan</a:t>
          </a:r>
        </a:p>
      </dsp:txBody>
      <dsp:txXfrm>
        <a:off x="50420" y="86595"/>
        <a:ext cx="5074544" cy="932014"/>
      </dsp:txXfrm>
    </dsp:sp>
    <dsp:sp modelId="{7F104E83-CED4-42C0-9B72-621526149985}">
      <dsp:nvSpPr>
        <dsp:cNvPr id="0" name=""/>
        <dsp:cNvSpPr/>
      </dsp:nvSpPr>
      <dsp:spPr>
        <a:xfrm>
          <a:off x="0" y="1143909"/>
          <a:ext cx="5175384" cy="1032854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Blue team designs defense strategy</a:t>
          </a:r>
        </a:p>
      </dsp:txBody>
      <dsp:txXfrm>
        <a:off x="50420" y="1194329"/>
        <a:ext cx="5074544" cy="932014"/>
      </dsp:txXfrm>
    </dsp:sp>
    <dsp:sp modelId="{43660D88-0BC8-4DD2-A7DC-78CE8A640623}">
      <dsp:nvSpPr>
        <dsp:cNvPr id="0" name=""/>
        <dsp:cNvSpPr/>
      </dsp:nvSpPr>
      <dsp:spPr>
        <a:xfrm>
          <a:off x="0" y="2251643"/>
          <a:ext cx="5175384" cy="1032854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Simulate attack and response discussion</a:t>
          </a:r>
        </a:p>
      </dsp:txBody>
      <dsp:txXfrm>
        <a:off x="50420" y="2302063"/>
        <a:ext cx="5074544" cy="932014"/>
      </dsp:txXfrm>
    </dsp:sp>
    <dsp:sp modelId="{5BCD0176-4AB3-4023-AD28-EA1723A397F9}">
      <dsp:nvSpPr>
        <dsp:cNvPr id="0" name=""/>
        <dsp:cNvSpPr/>
      </dsp:nvSpPr>
      <dsp:spPr>
        <a:xfrm>
          <a:off x="0" y="3359377"/>
          <a:ext cx="5175384" cy="1032854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Evaluate what worked and what failed</a:t>
          </a:r>
        </a:p>
      </dsp:txBody>
      <dsp:txXfrm>
        <a:off x="50420" y="3409797"/>
        <a:ext cx="5074544" cy="932014"/>
      </dsp:txXfrm>
    </dsp:sp>
    <dsp:sp modelId="{55C1BA5E-C647-4593-94A1-726F7D94C1B4}">
      <dsp:nvSpPr>
        <dsp:cNvPr id="0" name=""/>
        <dsp:cNvSpPr/>
      </dsp:nvSpPr>
      <dsp:spPr>
        <a:xfrm>
          <a:off x="0" y="4467111"/>
          <a:ext cx="5175384" cy="103285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Discuss lessons learned</a:t>
          </a:r>
        </a:p>
      </dsp:txBody>
      <dsp:txXfrm>
        <a:off x="50420" y="4517531"/>
        <a:ext cx="5074544" cy="93201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255BFB-287C-4784-9487-2287E04019ED}">
      <dsp:nvSpPr>
        <dsp:cNvPr id="0" name=""/>
        <dsp:cNvSpPr/>
      </dsp:nvSpPr>
      <dsp:spPr>
        <a:xfrm>
          <a:off x="2253154" y="628630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82837" y="671771"/>
        <a:ext cx="25787" cy="5157"/>
      </dsp:txXfrm>
    </dsp:sp>
    <dsp:sp modelId="{7CC63001-A929-48DE-8261-94E34829F0BC}">
      <dsp:nvSpPr>
        <dsp:cNvPr id="0" name=""/>
        <dsp:cNvSpPr/>
      </dsp:nvSpPr>
      <dsp:spPr>
        <a:xfrm>
          <a:off x="12542" y="1626"/>
          <a:ext cx="2242411" cy="13454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Choose a policy (password, remote access, data handling, defense in depth, zero trust architecture, IAM)</a:t>
          </a:r>
        </a:p>
      </dsp:txBody>
      <dsp:txXfrm>
        <a:off x="12542" y="1626"/>
        <a:ext cx="2242411" cy="1345447"/>
      </dsp:txXfrm>
    </dsp:sp>
    <dsp:sp modelId="{E2B2933A-48D3-4506-BD36-F25683F31DDF}">
      <dsp:nvSpPr>
        <dsp:cNvPr id="0" name=""/>
        <dsp:cNvSpPr/>
      </dsp:nvSpPr>
      <dsp:spPr>
        <a:xfrm>
          <a:off x="5011320" y="628630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41004" y="671771"/>
        <a:ext cx="25787" cy="5157"/>
      </dsp:txXfrm>
    </dsp:sp>
    <dsp:sp modelId="{A3ED6EDD-4CFC-4B63-A033-C96F481C8766}">
      <dsp:nvSpPr>
        <dsp:cNvPr id="0" name=""/>
        <dsp:cNvSpPr/>
      </dsp:nvSpPr>
      <dsp:spPr>
        <a:xfrm>
          <a:off x="2770709" y="1626"/>
          <a:ext cx="2242411" cy="13454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Define policy objective</a:t>
          </a:r>
        </a:p>
      </dsp:txBody>
      <dsp:txXfrm>
        <a:off x="2770709" y="1626"/>
        <a:ext cx="2242411" cy="1345447"/>
      </dsp:txXfrm>
    </dsp:sp>
    <dsp:sp modelId="{C5EF2A1F-AAF8-4F5D-BBB5-6427C42EBCDB}">
      <dsp:nvSpPr>
        <dsp:cNvPr id="0" name=""/>
        <dsp:cNvSpPr/>
      </dsp:nvSpPr>
      <dsp:spPr>
        <a:xfrm>
          <a:off x="1133748" y="1345273"/>
          <a:ext cx="5516333" cy="485154"/>
        </a:xfrm>
        <a:custGeom>
          <a:avLst/>
          <a:gdLst/>
          <a:ahLst/>
          <a:cxnLst/>
          <a:rect l="0" t="0" r="0" b="0"/>
          <a:pathLst>
            <a:path>
              <a:moveTo>
                <a:pt x="5516333" y="0"/>
              </a:moveTo>
              <a:lnTo>
                <a:pt x="5516333" y="259677"/>
              </a:lnTo>
              <a:lnTo>
                <a:pt x="0" y="259677"/>
              </a:lnTo>
              <a:lnTo>
                <a:pt x="0" y="485154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53405" y="1585272"/>
        <a:ext cx="277019" cy="5157"/>
      </dsp:txXfrm>
    </dsp:sp>
    <dsp:sp modelId="{077F95A5-D069-47A9-AC87-66311842633D}">
      <dsp:nvSpPr>
        <dsp:cNvPr id="0" name=""/>
        <dsp:cNvSpPr/>
      </dsp:nvSpPr>
      <dsp:spPr>
        <a:xfrm>
          <a:off x="5528875" y="1626"/>
          <a:ext cx="2242411" cy="134544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Write 5 policy rules</a:t>
          </a:r>
        </a:p>
      </dsp:txBody>
      <dsp:txXfrm>
        <a:off x="5528875" y="1626"/>
        <a:ext cx="2242411" cy="1345447"/>
      </dsp:txXfrm>
    </dsp:sp>
    <dsp:sp modelId="{2717DDEA-96CC-4D22-8F2D-AFAEC6F24576}">
      <dsp:nvSpPr>
        <dsp:cNvPr id="0" name=""/>
        <dsp:cNvSpPr/>
      </dsp:nvSpPr>
      <dsp:spPr>
        <a:xfrm>
          <a:off x="2253154" y="2489831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82837" y="2532973"/>
        <a:ext cx="25787" cy="5157"/>
      </dsp:txXfrm>
    </dsp:sp>
    <dsp:sp modelId="{02BCCDCB-DEE7-4804-B3A5-3D6FCBC043CA}">
      <dsp:nvSpPr>
        <dsp:cNvPr id="0" name=""/>
        <dsp:cNvSpPr/>
      </dsp:nvSpPr>
      <dsp:spPr>
        <a:xfrm>
          <a:off x="12542" y="1862828"/>
          <a:ext cx="2242411" cy="134544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Discuss enforcement approach</a:t>
          </a:r>
        </a:p>
      </dsp:txBody>
      <dsp:txXfrm>
        <a:off x="12542" y="1862828"/>
        <a:ext cx="2242411" cy="1345447"/>
      </dsp:txXfrm>
    </dsp:sp>
    <dsp:sp modelId="{FB59B40B-AA44-4191-904E-4BF902223462}">
      <dsp:nvSpPr>
        <dsp:cNvPr id="0" name=""/>
        <dsp:cNvSpPr/>
      </dsp:nvSpPr>
      <dsp:spPr>
        <a:xfrm>
          <a:off x="2770709" y="1862828"/>
          <a:ext cx="2242411" cy="13454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Review compliance alignment</a:t>
          </a:r>
        </a:p>
      </dsp:txBody>
      <dsp:txXfrm>
        <a:off x="2770709" y="1862828"/>
        <a:ext cx="2242411" cy="1345447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41D825-4E50-442A-BEBB-9A35FDC62EC4}">
      <dsp:nvSpPr>
        <dsp:cNvPr id="0" name=""/>
        <dsp:cNvSpPr/>
      </dsp:nvSpPr>
      <dsp:spPr>
        <a:xfrm>
          <a:off x="0" y="4753623"/>
          <a:ext cx="1293846" cy="7798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0904" rIns="92018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Discuss</a:t>
          </a:r>
        </a:p>
      </dsp:txBody>
      <dsp:txXfrm>
        <a:off x="0" y="4753623"/>
        <a:ext cx="1293846" cy="779871"/>
      </dsp:txXfrm>
    </dsp:sp>
    <dsp:sp modelId="{4EE1013B-A0F4-4440-8A6A-35E5CC3F2C19}">
      <dsp:nvSpPr>
        <dsp:cNvPr id="0" name=""/>
        <dsp:cNvSpPr/>
      </dsp:nvSpPr>
      <dsp:spPr>
        <a:xfrm>
          <a:off x="1293846" y="4753623"/>
          <a:ext cx="3881538" cy="77987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15900" rIns="787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Discuss legal consequences</a:t>
          </a:r>
        </a:p>
      </dsp:txBody>
      <dsp:txXfrm>
        <a:off x="1293846" y="4753623"/>
        <a:ext cx="3881538" cy="779871"/>
      </dsp:txXfrm>
    </dsp:sp>
    <dsp:sp modelId="{86EDBD15-1BF6-4E8D-837C-C5E3235A5669}">
      <dsp:nvSpPr>
        <dsp:cNvPr id="0" name=""/>
        <dsp:cNvSpPr/>
      </dsp:nvSpPr>
      <dsp:spPr>
        <a:xfrm rot="10800000">
          <a:off x="0" y="3565878"/>
          <a:ext cx="1293846" cy="11994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0904" rIns="92018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Recommend</a:t>
          </a:r>
        </a:p>
      </dsp:txBody>
      <dsp:txXfrm rot="-10800000">
        <a:off x="0" y="3565878"/>
        <a:ext cx="1293846" cy="779637"/>
      </dsp:txXfrm>
    </dsp:sp>
    <dsp:sp modelId="{CE0D1846-FBB3-4E21-8B7B-DA63F1CA1CAA}">
      <dsp:nvSpPr>
        <dsp:cNvPr id="0" name=""/>
        <dsp:cNvSpPr/>
      </dsp:nvSpPr>
      <dsp:spPr>
        <a:xfrm>
          <a:off x="1293846" y="3565878"/>
          <a:ext cx="3881538" cy="779637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15900" rIns="787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Recommend compliance improvements</a:t>
          </a:r>
        </a:p>
      </dsp:txBody>
      <dsp:txXfrm>
        <a:off x="1293846" y="3565878"/>
        <a:ext cx="3881538" cy="779637"/>
      </dsp:txXfrm>
    </dsp:sp>
    <dsp:sp modelId="{6D1BF1BE-0886-4B3D-9FFD-7D766EE77544}">
      <dsp:nvSpPr>
        <dsp:cNvPr id="0" name=""/>
        <dsp:cNvSpPr/>
      </dsp:nvSpPr>
      <dsp:spPr>
        <a:xfrm rot="10800000">
          <a:off x="0" y="2378134"/>
          <a:ext cx="1293846" cy="11994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0904" rIns="92018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Determine</a:t>
          </a:r>
        </a:p>
      </dsp:txBody>
      <dsp:txXfrm rot="-10800000">
        <a:off x="0" y="2378134"/>
        <a:ext cx="1293846" cy="779637"/>
      </dsp:txXfrm>
    </dsp:sp>
    <dsp:sp modelId="{DDD11AF3-5AB3-4BF0-8589-B4F2295F876B}">
      <dsp:nvSpPr>
        <dsp:cNvPr id="0" name=""/>
        <dsp:cNvSpPr/>
      </dsp:nvSpPr>
      <dsp:spPr>
        <a:xfrm>
          <a:off x="1293846" y="2378134"/>
          <a:ext cx="3881538" cy="779637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15900" rIns="787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Determine business impact</a:t>
          </a:r>
        </a:p>
      </dsp:txBody>
      <dsp:txXfrm>
        <a:off x="1293846" y="2378134"/>
        <a:ext cx="3881538" cy="779637"/>
      </dsp:txXfrm>
    </dsp:sp>
    <dsp:sp modelId="{6EBB3C1F-C2E2-4122-A71E-26BAA222A78B}">
      <dsp:nvSpPr>
        <dsp:cNvPr id="0" name=""/>
        <dsp:cNvSpPr/>
      </dsp:nvSpPr>
      <dsp:spPr>
        <a:xfrm rot="10800000">
          <a:off x="0" y="1190390"/>
          <a:ext cx="1293846" cy="11994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0904" rIns="92018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</a:t>
          </a:r>
        </a:p>
      </dsp:txBody>
      <dsp:txXfrm rot="-10800000">
        <a:off x="0" y="1190390"/>
        <a:ext cx="1293846" cy="779637"/>
      </dsp:txXfrm>
    </dsp:sp>
    <dsp:sp modelId="{E30A2554-B9DE-4DA3-9CD3-320B02EF2BD9}">
      <dsp:nvSpPr>
        <dsp:cNvPr id="0" name=""/>
        <dsp:cNvSpPr/>
      </dsp:nvSpPr>
      <dsp:spPr>
        <a:xfrm>
          <a:off x="1293846" y="1190390"/>
          <a:ext cx="3881538" cy="779637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15900" rIns="787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 violated regulations</a:t>
          </a:r>
        </a:p>
      </dsp:txBody>
      <dsp:txXfrm>
        <a:off x="1293846" y="1190390"/>
        <a:ext cx="3881538" cy="779637"/>
      </dsp:txXfrm>
    </dsp:sp>
    <dsp:sp modelId="{4AC66496-BED1-4011-8FCD-C8D0F71A84BD}">
      <dsp:nvSpPr>
        <dsp:cNvPr id="0" name=""/>
        <dsp:cNvSpPr/>
      </dsp:nvSpPr>
      <dsp:spPr>
        <a:xfrm rot="10800000">
          <a:off x="0" y="2646"/>
          <a:ext cx="1293846" cy="1199442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20904" rIns="92018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Review</a:t>
          </a:r>
        </a:p>
      </dsp:txBody>
      <dsp:txXfrm rot="-10800000">
        <a:off x="0" y="2646"/>
        <a:ext cx="1293846" cy="779637"/>
      </dsp:txXfrm>
    </dsp:sp>
    <dsp:sp modelId="{68945260-F202-4FBD-9716-E470178E95BD}">
      <dsp:nvSpPr>
        <dsp:cNvPr id="0" name=""/>
        <dsp:cNvSpPr/>
      </dsp:nvSpPr>
      <dsp:spPr>
        <a:xfrm>
          <a:off x="1293846" y="2646"/>
          <a:ext cx="3881538" cy="779637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15900" rIns="78736" bIns="21590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Review a data breach scenario</a:t>
          </a:r>
        </a:p>
      </dsp:txBody>
      <dsp:txXfrm>
        <a:off x="1293846" y="2646"/>
        <a:ext cx="3881538" cy="77963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80F1F-0D7D-4FB3-8CF1-B288185DF2AA}">
      <dsp:nvSpPr>
        <dsp:cNvPr id="0" name=""/>
        <dsp:cNvSpPr/>
      </dsp:nvSpPr>
      <dsp:spPr>
        <a:xfrm>
          <a:off x="0" y="32610"/>
          <a:ext cx="5175384" cy="1034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Scenario: ransomware attack on company network</a:t>
          </a:r>
        </a:p>
      </dsp:txBody>
      <dsp:txXfrm>
        <a:off x="50489" y="83099"/>
        <a:ext cx="5074406" cy="933302"/>
      </dsp:txXfrm>
    </dsp:sp>
    <dsp:sp modelId="{0F9B1ECE-1AF8-4D83-8487-A14623B6B096}">
      <dsp:nvSpPr>
        <dsp:cNvPr id="0" name=""/>
        <dsp:cNvSpPr/>
      </dsp:nvSpPr>
      <dsp:spPr>
        <a:xfrm>
          <a:off x="0" y="1141770"/>
          <a:ext cx="5175384" cy="103428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Identify immediate response actions</a:t>
          </a:r>
        </a:p>
      </dsp:txBody>
      <dsp:txXfrm>
        <a:off x="50489" y="1192259"/>
        <a:ext cx="5074406" cy="933302"/>
      </dsp:txXfrm>
    </dsp:sp>
    <dsp:sp modelId="{F679789A-8333-4A93-9CD5-5FE523395902}">
      <dsp:nvSpPr>
        <dsp:cNvPr id="0" name=""/>
        <dsp:cNvSpPr/>
      </dsp:nvSpPr>
      <dsp:spPr>
        <a:xfrm>
          <a:off x="0" y="2250930"/>
          <a:ext cx="5175384" cy="103428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Determine communication plan</a:t>
          </a:r>
        </a:p>
      </dsp:txBody>
      <dsp:txXfrm>
        <a:off x="50489" y="2301419"/>
        <a:ext cx="5074406" cy="933302"/>
      </dsp:txXfrm>
    </dsp:sp>
    <dsp:sp modelId="{29D1A597-1F5E-4108-90E1-CA6D1D639656}">
      <dsp:nvSpPr>
        <dsp:cNvPr id="0" name=""/>
        <dsp:cNvSpPr/>
      </dsp:nvSpPr>
      <dsp:spPr>
        <a:xfrm>
          <a:off x="0" y="3360090"/>
          <a:ext cx="5175384" cy="103428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Plan recovery strategy</a:t>
          </a:r>
        </a:p>
      </dsp:txBody>
      <dsp:txXfrm>
        <a:off x="50489" y="3410579"/>
        <a:ext cx="5074406" cy="933302"/>
      </dsp:txXfrm>
    </dsp:sp>
    <dsp:sp modelId="{76D9A3C8-5FB5-4FAB-A80D-0887684D3E98}">
      <dsp:nvSpPr>
        <dsp:cNvPr id="0" name=""/>
        <dsp:cNvSpPr/>
      </dsp:nvSpPr>
      <dsp:spPr>
        <a:xfrm>
          <a:off x="0" y="4469250"/>
          <a:ext cx="5175384" cy="10342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Discuss post-incident improvements</a:t>
          </a:r>
        </a:p>
      </dsp:txBody>
      <dsp:txXfrm>
        <a:off x="50489" y="4519739"/>
        <a:ext cx="5074406" cy="933302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84F4D-E5E9-4FDC-8558-93DD95F708A7}">
      <dsp:nvSpPr>
        <dsp:cNvPr id="0" name=""/>
        <dsp:cNvSpPr/>
      </dsp:nvSpPr>
      <dsp:spPr>
        <a:xfrm>
          <a:off x="1952709" y="1171906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1215379"/>
        <a:ext cx="22466" cy="4493"/>
      </dsp:txXfrm>
    </dsp:sp>
    <dsp:sp modelId="{C88DCE21-D32D-4C34-AD39-02D1BFFC8175}">
      <dsp:nvSpPr>
        <dsp:cNvPr id="0" name=""/>
        <dsp:cNvSpPr/>
      </dsp:nvSpPr>
      <dsp:spPr>
        <a:xfrm>
          <a:off x="915" y="631547"/>
          <a:ext cx="1953594" cy="11721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Perform an attack simulation – eg: Syn flood attack</a:t>
          </a:r>
        </a:p>
      </dsp:txBody>
      <dsp:txXfrm>
        <a:off x="915" y="631547"/>
        <a:ext cx="1953594" cy="1172156"/>
      </dsp:txXfrm>
    </dsp:sp>
    <dsp:sp modelId="{99235156-6972-484C-A76E-BB3A72CB6145}">
      <dsp:nvSpPr>
        <dsp:cNvPr id="0" name=""/>
        <dsp:cNvSpPr/>
      </dsp:nvSpPr>
      <dsp:spPr>
        <a:xfrm>
          <a:off x="977712" y="1801904"/>
          <a:ext cx="2402921" cy="418726"/>
        </a:xfrm>
        <a:custGeom>
          <a:avLst/>
          <a:gdLst/>
          <a:ahLst/>
          <a:cxnLst/>
          <a:rect l="0" t="0" r="0" b="0"/>
          <a:pathLst>
            <a:path>
              <a:moveTo>
                <a:pt x="2402921" y="0"/>
              </a:moveTo>
              <a:lnTo>
                <a:pt x="2402921" y="226463"/>
              </a:lnTo>
              <a:lnTo>
                <a:pt x="0" y="226463"/>
              </a:lnTo>
              <a:lnTo>
                <a:pt x="0" y="418726"/>
              </a:lnTo>
            </a:path>
          </a:pathLst>
        </a:custGeom>
        <a:noFill/>
        <a:ln w="9525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18058" y="2009021"/>
        <a:ext cx="122228" cy="4493"/>
      </dsp:txXfrm>
    </dsp:sp>
    <dsp:sp modelId="{6F0A58B6-60DD-4711-AE9E-6F7E43D62C72}">
      <dsp:nvSpPr>
        <dsp:cNvPr id="0" name=""/>
        <dsp:cNvSpPr/>
      </dsp:nvSpPr>
      <dsp:spPr>
        <a:xfrm>
          <a:off x="2403836" y="631547"/>
          <a:ext cx="1953594" cy="1172156"/>
        </a:xfrm>
        <a:prstGeom prst="rect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Provide sample log entries</a:t>
          </a:r>
        </a:p>
      </dsp:txBody>
      <dsp:txXfrm>
        <a:off x="2403836" y="631547"/>
        <a:ext cx="1953594" cy="1172156"/>
      </dsp:txXfrm>
    </dsp:sp>
    <dsp:sp modelId="{2E589A5D-827D-4774-AC60-712F16DA8DA6}">
      <dsp:nvSpPr>
        <dsp:cNvPr id="0" name=""/>
        <dsp:cNvSpPr/>
      </dsp:nvSpPr>
      <dsp:spPr>
        <a:xfrm>
          <a:off x="1952709" y="2793389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2836862"/>
        <a:ext cx="22466" cy="4493"/>
      </dsp:txXfrm>
    </dsp:sp>
    <dsp:sp modelId="{18744560-691C-4905-8C47-320984627010}">
      <dsp:nvSpPr>
        <dsp:cNvPr id="0" name=""/>
        <dsp:cNvSpPr/>
      </dsp:nvSpPr>
      <dsp:spPr>
        <a:xfrm>
          <a:off x="915" y="2253031"/>
          <a:ext cx="1953594" cy="1172156"/>
        </a:xfrm>
        <a:prstGeom prst="rect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Identify suspicious patterns</a:t>
          </a:r>
        </a:p>
      </dsp:txBody>
      <dsp:txXfrm>
        <a:off x="915" y="2253031"/>
        <a:ext cx="1953594" cy="1172156"/>
      </dsp:txXfrm>
    </dsp:sp>
    <dsp:sp modelId="{0602DCD9-7EA7-4928-97C4-FD947BCDBFA6}">
      <dsp:nvSpPr>
        <dsp:cNvPr id="0" name=""/>
        <dsp:cNvSpPr/>
      </dsp:nvSpPr>
      <dsp:spPr>
        <a:xfrm>
          <a:off x="977712" y="3423387"/>
          <a:ext cx="2402921" cy="418726"/>
        </a:xfrm>
        <a:custGeom>
          <a:avLst/>
          <a:gdLst/>
          <a:ahLst/>
          <a:cxnLst/>
          <a:rect l="0" t="0" r="0" b="0"/>
          <a:pathLst>
            <a:path>
              <a:moveTo>
                <a:pt x="2402921" y="0"/>
              </a:moveTo>
              <a:lnTo>
                <a:pt x="2402921" y="226463"/>
              </a:lnTo>
              <a:lnTo>
                <a:pt x="0" y="226463"/>
              </a:lnTo>
              <a:lnTo>
                <a:pt x="0" y="418726"/>
              </a:lnTo>
            </a:path>
          </a:pathLst>
        </a:custGeom>
        <a:noFill/>
        <a:ln w="9525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18058" y="3630504"/>
        <a:ext cx="122228" cy="4493"/>
      </dsp:txXfrm>
    </dsp:sp>
    <dsp:sp modelId="{C70F79C1-9E83-40DA-91EF-0558561848FC}">
      <dsp:nvSpPr>
        <dsp:cNvPr id="0" name=""/>
        <dsp:cNvSpPr/>
      </dsp:nvSpPr>
      <dsp:spPr>
        <a:xfrm>
          <a:off x="2403836" y="2253031"/>
          <a:ext cx="1953594" cy="1172156"/>
        </a:xfrm>
        <a:prstGeom prst="rect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Determine possible attack</a:t>
          </a:r>
        </a:p>
      </dsp:txBody>
      <dsp:txXfrm>
        <a:off x="2403836" y="2253031"/>
        <a:ext cx="1953594" cy="1172156"/>
      </dsp:txXfrm>
    </dsp:sp>
    <dsp:sp modelId="{0A46ACCB-BD9C-4670-A8F9-5CB4C3F5BF3E}">
      <dsp:nvSpPr>
        <dsp:cNvPr id="0" name=""/>
        <dsp:cNvSpPr/>
      </dsp:nvSpPr>
      <dsp:spPr>
        <a:xfrm>
          <a:off x="1952709" y="4414872"/>
          <a:ext cx="4187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8726" y="45720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50839" y="4458346"/>
        <a:ext cx="22466" cy="4493"/>
      </dsp:txXfrm>
    </dsp:sp>
    <dsp:sp modelId="{501A5A3B-8E64-4577-B6B1-D6972F7EBA22}">
      <dsp:nvSpPr>
        <dsp:cNvPr id="0" name=""/>
        <dsp:cNvSpPr/>
      </dsp:nvSpPr>
      <dsp:spPr>
        <a:xfrm>
          <a:off x="915" y="3874514"/>
          <a:ext cx="1953594" cy="1172156"/>
        </a:xfrm>
        <a:prstGeom prst="rect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Recommend next investigation step</a:t>
          </a:r>
        </a:p>
      </dsp:txBody>
      <dsp:txXfrm>
        <a:off x="915" y="3874514"/>
        <a:ext cx="1953594" cy="1172156"/>
      </dsp:txXfrm>
    </dsp:sp>
    <dsp:sp modelId="{6E21A3EE-792F-422C-8CA9-4E0275A93681}">
      <dsp:nvSpPr>
        <dsp:cNvPr id="0" name=""/>
        <dsp:cNvSpPr/>
      </dsp:nvSpPr>
      <dsp:spPr>
        <a:xfrm>
          <a:off x="2403836" y="3874514"/>
          <a:ext cx="1953594" cy="1172156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728" tIns="100483" rIns="95728" bIns="10048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Explain reasoning</a:t>
          </a:r>
        </a:p>
      </dsp:txBody>
      <dsp:txXfrm>
        <a:off x="2403836" y="3874514"/>
        <a:ext cx="1953594" cy="1172156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86A2FD-234F-44C2-83A4-441DEA9E8311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CAE499-3D49-4076-BD4A-D37A9D96FAF9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D71CB-657B-43CB-9E47-4F68F46AE308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Questions or reflections?</a:t>
          </a:r>
        </a:p>
      </dsp:txBody>
      <dsp:txXfrm>
        <a:off x="46529" y="2703902"/>
        <a:ext cx="2418750" cy="720000"/>
      </dsp:txXfrm>
    </dsp:sp>
    <dsp:sp modelId="{7C78FC91-C8CE-4A7F-86A5-F822294AF554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251523-948B-4420-A2AB-804840B20B31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F1E3F-86D6-4944-B60F-67CD0AA50FF4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Looking forward to learning together</a:t>
          </a:r>
        </a:p>
      </dsp:txBody>
      <dsp:txXfrm>
        <a:off x="2888560" y="2703902"/>
        <a:ext cx="2418750" cy="720000"/>
      </dsp:txXfrm>
    </dsp:sp>
    <dsp:sp modelId="{FBA10DD4-AE3A-4679-88A4-8FB6AFAC986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D551FC-DB88-478A-9159-735A1B352240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9A52B-2FCC-4D70-95CB-4AA6CFDDED69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Together we grow in cybersecurity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8181" y="1220919"/>
            <a:ext cx="4069335" cy="238760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100"/>
              <a:t>WiCyS Mentorship Cohort – Session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8181" y="3700594"/>
            <a:ext cx="4069335" cy="1655762"/>
          </a:xfrm>
        </p:spPr>
        <p:txBody>
          <a:bodyPr>
            <a:normAutofit/>
          </a:bodyPr>
          <a:lstStyle/>
          <a:p>
            <a:pPr algn="l"/>
            <a:r>
              <a:rPr lang="en-US" sz="3000"/>
              <a:t>Welcome, Introductions &amp; Career Exploration</a:t>
            </a:r>
          </a:p>
          <a:p>
            <a:pPr algn="l"/>
            <a:r>
              <a:rPr lang="en-US" sz="3000"/>
              <a:t>Mentor: Jeytha Sahana</a:t>
            </a: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Block Arc 76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00844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Arc 8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Session Agenda (1.5 Hours)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EFFD03D-61A6-83C3-E504-78F8EB95EB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313649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Purpose of Today’s Session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0D8517C-0576-D520-98C2-0B75D49425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9691117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Icebreaker – Introduce Yourself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562003-4C70-E5C4-8E0D-1344B490AE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Expect from Our Cohort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955C20-0D7E-DC94-1D68-728BFEB049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Norms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3CEC1E-8D30-B1E4-F59F-185EC56C62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>
                <a:solidFill>
                  <a:srgbClr val="FFFFFF"/>
                </a:solidFill>
              </a:rPr>
              <a:t>Cybersecurity Career Landscape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3E6171C-F20B-75E8-924F-6A56CB5F0C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3911852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Needed in Cybersecurity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9ECED4-B80E-5A09-C018-FE05AF79B9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Activity – Career Mapping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56D237-AEBD-234A-1116-37C70817A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01813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/>
              <a:t>SMART Goal Setting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BE22A8-E8C7-4245-D98A-38F971FC91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37566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Discussion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383BB2C-5CB8-1A00-BE57-A2D98C983E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C727188-6CD6-4CA9-2B76-1C812122F5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Cybersecurity Fundamentals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1EF18A-B57D-D50C-DDAC-98D2EF76E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5538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The CIA Triad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E7760639-3265-99C1-73AC-B384C04371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043767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6000"/>
              <a:t>Core Security Domains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68BF1A-A5BC-F744-216A-9726AB82E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79606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300"/>
              <a:t>Major Cybersecurity Career Paths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8C0305-7D1C-0A4F-B43F-9FB4B23E77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703657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7" name="Freeform: Shape 36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How to Prepare for Cybersecurity Careers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B5EEC77A-76CA-53A6-34C2-4ADF049BBC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8225810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900"/>
              <a:t>Choosing a Cybersecurity Path Based on Strengths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3C98312-8033-5618-4A6E-1CB905604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379232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9A90C15F-7F23-CB8E-9D62-C3D5D650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2414" r="158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Risk Assessment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CDC211-3C5C-5266-C296-B4086938A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71229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Why Compliance Matters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B07C38-F85A-FF0D-D8B7-81DD0978E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13765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Common Security Frameworks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491303-5F2D-C608-B4EC-2372DE3F46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597581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Security Operations Center (SOC)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Monitors systems for threats 24/7</a:t>
            </a:r>
          </a:p>
          <a:p>
            <a:r>
              <a:t>Uses SIEM and detection tools</a:t>
            </a:r>
          </a:p>
          <a:p>
            <a:r>
              <a:t>Investigates alerts and incidents</a:t>
            </a:r>
          </a:p>
          <a:p>
            <a:r>
              <a:t>Performs threat hunting</a:t>
            </a:r>
          </a:p>
          <a:p>
            <a:r>
              <a:t>Coordinates incident response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SOC Skills Needed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Log analysis and network fundamentals</a:t>
            </a:r>
          </a:p>
          <a:p>
            <a:r>
              <a:t>Understanding attacker behavior</a:t>
            </a:r>
          </a:p>
          <a:p>
            <a:r>
              <a:t>Analytical thinking</a:t>
            </a:r>
          </a:p>
          <a:p>
            <a:r>
              <a:t>Tool proficiency (SIEM, EDR, IDS)</a:t>
            </a:r>
          </a:p>
          <a:p>
            <a:r>
              <a:t>Communication during incidents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SOC Analyst Learning Roadmap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Networking fundamentals (TCP/IP, DNS, HTTP)</a:t>
            </a:r>
          </a:p>
          <a:p>
            <a:r>
              <a:t>Operating systems (Windows &amp; Linux)</a:t>
            </a:r>
          </a:p>
          <a:p>
            <a:r>
              <a:t>Log analysis and SIEM tools</a:t>
            </a:r>
          </a:p>
          <a:p>
            <a:r>
              <a:t>Threat detection and incident response</a:t>
            </a:r>
          </a:p>
          <a:p>
            <a:r>
              <a:t>MITRE ATT&amp;CK framework</a:t>
            </a:r>
          </a:p>
          <a:p>
            <a:r>
              <a:t>Hands-on monitoring labs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SOC Training Resources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TryHackMe SOC Level 1 &amp; Blue Team paths</a:t>
            </a:r>
          </a:p>
          <a:p>
            <a:r>
              <a:t>Hack The Box defensive labs</a:t>
            </a:r>
          </a:p>
          <a:p>
            <a:r>
              <a:t>SANS SEC401 / SEC450</a:t>
            </a:r>
          </a:p>
          <a:p>
            <a:r>
              <a:t>Splunk training labs</a:t>
            </a:r>
          </a:p>
          <a:p>
            <a:r>
              <a:t>CyberDefenders platform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Red Teaming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Simulates real adversaries</a:t>
            </a:r>
          </a:p>
          <a:p>
            <a:r>
              <a:t>Tests detection and response capability</a:t>
            </a:r>
          </a:p>
          <a:p>
            <a:r>
              <a:t>Broader and stealthier operations</a:t>
            </a:r>
          </a:p>
          <a:p>
            <a:r>
              <a:t>Includes social engineering and persistence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Penetration Testing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Simulates attacks to find vulnerabilities</a:t>
            </a:r>
          </a:p>
          <a:p>
            <a:r>
              <a:t>Scope is defined and controlled</a:t>
            </a:r>
          </a:p>
          <a:p>
            <a:r>
              <a:t>Focus on technical weaknesses</a:t>
            </a:r>
          </a:p>
          <a:p>
            <a:r>
              <a:t>Provides remediation recommendations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Red Team Learning Roadmap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Advanced exploitation techniques</a:t>
            </a:r>
          </a:p>
          <a:p>
            <a:r>
              <a:t>Adversary simulation</a:t>
            </a:r>
          </a:p>
          <a:p>
            <a:r>
              <a:t>Stealth and persistence</a:t>
            </a:r>
          </a:p>
          <a:p>
            <a:r>
              <a:t>Social engineering techniques</a:t>
            </a:r>
          </a:p>
          <a:p>
            <a:r>
              <a:t>Threat emulation frameworks</a:t>
            </a:r>
          </a:p>
          <a:p>
            <a:r>
              <a:t>Detection evasion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Penetration Testing Learning Roadmap</a:t>
            </a:r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Networking and operating systems</a:t>
            </a:r>
          </a:p>
          <a:p>
            <a:pPr>
              <a:lnSpc>
                <a:spcPct val="90000"/>
              </a:lnSpc>
            </a:pPr>
            <a:r>
              <a:rPr lang="en-US"/>
              <a:t>Web application security</a:t>
            </a:r>
          </a:p>
          <a:p>
            <a:pPr>
              <a:lnSpc>
                <a:spcPct val="90000"/>
              </a:lnSpc>
            </a:pPr>
            <a:r>
              <a:rPr lang="en-US"/>
              <a:t>Vulnerability scanning and exploitation</a:t>
            </a:r>
          </a:p>
          <a:p>
            <a:pPr>
              <a:lnSpc>
                <a:spcPct val="90000"/>
              </a:lnSpc>
            </a:pPr>
            <a:r>
              <a:rPr lang="en-US"/>
              <a:t>Scripting (Python, Bash, PowerShell)</a:t>
            </a:r>
          </a:p>
          <a:p>
            <a:pPr>
              <a:lnSpc>
                <a:spcPct val="90000"/>
              </a:lnSpc>
            </a:pPr>
            <a:r>
              <a:rPr lang="en-US"/>
              <a:t>Privilege escalation techniques</a:t>
            </a:r>
          </a:p>
          <a:p>
            <a:pPr>
              <a:lnSpc>
                <a:spcPct val="90000"/>
              </a:lnSpc>
            </a:pPr>
            <a:r>
              <a:rPr lang="en-US"/>
              <a:t>Report writing and remediation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Pentesting Training Resources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TryHackMe offensive learning paths</a:t>
            </a:r>
          </a:p>
          <a:p>
            <a:r>
              <a:t>Hack The Box labs and challenges</a:t>
            </a:r>
          </a:p>
          <a:p>
            <a:r>
              <a:t>PortSwigger Web Security Academy</a:t>
            </a:r>
          </a:p>
          <a:p>
            <a:r>
              <a:t>Offensive Security training (OSCP)</a:t>
            </a:r>
          </a:p>
          <a:p>
            <a:r>
              <a:t>SANS SEC560 Network Penetration Testing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Governance, Risk, and Compliance (GRC)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763248-92E3-815D-A47E-7B00C7DCEB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263798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FFFFFF"/>
                </a:solidFill>
              </a:rPr>
              <a:t>Why Cybersecurity Law and Compliance Matter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Organizations must follow legal obligations</a:t>
            </a:r>
          </a:p>
          <a:p>
            <a:r>
              <a:t>Protect privacy and sensitive data</a:t>
            </a:r>
          </a:p>
          <a:p>
            <a:r>
              <a:t>Prevent financial penalties</a:t>
            </a:r>
          </a:p>
          <a:p>
            <a:r>
              <a:t>Ensure national security and critical infrastructure protection</a:t>
            </a:r>
          </a:p>
          <a:p>
            <a:r>
              <a:t>Demonstrate accountability and trust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Examples of Cyber Regulations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GDPR – data protection</a:t>
            </a:r>
          </a:p>
          <a:p>
            <a:r>
              <a:t>HIPAA – healthcare data security</a:t>
            </a:r>
          </a:p>
          <a:p>
            <a:r>
              <a:t>PCI DSS – payment security</a:t>
            </a:r>
          </a:p>
          <a:p>
            <a:r>
              <a:t>NERC CIP – energy sector security</a:t>
            </a:r>
          </a:p>
          <a:p>
            <a:r>
              <a:t>National cyber regulations and reporting requirements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GRC Training Resources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/>
              <a:t>NIST Cybersecurity Framework documentation</a:t>
            </a:r>
          </a:p>
          <a:p>
            <a:r>
              <a:rPr lang="en-US"/>
              <a:t>ISO 27001 foundation courses</a:t>
            </a:r>
          </a:p>
          <a:p>
            <a:r>
              <a:rPr lang="en-US"/>
              <a:t>SANS GRC training</a:t>
            </a:r>
          </a:p>
          <a:p>
            <a:r>
              <a:rPr lang="en-US"/>
              <a:t>ISACA resources (CISA, CRISC)</a:t>
            </a:r>
          </a:p>
          <a:p>
            <a:r>
              <a:rPr lang="en-US"/>
              <a:t>Risk management case studies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GRC / Risk / Compliance Learning Roadmap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Risk management concepts</a:t>
            </a:r>
          </a:p>
          <a:p>
            <a:r>
              <a:t>Security policies and governance</a:t>
            </a:r>
          </a:p>
          <a:p>
            <a:r>
              <a:t>Security frameworks and standards</a:t>
            </a:r>
          </a:p>
          <a:p>
            <a:r>
              <a:t>Audit and compliance processes</a:t>
            </a:r>
          </a:p>
          <a:p>
            <a:r>
              <a:t>Business impact analysis</a:t>
            </a:r>
          </a:p>
          <a:p>
            <a:r>
              <a:t>Legal and regulatory environment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Cloud Security Training Resources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AWS Security learning paths</a:t>
            </a:r>
          </a:p>
          <a:p>
            <a:r>
              <a:t>Google Cloud Security training</a:t>
            </a:r>
          </a:p>
          <a:p>
            <a:r>
              <a:t>Microsoft Azure security certifications</a:t>
            </a:r>
          </a:p>
          <a:p>
            <a:r>
              <a:t>SANS Cloud Security courses</a:t>
            </a:r>
          </a:p>
          <a:p>
            <a:r>
              <a:t>CloudGoat hands-on labs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Digital Forensics &amp; Incident Response Roadmap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Incident response lifecycle</a:t>
            </a:r>
          </a:p>
          <a:p>
            <a:r>
              <a:t>Memory and disk forensics</a:t>
            </a:r>
          </a:p>
          <a:p>
            <a:r>
              <a:t>Malware analysis basics</a:t>
            </a:r>
          </a:p>
          <a:p>
            <a:r>
              <a:t>Log and timeline analysis</a:t>
            </a:r>
          </a:p>
          <a:p>
            <a:r>
              <a:t>Forensic tools and evidence handling</a:t>
            </a:r>
          </a:p>
          <a:p>
            <a:r>
              <a:t>Reporting and documentation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DFIR Training Resources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SANS FOR500 / FOR508</a:t>
            </a:r>
          </a:p>
          <a:p>
            <a:r>
              <a:t>TryHackMe DFIR paths</a:t>
            </a:r>
          </a:p>
          <a:p>
            <a:r>
              <a:t>Autopsy and Volatility labs</a:t>
            </a:r>
          </a:p>
          <a:p>
            <a:r>
              <a:t>Blue Team Labs Online</a:t>
            </a:r>
          </a:p>
          <a:p>
            <a:r>
              <a:t>Malware analysis sandboxes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What is ICS / OT Security?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t>Protects critical infrastructure systems</a:t>
            </a:r>
            <a:endParaRPr lang="en-US"/>
          </a:p>
          <a:p>
            <a:pPr>
              <a:lnSpc>
                <a:spcPct val="90000"/>
              </a:lnSpc>
            </a:pPr>
            <a:r>
              <a:t>Includes PLCs, SCADA, HMIs, industrial networks</a:t>
            </a:r>
            <a:endParaRPr lang="en-US"/>
          </a:p>
          <a:p>
            <a:pPr>
              <a:lnSpc>
                <a:spcPct val="90000"/>
              </a:lnSpc>
            </a:pPr>
            <a:r>
              <a:t>Used in power, water, manufacturing, transportation</a:t>
            </a:r>
            <a:endParaRPr lang="en-US"/>
          </a:p>
          <a:p>
            <a:pPr>
              <a:lnSpc>
                <a:spcPct val="90000"/>
              </a:lnSpc>
            </a:pPr>
            <a:r>
              <a:t>High impact real‑world cyber risks</a:t>
            </a:r>
            <a:endParaRPr lang="en-US"/>
          </a:p>
          <a:p>
            <a:pPr>
              <a:lnSpc>
                <a:spcPct val="90000"/>
              </a:lnSpc>
            </a:pPr>
            <a:r>
              <a:t>Growing global demand for specialists</a:t>
            </a:r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ICS / OT Security Learning Roadmap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Industrial control systems architecture</a:t>
            </a:r>
          </a:p>
          <a:p>
            <a:pPr>
              <a:lnSpc>
                <a:spcPct val="90000"/>
              </a:lnSpc>
            </a:pPr>
            <a:r>
              <a:rPr lang="en-US" sz="3000"/>
              <a:t>PLC, SCADA, HMI fundamentals</a:t>
            </a:r>
          </a:p>
          <a:p>
            <a:pPr>
              <a:lnSpc>
                <a:spcPct val="90000"/>
              </a:lnSpc>
            </a:pPr>
            <a:r>
              <a:rPr lang="en-US" sz="3000"/>
              <a:t>Industrial communication protocols</a:t>
            </a:r>
          </a:p>
          <a:p>
            <a:pPr>
              <a:lnSpc>
                <a:spcPct val="90000"/>
              </a:lnSpc>
            </a:pPr>
            <a:r>
              <a:rPr lang="en-US" sz="3000"/>
              <a:t>Network segmentation (Purdue Model)</a:t>
            </a:r>
          </a:p>
          <a:p>
            <a:pPr>
              <a:lnSpc>
                <a:spcPct val="90000"/>
              </a:lnSpc>
            </a:pPr>
            <a:r>
              <a:rPr lang="en-US" sz="3000"/>
              <a:t>Safety and availability priorities</a:t>
            </a:r>
          </a:p>
          <a:p>
            <a:pPr>
              <a:lnSpc>
                <a:spcPct val="90000"/>
              </a:lnSpc>
            </a:pPr>
            <a:r>
              <a:rPr lang="en-US" sz="3000"/>
              <a:t>Critical infrastructure risk management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Learning Strategy for Students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DD61B6-CAB0-05BC-3644-2EAE69BADF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08372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How to Choose What to Study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3BD3E2-8514-1E3E-545E-BB0E7E73EA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539883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Hands-On Cybersecurity Training Platforms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129F24-CB9D-18D7-CCB1-28B73D51D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57166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Popular Cybersecurity Certifications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BF8525-3D46-C8E2-4E10-94ADAA0B5D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805565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Why Attend Cybersecurity Events &amp; Conferences?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C077D9-96F1-5B43-46D4-33F4E8DEFB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421008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Major Cybersecurity Conferences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8F2470-F620-4431-818E-77B6214D3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678260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900"/>
              <a:t>Interactive Activity: Cybersecurity Career Mapping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2FE489-03A6-4D0E-FB75-D6D5AD7A5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42635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457200"/>
            <a:ext cx="7934706" cy="1188720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Interactive Activity: Threat Modeling Exercise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660949" y="-5116"/>
            <a:ext cx="2488985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1954321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395F75-378A-C132-D0BB-73911475C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587179"/>
              </p:ext>
            </p:extLst>
          </p:nvPr>
        </p:nvGraphicFramePr>
        <p:xfrm>
          <a:off x="777240" y="2560320"/>
          <a:ext cx="758952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Interactive Activity: Risk Assessment Simulation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22F7FC-CE9F-F3F0-4B40-A1B20CDD9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274510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Interactive Activity: SOC Analyst Investigation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Review a sample security alert scenario</a:t>
            </a:r>
          </a:p>
          <a:p>
            <a:pPr>
              <a:lnSpc>
                <a:spcPct val="90000"/>
              </a:lnSpc>
            </a:pPr>
            <a:r>
              <a:rPr lang="en-US" sz="2700"/>
              <a:t>Ask: is this a true positive or false positive?</a:t>
            </a:r>
          </a:p>
          <a:p>
            <a:pPr>
              <a:lnSpc>
                <a:spcPct val="90000"/>
              </a:lnSpc>
            </a:pPr>
            <a:r>
              <a:rPr lang="en-US" sz="2700"/>
              <a:t>Identify possible attack type</a:t>
            </a:r>
          </a:p>
          <a:p>
            <a:pPr>
              <a:lnSpc>
                <a:spcPct val="90000"/>
              </a:lnSpc>
            </a:pPr>
            <a:r>
              <a:rPr lang="en-US" sz="2700"/>
              <a:t>Determine response steps</a:t>
            </a:r>
          </a:p>
          <a:p>
            <a:pPr>
              <a:lnSpc>
                <a:spcPct val="90000"/>
              </a:lnSpc>
            </a:pPr>
            <a:r>
              <a:rPr lang="en-US" sz="2700"/>
              <a:t>Present findings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Interactive Activity: Attack Chain Mapping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5A8160-A131-229A-01A5-BE84D03C49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968333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Interactive Activity: Red Team vs Blue Team Scenario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B0F6B7-FBB3-200A-070E-755CE621A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30530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Interactive Activity: Security Policy Writing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C355E4-155D-DDAA-4A1B-6932B5B2CD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84906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Interactive Activity: Compliance Case Study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76F55479-ADCC-9BA2-48CF-F9BB5D394F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08239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Interactive Activity: Incident Response Tabletop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6F4C1C00-BF5C-9F4A-2D7E-C0FF970CA5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89445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FFFFFF"/>
                </a:solidFill>
              </a:rPr>
              <a:t>Interactive Activity: Log Analysis Challenge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7F1C0D-3E41-F3A5-896D-BC744D7CC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613626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000000"/>
                </a:solidFill>
              </a:rPr>
              <a:t>Reflection Activity: Personal Cyber Growth Plan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Cheers">
            <a:extLst>
              <a:ext uri="{FF2B5EF4-FFF2-40B4-BE49-F238E27FC236}">
                <a16:creationId xmlns:a16="http://schemas.microsoft.com/office/drawing/2014/main" id="{CC21858B-B1DE-0679-29E2-8C2455349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What did you learn today?</a:t>
            </a:r>
          </a:p>
          <a:p>
            <a:r>
              <a:rPr lang="en-US" sz="1500">
                <a:solidFill>
                  <a:srgbClr val="000000"/>
                </a:solidFill>
              </a:rPr>
              <a:t>What skill will you build next month?</a:t>
            </a:r>
          </a:p>
          <a:p>
            <a:r>
              <a:rPr lang="en-US" sz="1500">
                <a:solidFill>
                  <a:srgbClr val="000000"/>
                </a:solidFill>
              </a:rPr>
              <a:t>What resource will you use?</a:t>
            </a:r>
          </a:p>
          <a:p>
            <a:r>
              <a:rPr lang="en-US" sz="1500">
                <a:solidFill>
                  <a:srgbClr val="000000"/>
                </a:solidFill>
              </a:rPr>
              <a:t>What support do you need?</a:t>
            </a:r>
          </a:p>
          <a:p>
            <a:r>
              <a:rPr lang="en-US" sz="1500">
                <a:solidFill>
                  <a:srgbClr val="000000"/>
                </a:solidFill>
              </a:rPr>
              <a:t>Share commitment with cohort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Thank You!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22204F-249E-F735-2038-404BAEECA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0744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1748</Words>
  <Application>Microsoft Office PowerPoint</Application>
  <PresentationFormat>On-screen Show (4:3)</PresentationFormat>
  <Paragraphs>392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WiCyS Mentorship Cohort – Session 1</vt:lpstr>
      <vt:lpstr>Session Agenda (1.5 Hours)</vt:lpstr>
      <vt:lpstr>Purpose of Today’s Session</vt:lpstr>
      <vt:lpstr>Icebreaker – Introduce Yourself</vt:lpstr>
      <vt:lpstr>What to Expect from Our Cohort</vt:lpstr>
      <vt:lpstr>Group Norms</vt:lpstr>
      <vt:lpstr>Cybersecurity Career Landscape</vt:lpstr>
      <vt:lpstr>Skills Needed in Cybersecurity</vt:lpstr>
      <vt:lpstr>Activity – Career Mapping</vt:lpstr>
      <vt:lpstr>SMART Goal Setting</vt:lpstr>
      <vt:lpstr>Group Discussion</vt:lpstr>
      <vt:lpstr>Next Steps</vt:lpstr>
      <vt:lpstr>Cybersecurity Fundamentals</vt:lpstr>
      <vt:lpstr>The CIA Triad</vt:lpstr>
      <vt:lpstr>Core Security Domains</vt:lpstr>
      <vt:lpstr>Major Cybersecurity Career Paths</vt:lpstr>
      <vt:lpstr>How to Prepare for Cybersecurity Careers</vt:lpstr>
      <vt:lpstr>Choosing a Cybersecurity Path Based on Strengths</vt:lpstr>
      <vt:lpstr>Risk Assessment Process</vt:lpstr>
      <vt:lpstr>Why Compliance Matters</vt:lpstr>
      <vt:lpstr>Common Security Frameworks</vt:lpstr>
      <vt:lpstr>Security Operations Center (SOC)</vt:lpstr>
      <vt:lpstr>SOC Skills Needed</vt:lpstr>
      <vt:lpstr>SOC Analyst Learning Roadmap</vt:lpstr>
      <vt:lpstr>SOC Training Resources</vt:lpstr>
      <vt:lpstr>Red Teaming</vt:lpstr>
      <vt:lpstr>Penetration Testing</vt:lpstr>
      <vt:lpstr>Red Team Learning Roadmap</vt:lpstr>
      <vt:lpstr>Penetration Testing Learning Roadmap</vt:lpstr>
      <vt:lpstr>Pentesting Training Resources</vt:lpstr>
      <vt:lpstr>Governance, Risk, and Compliance (GRC)</vt:lpstr>
      <vt:lpstr>Why Cybersecurity Law and Compliance Matter</vt:lpstr>
      <vt:lpstr>Examples of Cyber Regulations</vt:lpstr>
      <vt:lpstr>GRC Training Resources</vt:lpstr>
      <vt:lpstr>GRC / Risk / Compliance Learning Roadmap</vt:lpstr>
      <vt:lpstr>Cloud Security Training Resources</vt:lpstr>
      <vt:lpstr>Digital Forensics &amp; Incident Response Roadmap</vt:lpstr>
      <vt:lpstr>DFIR Training Resources</vt:lpstr>
      <vt:lpstr>What is ICS / OT Security?</vt:lpstr>
      <vt:lpstr>ICS / OT Security Learning Roadmap</vt:lpstr>
      <vt:lpstr>Learning Strategy for Students</vt:lpstr>
      <vt:lpstr>How to Choose What to Study</vt:lpstr>
      <vt:lpstr>Hands-On Cybersecurity Training Platforms</vt:lpstr>
      <vt:lpstr>Popular Cybersecurity Certifications</vt:lpstr>
      <vt:lpstr>Why Attend Cybersecurity Events &amp; Conferences?</vt:lpstr>
      <vt:lpstr>Major Cybersecurity Conferences</vt:lpstr>
      <vt:lpstr>Interactive Activity: Cybersecurity Career Mapping</vt:lpstr>
      <vt:lpstr>Interactive Activity: Threat Modeling Exercise</vt:lpstr>
      <vt:lpstr>Interactive Activity: Risk Assessment Simulation</vt:lpstr>
      <vt:lpstr>Interactive Activity: SOC Analyst Investigation</vt:lpstr>
      <vt:lpstr>Interactive Activity: Attack Chain Mapping</vt:lpstr>
      <vt:lpstr>Interactive Activity: Red Team vs Blue Team Scenario</vt:lpstr>
      <vt:lpstr>Interactive Activity: Security Policy Writing</vt:lpstr>
      <vt:lpstr>Interactive Activity: Compliance Case Study</vt:lpstr>
      <vt:lpstr>Interactive Activity: Incident Response Tabletop</vt:lpstr>
      <vt:lpstr>Interactive Activity: Log Analysis Challenge</vt:lpstr>
      <vt:lpstr>Reflection Activity: Personal Cyber Growth Plan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JEYTHA Sahana</cp:lastModifiedBy>
  <cp:revision>184</cp:revision>
  <dcterms:created xsi:type="dcterms:W3CDTF">2013-01-27T09:14:16Z</dcterms:created>
  <dcterms:modified xsi:type="dcterms:W3CDTF">2026-02-21T18:28:13Z</dcterms:modified>
  <cp:category/>
</cp:coreProperties>
</file>