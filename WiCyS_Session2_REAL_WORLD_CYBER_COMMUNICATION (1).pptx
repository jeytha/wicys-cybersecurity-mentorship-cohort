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95" r:id="rId14"/>
    <p:sldId id="296" r:id="rId15"/>
    <p:sldId id="297" r:id="rId16"/>
    <p:sldId id="289" r:id="rId17"/>
    <p:sldId id="290" r:id="rId18"/>
    <p:sldId id="291" r:id="rId19"/>
    <p:sldId id="292" r:id="rId20"/>
    <p:sldId id="293" r:id="rId21"/>
    <p:sldId id="294" r:id="rId22"/>
    <p:sldId id="258" r:id="rId23"/>
    <p:sldId id="262" r:id="rId24"/>
    <p:sldId id="259" r:id="rId25"/>
    <p:sldId id="260" r:id="rId26"/>
    <p:sldId id="261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6" r:id="rId40"/>
    <p:sldId id="277" r:id="rId41"/>
    <p:sldId id="278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6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18.svg"/><Relationship Id="rId11" Type="http://schemas.openxmlformats.org/officeDocument/2006/relationships/image" Target="../media/image49.png"/><Relationship Id="rId5" Type="http://schemas.openxmlformats.org/officeDocument/2006/relationships/image" Target="../media/image17.png"/><Relationship Id="rId10" Type="http://schemas.openxmlformats.org/officeDocument/2006/relationships/image" Target="../media/image48.svg"/><Relationship Id="rId4" Type="http://schemas.openxmlformats.org/officeDocument/2006/relationships/image" Target="../media/image44.svg"/><Relationship Id="rId9" Type="http://schemas.openxmlformats.org/officeDocument/2006/relationships/image" Target="../media/image47.png"/></Relationships>
</file>

<file path=ppt/diagrams/_rels/data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4.svg"/><Relationship Id="rId11" Type="http://schemas.openxmlformats.org/officeDocument/2006/relationships/image" Target="../media/image59.png"/><Relationship Id="rId5" Type="http://schemas.openxmlformats.org/officeDocument/2006/relationships/image" Target="../media/image3.png"/><Relationship Id="rId10" Type="http://schemas.openxmlformats.org/officeDocument/2006/relationships/image" Target="../media/image58.svg"/><Relationship Id="rId4" Type="http://schemas.openxmlformats.org/officeDocument/2006/relationships/image" Target="../media/image54.svg"/><Relationship Id="rId9" Type="http://schemas.openxmlformats.org/officeDocument/2006/relationships/image" Target="../media/image57.png"/></Relationships>
</file>

<file path=ppt/diagrams/_rels/data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sv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64.sv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svg"/><Relationship Id="rId4" Type="http://schemas.openxmlformats.org/officeDocument/2006/relationships/image" Target="../media/image62.svg"/><Relationship Id="rId9" Type="http://schemas.openxmlformats.org/officeDocument/2006/relationships/image" Target="../media/image67.png"/></Relationships>
</file>

<file path=ppt/diagrams/_rels/data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sv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6.sv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svg"/><Relationship Id="rId4" Type="http://schemas.openxmlformats.org/officeDocument/2006/relationships/image" Target="../media/image74.svg"/><Relationship Id="rId9" Type="http://schemas.openxmlformats.org/officeDocument/2006/relationships/image" Target="../media/image79.png"/></Relationships>
</file>

<file path=ppt/diagrams/_rels/data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85.png"/><Relationship Id="rId7" Type="http://schemas.openxmlformats.org/officeDocument/2006/relationships/image" Target="../media/image15.png"/><Relationship Id="rId2" Type="http://schemas.openxmlformats.org/officeDocument/2006/relationships/image" Target="../media/image84.svg"/><Relationship Id="rId1" Type="http://schemas.openxmlformats.org/officeDocument/2006/relationships/image" Target="../media/image83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10" Type="http://schemas.openxmlformats.org/officeDocument/2006/relationships/image" Target="../media/image46.svg"/><Relationship Id="rId4" Type="http://schemas.openxmlformats.org/officeDocument/2006/relationships/image" Target="../media/image86.svg"/><Relationship Id="rId9" Type="http://schemas.openxmlformats.org/officeDocument/2006/relationships/image" Target="../media/image45.png"/></Relationships>
</file>

<file path=ppt/diagrams/_rels/data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96.png"/><Relationship Id="rId3" Type="http://schemas.openxmlformats.org/officeDocument/2006/relationships/image" Target="../media/image11.png"/><Relationship Id="rId7" Type="http://schemas.openxmlformats.org/officeDocument/2006/relationships/image" Target="../media/image92.png"/><Relationship Id="rId12" Type="http://schemas.openxmlformats.org/officeDocument/2006/relationships/image" Target="../media/image64.sv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8.svg"/><Relationship Id="rId11" Type="http://schemas.openxmlformats.org/officeDocument/2006/relationships/image" Target="../media/image63.png"/><Relationship Id="rId5" Type="http://schemas.openxmlformats.org/officeDocument/2006/relationships/image" Target="../media/image7.png"/><Relationship Id="rId10" Type="http://schemas.openxmlformats.org/officeDocument/2006/relationships/image" Target="../media/image95.svg"/><Relationship Id="rId4" Type="http://schemas.openxmlformats.org/officeDocument/2006/relationships/image" Target="../media/image12.svg"/><Relationship Id="rId9" Type="http://schemas.openxmlformats.org/officeDocument/2006/relationships/image" Target="../media/image94.png"/><Relationship Id="rId14" Type="http://schemas.openxmlformats.org/officeDocument/2006/relationships/image" Target="../media/image97.svg"/></Relationships>
</file>

<file path=ppt/diagrams/_rels/data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101.svg"/></Relationships>
</file>

<file path=ppt/diagrams/_rels/data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svg"/><Relationship Id="rId1" Type="http://schemas.openxmlformats.org/officeDocument/2006/relationships/image" Target="../media/image104.png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10" Type="http://schemas.openxmlformats.org/officeDocument/2006/relationships/image" Target="../media/image113.svg"/><Relationship Id="rId4" Type="http://schemas.openxmlformats.org/officeDocument/2006/relationships/image" Target="../media/image107.svg"/><Relationship Id="rId9" Type="http://schemas.openxmlformats.org/officeDocument/2006/relationships/image" Target="../media/image112.png"/></Relationships>
</file>

<file path=ppt/diagrams/_rels/data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svg"/><Relationship Id="rId3" Type="http://schemas.openxmlformats.org/officeDocument/2006/relationships/image" Target="../media/image116.png"/><Relationship Id="rId7" Type="http://schemas.openxmlformats.org/officeDocument/2006/relationships/image" Target="../media/image118.png"/><Relationship Id="rId2" Type="http://schemas.openxmlformats.org/officeDocument/2006/relationships/image" Target="../media/image115.svg"/><Relationship Id="rId1" Type="http://schemas.openxmlformats.org/officeDocument/2006/relationships/image" Target="../media/image114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21.svg"/><Relationship Id="rId4" Type="http://schemas.openxmlformats.org/officeDocument/2006/relationships/image" Target="../media/image117.svg"/><Relationship Id="rId9" Type="http://schemas.openxmlformats.org/officeDocument/2006/relationships/image" Target="../media/image120.png"/></Relationships>
</file>

<file path=ppt/diagrams/_rels/data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svg"/><Relationship Id="rId3" Type="http://schemas.openxmlformats.org/officeDocument/2006/relationships/image" Target="../media/image123.png"/><Relationship Id="rId7" Type="http://schemas.openxmlformats.org/officeDocument/2006/relationships/image" Target="../media/image118.png"/><Relationship Id="rId2" Type="http://schemas.openxmlformats.org/officeDocument/2006/relationships/image" Target="../media/image122.svg"/><Relationship Id="rId1" Type="http://schemas.openxmlformats.org/officeDocument/2006/relationships/image" Target="../media/image120.png"/><Relationship Id="rId6" Type="http://schemas.openxmlformats.org/officeDocument/2006/relationships/image" Target="../media/image126.svg"/><Relationship Id="rId5" Type="http://schemas.openxmlformats.org/officeDocument/2006/relationships/image" Target="../media/image125.png"/><Relationship Id="rId10" Type="http://schemas.openxmlformats.org/officeDocument/2006/relationships/image" Target="../media/image129.svg"/><Relationship Id="rId4" Type="http://schemas.openxmlformats.org/officeDocument/2006/relationships/image" Target="../media/image124.svg"/><Relationship Id="rId9" Type="http://schemas.openxmlformats.org/officeDocument/2006/relationships/image" Target="../media/image128.png"/></Relationships>
</file>

<file path=ppt/diagrams/_rels/data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3.png"/><Relationship Id="rId7" Type="http://schemas.openxmlformats.org/officeDocument/2006/relationships/image" Target="../media/image65.png"/><Relationship Id="rId2" Type="http://schemas.openxmlformats.org/officeDocument/2006/relationships/image" Target="../media/image131.svg"/><Relationship Id="rId1" Type="http://schemas.openxmlformats.org/officeDocument/2006/relationships/image" Target="../media/image130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4.svg"/></Relationships>
</file>

<file path=ppt/diagrams/_rels/data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svg"/><Relationship Id="rId3" Type="http://schemas.openxmlformats.org/officeDocument/2006/relationships/image" Target="../media/image118.png"/><Relationship Id="rId7" Type="http://schemas.openxmlformats.org/officeDocument/2006/relationships/image" Target="../media/image128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119.svg"/><Relationship Id="rId9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18.svg"/><Relationship Id="rId11" Type="http://schemas.openxmlformats.org/officeDocument/2006/relationships/image" Target="../media/image49.png"/><Relationship Id="rId5" Type="http://schemas.openxmlformats.org/officeDocument/2006/relationships/image" Target="../media/image17.png"/><Relationship Id="rId10" Type="http://schemas.openxmlformats.org/officeDocument/2006/relationships/image" Target="../media/image48.svg"/><Relationship Id="rId4" Type="http://schemas.openxmlformats.org/officeDocument/2006/relationships/image" Target="../media/image44.svg"/><Relationship Id="rId9" Type="http://schemas.openxmlformats.org/officeDocument/2006/relationships/image" Target="../media/image47.png"/></Relationships>
</file>

<file path=ppt/diagrams/_rels/drawing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4.svg"/><Relationship Id="rId11" Type="http://schemas.openxmlformats.org/officeDocument/2006/relationships/image" Target="../media/image59.png"/><Relationship Id="rId5" Type="http://schemas.openxmlformats.org/officeDocument/2006/relationships/image" Target="../media/image3.png"/><Relationship Id="rId10" Type="http://schemas.openxmlformats.org/officeDocument/2006/relationships/image" Target="../media/image58.svg"/><Relationship Id="rId4" Type="http://schemas.openxmlformats.org/officeDocument/2006/relationships/image" Target="../media/image54.svg"/><Relationship Id="rId9" Type="http://schemas.openxmlformats.org/officeDocument/2006/relationships/image" Target="../media/image57.png"/></Relationships>
</file>

<file path=ppt/diagrams/_rels/drawing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sv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64.sv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svg"/><Relationship Id="rId4" Type="http://schemas.openxmlformats.org/officeDocument/2006/relationships/image" Target="../media/image62.svg"/><Relationship Id="rId9" Type="http://schemas.openxmlformats.org/officeDocument/2006/relationships/image" Target="../media/image67.png"/></Relationships>
</file>

<file path=ppt/diagrams/_rels/drawing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sv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6.sv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svg"/><Relationship Id="rId4" Type="http://schemas.openxmlformats.org/officeDocument/2006/relationships/image" Target="../media/image74.svg"/><Relationship Id="rId9" Type="http://schemas.openxmlformats.org/officeDocument/2006/relationships/image" Target="../media/image79.png"/></Relationships>
</file>

<file path=ppt/diagrams/_rels/drawing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85.png"/><Relationship Id="rId7" Type="http://schemas.openxmlformats.org/officeDocument/2006/relationships/image" Target="../media/image15.png"/><Relationship Id="rId2" Type="http://schemas.openxmlformats.org/officeDocument/2006/relationships/image" Target="../media/image84.svg"/><Relationship Id="rId1" Type="http://schemas.openxmlformats.org/officeDocument/2006/relationships/image" Target="../media/image83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10" Type="http://schemas.openxmlformats.org/officeDocument/2006/relationships/image" Target="../media/image46.svg"/><Relationship Id="rId4" Type="http://schemas.openxmlformats.org/officeDocument/2006/relationships/image" Target="../media/image86.svg"/><Relationship Id="rId9" Type="http://schemas.openxmlformats.org/officeDocument/2006/relationships/image" Target="../media/image45.png"/></Relationships>
</file>

<file path=ppt/diagrams/_rels/drawing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96.png"/><Relationship Id="rId3" Type="http://schemas.openxmlformats.org/officeDocument/2006/relationships/image" Target="../media/image11.png"/><Relationship Id="rId7" Type="http://schemas.openxmlformats.org/officeDocument/2006/relationships/image" Target="../media/image92.png"/><Relationship Id="rId12" Type="http://schemas.openxmlformats.org/officeDocument/2006/relationships/image" Target="../media/image64.sv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8.svg"/><Relationship Id="rId11" Type="http://schemas.openxmlformats.org/officeDocument/2006/relationships/image" Target="../media/image63.png"/><Relationship Id="rId5" Type="http://schemas.openxmlformats.org/officeDocument/2006/relationships/image" Target="../media/image7.png"/><Relationship Id="rId10" Type="http://schemas.openxmlformats.org/officeDocument/2006/relationships/image" Target="../media/image95.svg"/><Relationship Id="rId4" Type="http://schemas.openxmlformats.org/officeDocument/2006/relationships/image" Target="../media/image12.svg"/><Relationship Id="rId9" Type="http://schemas.openxmlformats.org/officeDocument/2006/relationships/image" Target="../media/image94.png"/><Relationship Id="rId14" Type="http://schemas.openxmlformats.org/officeDocument/2006/relationships/image" Target="../media/image97.svg"/></Relationships>
</file>

<file path=ppt/diagrams/_rels/drawing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101.svg"/></Relationships>
</file>

<file path=ppt/diagrams/_rels/drawing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svg"/><Relationship Id="rId1" Type="http://schemas.openxmlformats.org/officeDocument/2006/relationships/image" Target="../media/image104.png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10" Type="http://schemas.openxmlformats.org/officeDocument/2006/relationships/image" Target="../media/image113.svg"/><Relationship Id="rId4" Type="http://schemas.openxmlformats.org/officeDocument/2006/relationships/image" Target="../media/image107.svg"/><Relationship Id="rId9" Type="http://schemas.openxmlformats.org/officeDocument/2006/relationships/image" Target="../media/image112.png"/></Relationships>
</file>

<file path=ppt/diagrams/_rels/drawing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svg"/><Relationship Id="rId3" Type="http://schemas.openxmlformats.org/officeDocument/2006/relationships/image" Target="../media/image116.png"/><Relationship Id="rId7" Type="http://schemas.openxmlformats.org/officeDocument/2006/relationships/image" Target="../media/image118.png"/><Relationship Id="rId2" Type="http://schemas.openxmlformats.org/officeDocument/2006/relationships/image" Target="../media/image115.svg"/><Relationship Id="rId1" Type="http://schemas.openxmlformats.org/officeDocument/2006/relationships/image" Target="../media/image114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21.svg"/><Relationship Id="rId4" Type="http://schemas.openxmlformats.org/officeDocument/2006/relationships/image" Target="../media/image117.svg"/><Relationship Id="rId9" Type="http://schemas.openxmlformats.org/officeDocument/2006/relationships/image" Target="../media/image120.png"/></Relationships>
</file>

<file path=ppt/diagrams/_rels/drawing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svg"/><Relationship Id="rId3" Type="http://schemas.openxmlformats.org/officeDocument/2006/relationships/image" Target="../media/image123.png"/><Relationship Id="rId7" Type="http://schemas.openxmlformats.org/officeDocument/2006/relationships/image" Target="../media/image118.png"/><Relationship Id="rId2" Type="http://schemas.openxmlformats.org/officeDocument/2006/relationships/image" Target="../media/image122.svg"/><Relationship Id="rId1" Type="http://schemas.openxmlformats.org/officeDocument/2006/relationships/image" Target="../media/image120.png"/><Relationship Id="rId6" Type="http://schemas.openxmlformats.org/officeDocument/2006/relationships/image" Target="../media/image126.svg"/><Relationship Id="rId5" Type="http://schemas.openxmlformats.org/officeDocument/2006/relationships/image" Target="../media/image125.png"/><Relationship Id="rId10" Type="http://schemas.openxmlformats.org/officeDocument/2006/relationships/image" Target="../media/image129.svg"/><Relationship Id="rId4" Type="http://schemas.openxmlformats.org/officeDocument/2006/relationships/image" Target="../media/image124.svg"/><Relationship Id="rId9" Type="http://schemas.openxmlformats.org/officeDocument/2006/relationships/image" Target="../media/image128.png"/></Relationships>
</file>

<file path=ppt/diagrams/_rels/drawing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3.png"/><Relationship Id="rId7" Type="http://schemas.openxmlformats.org/officeDocument/2006/relationships/image" Target="../media/image65.png"/><Relationship Id="rId2" Type="http://schemas.openxmlformats.org/officeDocument/2006/relationships/image" Target="../media/image131.svg"/><Relationship Id="rId1" Type="http://schemas.openxmlformats.org/officeDocument/2006/relationships/image" Target="../media/image130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4.svg"/></Relationships>
</file>

<file path=ppt/diagrams/_rels/drawing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svg"/><Relationship Id="rId3" Type="http://schemas.openxmlformats.org/officeDocument/2006/relationships/image" Target="../media/image118.png"/><Relationship Id="rId7" Type="http://schemas.openxmlformats.org/officeDocument/2006/relationships/image" Target="../media/image128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119.svg"/><Relationship Id="rId9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B8B1FB-8C78-422F-81F3-5CF774EC9C49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981E930-F2CC-473B-BC07-1FF7DCB3B194}">
      <dgm:prSet/>
      <dgm:spPr/>
      <dgm:t>
        <a:bodyPr/>
        <a:lstStyle/>
        <a:p>
          <a:r>
            <a:rPr lang="en-US"/>
            <a:t>Communicating</a:t>
          </a:r>
        </a:p>
      </dgm:t>
    </dgm:pt>
    <dgm:pt modelId="{C37E6909-E69D-4A4B-94F2-692F9D67724A}" type="parTrans" cxnId="{EE278AE0-E68D-4B7D-8514-18D0B0FB1F22}">
      <dgm:prSet/>
      <dgm:spPr/>
      <dgm:t>
        <a:bodyPr/>
        <a:lstStyle/>
        <a:p>
          <a:endParaRPr lang="en-US"/>
        </a:p>
      </dgm:t>
    </dgm:pt>
    <dgm:pt modelId="{19FEA8E1-FD1C-4754-90E6-39F0E7CAD438}" type="sibTrans" cxnId="{EE278AE0-E68D-4B7D-8514-18D0B0FB1F22}">
      <dgm:prSet/>
      <dgm:spPr/>
      <dgm:t>
        <a:bodyPr/>
        <a:lstStyle/>
        <a:p>
          <a:endParaRPr lang="en-US"/>
        </a:p>
      </dgm:t>
    </dgm:pt>
    <dgm:pt modelId="{17EB5111-C904-4F21-BB00-E372D4ED59AF}">
      <dgm:prSet/>
      <dgm:spPr/>
      <dgm:t>
        <a:bodyPr/>
        <a:lstStyle/>
        <a:p>
          <a:r>
            <a:rPr lang="en-US"/>
            <a:t>Communicating cyber risk to executives</a:t>
          </a:r>
        </a:p>
      </dgm:t>
    </dgm:pt>
    <dgm:pt modelId="{B15660D6-B087-47D3-A946-EDE2DCE9F0AA}" type="parTrans" cxnId="{FAFEE869-EB0E-4732-AC7A-CD2A0A6A8838}">
      <dgm:prSet/>
      <dgm:spPr/>
      <dgm:t>
        <a:bodyPr/>
        <a:lstStyle/>
        <a:p>
          <a:endParaRPr lang="en-US"/>
        </a:p>
      </dgm:t>
    </dgm:pt>
    <dgm:pt modelId="{011E8D24-1316-4985-B3CA-F120AE840719}" type="sibTrans" cxnId="{FAFEE869-EB0E-4732-AC7A-CD2A0A6A8838}">
      <dgm:prSet/>
      <dgm:spPr/>
      <dgm:t>
        <a:bodyPr/>
        <a:lstStyle/>
        <a:p>
          <a:endParaRPr lang="en-US"/>
        </a:p>
      </dgm:t>
    </dgm:pt>
    <dgm:pt modelId="{5F30DE52-4678-425F-ACAC-C151AD91373A}">
      <dgm:prSet/>
      <dgm:spPr/>
      <dgm:t>
        <a:bodyPr/>
        <a:lstStyle/>
        <a:p>
          <a:r>
            <a:rPr lang="en-US"/>
            <a:t>Explaining</a:t>
          </a:r>
        </a:p>
      </dgm:t>
    </dgm:pt>
    <dgm:pt modelId="{19C7A55D-BB74-425A-AAF2-5C38C43E0524}" type="parTrans" cxnId="{7F1D43CD-D425-4FF8-836B-77185A48AC76}">
      <dgm:prSet/>
      <dgm:spPr/>
      <dgm:t>
        <a:bodyPr/>
        <a:lstStyle/>
        <a:p>
          <a:endParaRPr lang="en-US"/>
        </a:p>
      </dgm:t>
    </dgm:pt>
    <dgm:pt modelId="{48A93979-E09B-4944-9D3B-B94DBBC9FE7E}" type="sibTrans" cxnId="{7F1D43CD-D425-4FF8-836B-77185A48AC76}">
      <dgm:prSet/>
      <dgm:spPr/>
      <dgm:t>
        <a:bodyPr/>
        <a:lstStyle/>
        <a:p>
          <a:endParaRPr lang="en-US"/>
        </a:p>
      </dgm:t>
    </dgm:pt>
    <dgm:pt modelId="{F3FA2B93-0D74-44B0-A074-9DDDC651B267}">
      <dgm:prSet/>
      <dgm:spPr/>
      <dgm:t>
        <a:bodyPr/>
        <a:lstStyle/>
        <a:p>
          <a:r>
            <a:rPr lang="en-US"/>
            <a:t>Explaining technical findings to non‑technical teams</a:t>
          </a:r>
        </a:p>
      </dgm:t>
    </dgm:pt>
    <dgm:pt modelId="{09D28E05-50B3-4F13-9F8C-3FE5DCA01FDF}" type="parTrans" cxnId="{CF67F9E4-877A-4204-A7F6-C17A32E3A009}">
      <dgm:prSet/>
      <dgm:spPr/>
      <dgm:t>
        <a:bodyPr/>
        <a:lstStyle/>
        <a:p>
          <a:endParaRPr lang="en-US"/>
        </a:p>
      </dgm:t>
    </dgm:pt>
    <dgm:pt modelId="{DA92B3AE-1E3F-46F9-B4EB-6FAEEFFC1B71}" type="sibTrans" cxnId="{CF67F9E4-877A-4204-A7F6-C17A32E3A009}">
      <dgm:prSet/>
      <dgm:spPr/>
      <dgm:t>
        <a:bodyPr/>
        <a:lstStyle/>
        <a:p>
          <a:endParaRPr lang="en-US"/>
        </a:p>
      </dgm:t>
    </dgm:pt>
    <dgm:pt modelId="{F645AC06-5B03-4539-80F3-E3682C0A4B5F}">
      <dgm:prSet/>
      <dgm:spPr/>
      <dgm:t>
        <a:bodyPr/>
        <a:lstStyle/>
        <a:p>
          <a:r>
            <a:rPr lang="en-US"/>
            <a:t>Handling</a:t>
          </a:r>
        </a:p>
      </dgm:t>
    </dgm:pt>
    <dgm:pt modelId="{6AEE4DA3-50FB-4B0B-A28D-E124C657D13F}" type="parTrans" cxnId="{CB12317C-ACA8-4BE2-B2AC-269629626F52}">
      <dgm:prSet/>
      <dgm:spPr/>
      <dgm:t>
        <a:bodyPr/>
        <a:lstStyle/>
        <a:p>
          <a:endParaRPr lang="en-US"/>
        </a:p>
      </dgm:t>
    </dgm:pt>
    <dgm:pt modelId="{FC61735F-6EEE-4262-9C1D-0998B5F8EC56}" type="sibTrans" cxnId="{CB12317C-ACA8-4BE2-B2AC-269629626F52}">
      <dgm:prSet/>
      <dgm:spPr/>
      <dgm:t>
        <a:bodyPr/>
        <a:lstStyle/>
        <a:p>
          <a:endParaRPr lang="en-US"/>
        </a:p>
      </dgm:t>
    </dgm:pt>
    <dgm:pt modelId="{A4F66042-A210-4441-88C0-AA30D64A3910}">
      <dgm:prSet/>
      <dgm:spPr/>
      <dgm:t>
        <a:bodyPr/>
        <a:lstStyle/>
        <a:p>
          <a:r>
            <a:rPr lang="en-US"/>
            <a:t>Handling disagreement during incident response</a:t>
          </a:r>
        </a:p>
      </dgm:t>
    </dgm:pt>
    <dgm:pt modelId="{074A20D9-E1B5-4094-807E-5D8F82A112C4}" type="parTrans" cxnId="{7994BCB6-5CC4-473F-9EA5-433EE905242A}">
      <dgm:prSet/>
      <dgm:spPr/>
      <dgm:t>
        <a:bodyPr/>
        <a:lstStyle/>
        <a:p>
          <a:endParaRPr lang="en-US"/>
        </a:p>
      </dgm:t>
    </dgm:pt>
    <dgm:pt modelId="{5DEF444F-236D-4658-8DF7-5B7CD3404734}" type="sibTrans" cxnId="{7994BCB6-5CC4-473F-9EA5-433EE905242A}">
      <dgm:prSet/>
      <dgm:spPr/>
      <dgm:t>
        <a:bodyPr/>
        <a:lstStyle/>
        <a:p>
          <a:endParaRPr lang="en-US"/>
        </a:p>
      </dgm:t>
    </dgm:pt>
    <dgm:pt modelId="{72039525-02D3-474B-923A-0D56D825113B}">
      <dgm:prSet/>
      <dgm:spPr/>
      <dgm:t>
        <a:bodyPr/>
        <a:lstStyle/>
        <a:p>
          <a:r>
            <a:rPr lang="en-US"/>
            <a:t>Communicating</a:t>
          </a:r>
        </a:p>
      </dgm:t>
    </dgm:pt>
    <dgm:pt modelId="{77632180-808A-422A-B886-406FBB220015}" type="parTrans" cxnId="{69BA8D7A-4138-40FD-944A-7C8F304CA11A}">
      <dgm:prSet/>
      <dgm:spPr/>
      <dgm:t>
        <a:bodyPr/>
        <a:lstStyle/>
        <a:p>
          <a:endParaRPr lang="en-US"/>
        </a:p>
      </dgm:t>
    </dgm:pt>
    <dgm:pt modelId="{E1BBDC1B-44AB-4E05-B432-D6BD978BFC97}" type="sibTrans" cxnId="{69BA8D7A-4138-40FD-944A-7C8F304CA11A}">
      <dgm:prSet/>
      <dgm:spPr/>
      <dgm:t>
        <a:bodyPr/>
        <a:lstStyle/>
        <a:p>
          <a:endParaRPr lang="en-US"/>
        </a:p>
      </dgm:t>
    </dgm:pt>
    <dgm:pt modelId="{274478EA-7AB2-4F39-80F1-7227896D2CC4}">
      <dgm:prSet/>
      <dgm:spPr/>
      <dgm:t>
        <a:bodyPr/>
        <a:lstStyle/>
        <a:p>
          <a:r>
            <a:rPr lang="en-US"/>
            <a:t>Communicating clearly under pressure</a:t>
          </a:r>
        </a:p>
      </dgm:t>
    </dgm:pt>
    <dgm:pt modelId="{83589452-8932-4B8C-A453-2CD7E2BF3D60}" type="parTrans" cxnId="{E8F6B513-88DB-43F1-A589-644A35AC93C0}">
      <dgm:prSet/>
      <dgm:spPr/>
      <dgm:t>
        <a:bodyPr/>
        <a:lstStyle/>
        <a:p>
          <a:endParaRPr lang="en-US"/>
        </a:p>
      </dgm:t>
    </dgm:pt>
    <dgm:pt modelId="{B481487F-8CBD-481B-91EB-95D6C303B480}" type="sibTrans" cxnId="{E8F6B513-88DB-43F1-A589-644A35AC93C0}">
      <dgm:prSet/>
      <dgm:spPr/>
      <dgm:t>
        <a:bodyPr/>
        <a:lstStyle/>
        <a:p>
          <a:endParaRPr lang="en-US"/>
        </a:p>
      </dgm:t>
    </dgm:pt>
    <dgm:pt modelId="{CEEB3CDC-D337-4D6A-86BD-230D05527AA2}">
      <dgm:prSet/>
      <dgm:spPr/>
      <dgm:t>
        <a:bodyPr/>
        <a:lstStyle/>
        <a:p>
          <a:r>
            <a:rPr lang="en-US"/>
            <a:t>Leading</a:t>
          </a:r>
        </a:p>
      </dgm:t>
    </dgm:pt>
    <dgm:pt modelId="{C07E7630-279F-4718-AAC0-19AEDF204CB2}" type="parTrans" cxnId="{44AAAA07-B3FD-41C1-8C34-C81ADC3A87B9}">
      <dgm:prSet/>
      <dgm:spPr/>
      <dgm:t>
        <a:bodyPr/>
        <a:lstStyle/>
        <a:p>
          <a:endParaRPr lang="en-US"/>
        </a:p>
      </dgm:t>
    </dgm:pt>
    <dgm:pt modelId="{296CA792-9830-4926-8ECE-CF3573E2A645}" type="sibTrans" cxnId="{44AAAA07-B3FD-41C1-8C34-C81ADC3A87B9}">
      <dgm:prSet/>
      <dgm:spPr/>
      <dgm:t>
        <a:bodyPr/>
        <a:lstStyle/>
        <a:p>
          <a:endParaRPr lang="en-US"/>
        </a:p>
      </dgm:t>
    </dgm:pt>
    <dgm:pt modelId="{5ECAA8F0-3190-4B3E-B884-5479887336C4}">
      <dgm:prSet/>
      <dgm:spPr/>
      <dgm:t>
        <a:bodyPr/>
        <a:lstStyle/>
        <a:p>
          <a:r>
            <a:rPr lang="en-US"/>
            <a:t>Leading communication in Red vs Blue simulation</a:t>
          </a:r>
        </a:p>
      </dgm:t>
    </dgm:pt>
    <dgm:pt modelId="{5578B56A-585A-40BC-A84B-DA37764EBE56}" type="parTrans" cxnId="{E929798C-D875-4AD7-85D8-3C737B215DA2}">
      <dgm:prSet/>
      <dgm:spPr/>
      <dgm:t>
        <a:bodyPr/>
        <a:lstStyle/>
        <a:p>
          <a:endParaRPr lang="en-US"/>
        </a:p>
      </dgm:t>
    </dgm:pt>
    <dgm:pt modelId="{D3CC2BB9-A42D-4933-9890-3BF8100FF947}" type="sibTrans" cxnId="{E929798C-D875-4AD7-85D8-3C737B215DA2}">
      <dgm:prSet/>
      <dgm:spPr/>
      <dgm:t>
        <a:bodyPr/>
        <a:lstStyle/>
        <a:p>
          <a:endParaRPr lang="en-US"/>
        </a:p>
      </dgm:t>
    </dgm:pt>
    <dgm:pt modelId="{BF78A192-FBF1-407A-BA6A-8CE48E15F35E}" type="pres">
      <dgm:prSet presAssocID="{68B8B1FB-8C78-422F-81F3-5CF774EC9C49}" presName="Name0" presStyleCnt="0">
        <dgm:presLayoutVars>
          <dgm:dir/>
          <dgm:animLvl val="lvl"/>
          <dgm:resizeHandles val="exact"/>
        </dgm:presLayoutVars>
      </dgm:prSet>
      <dgm:spPr/>
    </dgm:pt>
    <dgm:pt modelId="{FF585144-A8E8-4967-ADC3-5880852CCD2E}" type="pres">
      <dgm:prSet presAssocID="{E981E930-F2CC-473B-BC07-1FF7DCB3B194}" presName="linNode" presStyleCnt="0"/>
      <dgm:spPr/>
    </dgm:pt>
    <dgm:pt modelId="{3D2D4F23-78FC-400A-B973-AA434216C999}" type="pres">
      <dgm:prSet presAssocID="{E981E930-F2CC-473B-BC07-1FF7DCB3B194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4D491CA7-5B34-472E-B06A-311CC3E8D379}" type="pres">
      <dgm:prSet presAssocID="{E981E930-F2CC-473B-BC07-1FF7DCB3B194}" presName="descendantText" presStyleLbl="alignAccFollowNode1" presStyleIdx="0" presStyleCnt="5">
        <dgm:presLayoutVars>
          <dgm:bulletEnabled/>
        </dgm:presLayoutVars>
      </dgm:prSet>
      <dgm:spPr/>
    </dgm:pt>
    <dgm:pt modelId="{C4AEE811-DD55-4792-90E9-5C50887AA568}" type="pres">
      <dgm:prSet presAssocID="{19FEA8E1-FD1C-4754-90E6-39F0E7CAD438}" presName="sp" presStyleCnt="0"/>
      <dgm:spPr/>
    </dgm:pt>
    <dgm:pt modelId="{D54B5264-2BD1-41B1-9FBF-4E67F61D533B}" type="pres">
      <dgm:prSet presAssocID="{5F30DE52-4678-425F-ACAC-C151AD91373A}" presName="linNode" presStyleCnt="0"/>
      <dgm:spPr/>
    </dgm:pt>
    <dgm:pt modelId="{0D41FA21-6512-4B53-B895-42EF7741764E}" type="pres">
      <dgm:prSet presAssocID="{5F30DE52-4678-425F-ACAC-C151AD91373A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B8EC2927-95E9-4068-998C-A64D8AA3C18C}" type="pres">
      <dgm:prSet presAssocID="{5F30DE52-4678-425F-ACAC-C151AD91373A}" presName="descendantText" presStyleLbl="alignAccFollowNode1" presStyleIdx="1" presStyleCnt="5">
        <dgm:presLayoutVars>
          <dgm:bulletEnabled/>
        </dgm:presLayoutVars>
      </dgm:prSet>
      <dgm:spPr/>
    </dgm:pt>
    <dgm:pt modelId="{9CA3ACFC-350B-45DE-B9E9-1744D71E0338}" type="pres">
      <dgm:prSet presAssocID="{48A93979-E09B-4944-9D3B-B94DBBC9FE7E}" presName="sp" presStyleCnt="0"/>
      <dgm:spPr/>
    </dgm:pt>
    <dgm:pt modelId="{FDC38E9C-1845-4ED2-927A-8244C70D21DF}" type="pres">
      <dgm:prSet presAssocID="{F645AC06-5B03-4539-80F3-E3682C0A4B5F}" presName="linNode" presStyleCnt="0"/>
      <dgm:spPr/>
    </dgm:pt>
    <dgm:pt modelId="{B7846ADB-A415-4D27-91B8-95276458F66B}" type="pres">
      <dgm:prSet presAssocID="{F645AC06-5B03-4539-80F3-E3682C0A4B5F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EA557D91-7C40-487F-B4F9-2034E4F1D7EC}" type="pres">
      <dgm:prSet presAssocID="{F645AC06-5B03-4539-80F3-E3682C0A4B5F}" presName="descendantText" presStyleLbl="alignAccFollowNode1" presStyleIdx="2" presStyleCnt="5">
        <dgm:presLayoutVars>
          <dgm:bulletEnabled/>
        </dgm:presLayoutVars>
      </dgm:prSet>
      <dgm:spPr/>
    </dgm:pt>
    <dgm:pt modelId="{7C4FFAA4-80D8-4BE3-B7C1-0AA27B9E3993}" type="pres">
      <dgm:prSet presAssocID="{FC61735F-6EEE-4262-9C1D-0998B5F8EC56}" presName="sp" presStyleCnt="0"/>
      <dgm:spPr/>
    </dgm:pt>
    <dgm:pt modelId="{471C24CB-78BC-4475-9A8F-F88A12359E85}" type="pres">
      <dgm:prSet presAssocID="{72039525-02D3-474B-923A-0D56D825113B}" presName="linNode" presStyleCnt="0"/>
      <dgm:spPr/>
    </dgm:pt>
    <dgm:pt modelId="{EBC76BC8-B9CF-4B22-9121-482980EE588B}" type="pres">
      <dgm:prSet presAssocID="{72039525-02D3-474B-923A-0D56D825113B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BE8ACC02-1068-4F17-9252-6C8303B65EF1}" type="pres">
      <dgm:prSet presAssocID="{72039525-02D3-474B-923A-0D56D825113B}" presName="descendantText" presStyleLbl="alignAccFollowNode1" presStyleIdx="3" presStyleCnt="5">
        <dgm:presLayoutVars>
          <dgm:bulletEnabled/>
        </dgm:presLayoutVars>
      </dgm:prSet>
      <dgm:spPr/>
    </dgm:pt>
    <dgm:pt modelId="{3C60DD34-A5D7-4E6A-B376-3F6B352EDED5}" type="pres">
      <dgm:prSet presAssocID="{E1BBDC1B-44AB-4E05-B432-D6BD978BFC97}" presName="sp" presStyleCnt="0"/>
      <dgm:spPr/>
    </dgm:pt>
    <dgm:pt modelId="{30414E39-6CE3-4D15-BA65-A5D527A0B4CC}" type="pres">
      <dgm:prSet presAssocID="{CEEB3CDC-D337-4D6A-86BD-230D05527AA2}" presName="linNode" presStyleCnt="0"/>
      <dgm:spPr/>
    </dgm:pt>
    <dgm:pt modelId="{4C16892A-039C-400C-9C37-2388BEDD8E9A}" type="pres">
      <dgm:prSet presAssocID="{CEEB3CDC-D337-4D6A-86BD-230D05527AA2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F41C8241-2D8F-4DE9-B314-299D01144B83}" type="pres">
      <dgm:prSet presAssocID="{CEEB3CDC-D337-4D6A-86BD-230D05527AA2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44AAAA07-B3FD-41C1-8C34-C81ADC3A87B9}" srcId="{68B8B1FB-8C78-422F-81F3-5CF774EC9C49}" destId="{CEEB3CDC-D337-4D6A-86BD-230D05527AA2}" srcOrd="4" destOrd="0" parTransId="{C07E7630-279F-4718-AAC0-19AEDF204CB2}" sibTransId="{296CA792-9830-4926-8ECE-CF3573E2A645}"/>
    <dgm:cxn modelId="{E8F6B513-88DB-43F1-A589-644A35AC93C0}" srcId="{72039525-02D3-474B-923A-0D56D825113B}" destId="{274478EA-7AB2-4F39-80F1-7227896D2CC4}" srcOrd="0" destOrd="0" parTransId="{83589452-8932-4B8C-A453-2CD7E2BF3D60}" sibTransId="{B481487F-8CBD-481B-91EB-95D6C303B480}"/>
    <dgm:cxn modelId="{862DAB2C-004F-4332-96D8-9D0F8B3A425D}" type="presOf" srcId="{E981E930-F2CC-473B-BC07-1FF7DCB3B194}" destId="{3D2D4F23-78FC-400A-B973-AA434216C999}" srcOrd="0" destOrd="0" presId="urn:microsoft.com/office/officeart/2016/7/layout/VerticalSolidActionList"/>
    <dgm:cxn modelId="{4E686934-A5D8-4436-99B3-BE4044E34E54}" type="presOf" srcId="{5F30DE52-4678-425F-ACAC-C151AD91373A}" destId="{0D41FA21-6512-4B53-B895-42EF7741764E}" srcOrd="0" destOrd="0" presId="urn:microsoft.com/office/officeart/2016/7/layout/VerticalSolidActionList"/>
    <dgm:cxn modelId="{8EA1EA65-E7E9-4FE0-9DBF-251A3BAD89E4}" type="presOf" srcId="{5ECAA8F0-3190-4B3E-B884-5479887336C4}" destId="{F41C8241-2D8F-4DE9-B314-299D01144B83}" srcOrd="0" destOrd="0" presId="urn:microsoft.com/office/officeart/2016/7/layout/VerticalSolidActionList"/>
    <dgm:cxn modelId="{FAFEE869-EB0E-4732-AC7A-CD2A0A6A8838}" srcId="{E981E930-F2CC-473B-BC07-1FF7DCB3B194}" destId="{17EB5111-C904-4F21-BB00-E372D4ED59AF}" srcOrd="0" destOrd="0" parTransId="{B15660D6-B087-47D3-A946-EDE2DCE9F0AA}" sibTransId="{011E8D24-1316-4985-B3CA-F120AE840719}"/>
    <dgm:cxn modelId="{AB56EF4F-6FC6-42FC-B8C1-07E8A6422106}" type="presOf" srcId="{72039525-02D3-474B-923A-0D56D825113B}" destId="{EBC76BC8-B9CF-4B22-9121-482980EE588B}" srcOrd="0" destOrd="0" presId="urn:microsoft.com/office/officeart/2016/7/layout/VerticalSolidActionList"/>
    <dgm:cxn modelId="{69BA8D7A-4138-40FD-944A-7C8F304CA11A}" srcId="{68B8B1FB-8C78-422F-81F3-5CF774EC9C49}" destId="{72039525-02D3-474B-923A-0D56D825113B}" srcOrd="3" destOrd="0" parTransId="{77632180-808A-422A-B886-406FBB220015}" sibTransId="{E1BBDC1B-44AB-4E05-B432-D6BD978BFC97}"/>
    <dgm:cxn modelId="{CB12317C-ACA8-4BE2-B2AC-269629626F52}" srcId="{68B8B1FB-8C78-422F-81F3-5CF774EC9C49}" destId="{F645AC06-5B03-4539-80F3-E3682C0A4B5F}" srcOrd="2" destOrd="0" parTransId="{6AEE4DA3-50FB-4B0B-A28D-E124C657D13F}" sibTransId="{FC61735F-6EEE-4262-9C1D-0998B5F8EC56}"/>
    <dgm:cxn modelId="{E929798C-D875-4AD7-85D8-3C737B215DA2}" srcId="{CEEB3CDC-D337-4D6A-86BD-230D05527AA2}" destId="{5ECAA8F0-3190-4B3E-B884-5479887336C4}" srcOrd="0" destOrd="0" parTransId="{5578B56A-585A-40BC-A84B-DA37764EBE56}" sibTransId="{D3CC2BB9-A42D-4933-9890-3BF8100FF947}"/>
    <dgm:cxn modelId="{1BC6809A-BF2F-4882-B305-35600B413C52}" type="presOf" srcId="{274478EA-7AB2-4F39-80F1-7227896D2CC4}" destId="{BE8ACC02-1068-4F17-9252-6C8303B65EF1}" srcOrd="0" destOrd="0" presId="urn:microsoft.com/office/officeart/2016/7/layout/VerticalSolidActionList"/>
    <dgm:cxn modelId="{462A709B-5B4B-4A4F-839E-9BDF6053C1BC}" type="presOf" srcId="{CEEB3CDC-D337-4D6A-86BD-230D05527AA2}" destId="{4C16892A-039C-400C-9C37-2388BEDD8E9A}" srcOrd="0" destOrd="0" presId="urn:microsoft.com/office/officeart/2016/7/layout/VerticalSolidActionList"/>
    <dgm:cxn modelId="{7994BCB6-5CC4-473F-9EA5-433EE905242A}" srcId="{F645AC06-5B03-4539-80F3-E3682C0A4B5F}" destId="{A4F66042-A210-4441-88C0-AA30D64A3910}" srcOrd="0" destOrd="0" parTransId="{074A20D9-E1B5-4094-807E-5D8F82A112C4}" sibTransId="{5DEF444F-236D-4658-8DF7-5B7CD3404734}"/>
    <dgm:cxn modelId="{BA4E82BE-A615-4764-9F41-521E388DE13C}" type="presOf" srcId="{A4F66042-A210-4441-88C0-AA30D64A3910}" destId="{EA557D91-7C40-487F-B4F9-2034E4F1D7EC}" srcOrd="0" destOrd="0" presId="urn:microsoft.com/office/officeart/2016/7/layout/VerticalSolidActionList"/>
    <dgm:cxn modelId="{D8B71DC4-D13C-40D7-A77A-6223F91C3EC5}" type="presOf" srcId="{68B8B1FB-8C78-422F-81F3-5CF774EC9C49}" destId="{BF78A192-FBF1-407A-BA6A-8CE48E15F35E}" srcOrd="0" destOrd="0" presId="urn:microsoft.com/office/officeart/2016/7/layout/VerticalSolidActionList"/>
    <dgm:cxn modelId="{D16BC1C9-5FE6-470F-A219-94CEFA9429FF}" type="presOf" srcId="{17EB5111-C904-4F21-BB00-E372D4ED59AF}" destId="{4D491CA7-5B34-472E-B06A-311CC3E8D379}" srcOrd="0" destOrd="0" presId="urn:microsoft.com/office/officeart/2016/7/layout/VerticalSolidActionList"/>
    <dgm:cxn modelId="{7F1D43CD-D425-4FF8-836B-77185A48AC76}" srcId="{68B8B1FB-8C78-422F-81F3-5CF774EC9C49}" destId="{5F30DE52-4678-425F-ACAC-C151AD91373A}" srcOrd="1" destOrd="0" parTransId="{19C7A55D-BB74-425A-AAF2-5C38C43E0524}" sibTransId="{48A93979-E09B-4944-9D3B-B94DBBC9FE7E}"/>
    <dgm:cxn modelId="{6E4006D1-F732-4348-B009-78F22E49B000}" type="presOf" srcId="{F645AC06-5B03-4539-80F3-E3682C0A4B5F}" destId="{B7846ADB-A415-4D27-91B8-95276458F66B}" srcOrd="0" destOrd="0" presId="urn:microsoft.com/office/officeart/2016/7/layout/VerticalSolidActionList"/>
    <dgm:cxn modelId="{EE278AE0-E68D-4B7D-8514-18D0B0FB1F22}" srcId="{68B8B1FB-8C78-422F-81F3-5CF774EC9C49}" destId="{E981E930-F2CC-473B-BC07-1FF7DCB3B194}" srcOrd="0" destOrd="0" parTransId="{C37E6909-E69D-4A4B-94F2-692F9D67724A}" sibTransId="{19FEA8E1-FD1C-4754-90E6-39F0E7CAD438}"/>
    <dgm:cxn modelId="{3F3A0FE3-7F1C-4FC6-8D62-E5CCDCA7184D}" type="presOf" srcId="{F3FA2B93-0D74-44B0-A074-9DDDC651B267}" destId="{B8EC2927-95E9-4068-998C-A64D8AA3C18C}" srcOrd="0" destOrd="0" presId="urn:microsoft.com/office/officeart/2016/7/layout/VerticalSolidActionList"/>
    <dgm:cxn modelId="{CF67F9E4-877A-4204-A7F6-C17A32E3A009}" srcId="{5F30DE52-4678-425F-ACAC-C151AD91373A}" destId="{F3FA2B93-0D74-44B0-A074-9DDDC651B267}" srcOrd="0" destOrd="0" parTransId="{09D28E05-50B3-4F13-9F8C-3FE5DCA01FDF}" sibTransId="{DA92B3AE-1E3F-46F9-B4EB-6FAEEFFC1B71}"/>
    <dgm:cxn modelId="{7BE28E82-D968-4F05-8DB2-175F755A12DD}" type="presParOf" srcId="{BF78A192-FBF1-407A-BA6A-8CE48E15F35E}" destId="{FF585144-A8E8-4967-ADC3-5880852CCD2E}" srcOrd="0" destOrd="0" presId="urn:microsoft.com/office/officeart/2016/7/layout/VerticalSolidActionList"/>
    <dgm:cxn modelId="{0A4B702B-A3D7-453C-A8D3-DA76803C797E}" type="presParOf" srcId="{FF585144-A8E8-4967-ADC3-5880852CCD2E}" destId="{3D2D4F23-78FC-400A-B973-AA434216C999}" srcOrd="0" destOrd="0" presId="urn:microsoft.com/office/officeart/2016/7/layout/VerticalSolidActionList"/>
    <dgm:cxn modelId="{DC1EDFE8-65C9-4B40-8FF5-15FC0F3FAD55}" type="presParOf" srcId="{FF585144-A8E8-4967-ADC3-5880852CCD2E}" destId="{4D491CA7-5B34-472E-B06A-311CC3E8D379}" srcOrd="1" destOrd="0" presId="urn:microsoft.com/office/officeart/2016/7/layout/VerticalSolidActionList"/>
    <dgm:cxn modelId="{27EF9EF2-A6A8-419D-90D9-AD377A1D24AC}" type="presParOf" srcId="{BF78A192-FBF1-407A-BA6A-8CE48E15F35E}" destId="{C4AEE811-DD55-4792-90E9-5C50887AA568}" srcOrd="1" destOrd="0" presId="urn:microsoft.com/office/officeart/2016/7/layout/VerticalSolidActionList"/>
    <dgm:cxn modelId="{DC7B73AA-C850-4EB7-8A2E-9D84BCBBE931}" type="presParOf" srcId="{BF78A192-FBF1-407A-BA6A-8CE48E15F35E}" destId="{D54B5264-2BD1-41B1-9FBF-4E67F61D533B}" srcOrd="2" destOrd="0" presId="urn:microsoft.com/office/officeart/2016/7/layout/VerticalSolidActionList"/>
    <dgm:cxn modelId="{02128A21-7BFA-4FDF-8946-436358159A0C}" type="presParOf" srcId="{D54B5264-2BD1-41B1-9FBF-4E67F61D533B}" destId="{0D41FA21-6512-4B53-B895-42EF7741764E}" srcOrd="0" destOrd="0" presId="urn:microsoft.com/office/officeart/2016/7/layout/VerticalSolidActionList"/>
    <dgm:cxn modelId="{34A5F5A1-20CF-430F-8EAB-1DACC058D54B}" type="presParOf" srcId="{D54B5264-2BD1-41B1-9FBF-4E67F61D533B}" destId="{B8EC2927-95E9-4068-998C-A64D8AA3C18C}" srcOrd="1" destOrd="0" presId="urn:microsoft.com/office/officeart/2016/7/layout/VerticalSolidActionList"/>
    <dgm:cxn modelId="{FDEC23BA-1642-48E3-BCED-A628BD1EF8C7}" type="presParOf" srcId="{BF78A192-FBF1-407A-BA6A-8CE48E15F35E}" destId="{9CA3ACFC-350B-45DE-B9E9-1744D71E0338}" srcOrd="3" destOrd="0" presId="urn:microsoft.com/office/officeart/2016/7/layout/VerticalSolidActionList"/>
    <dgm:cxn modelId="{5A459685-29E2-4E62-A94E-9BB074ABA3AE}" type="presParOf" srcId="{BF78A192-FBF1-407A-BA6A-8CE48E15F35E}" destId="{FDC38E9C-1845-4ED2-927A-8244C70D21DF}" srcOrd="4" destOrd="0" presId="urn:microsoft.com/office/officeart/2016/7/layout/VerticalSolidActionList"/>
    <dgm:cxn modelId="{59461EF7-C4D7-401D-A64B-3B8F41CEFC57}" type="presParOf" srcId="{FDC38E9C-1845-4ED2-927A-8244C70D21DF}" destId="{B7846ADB-A415-4D27-91B8-95276458F66B}" srcOrd="0" destOrd="0" presId="urn:microsoft.com/office/officeart/2016/7/layout/VerticalSolidActionList"/>
    <dgm:cxn modelId="{2602694D-1D9D-45F5-ADE4-DBA7D9D961F0}" type="presParOf" srcId="{FDC38E9C-1845-4ED2-927A-8244C70D21DF}" destId="{EA557D91-7C40-487F-B4F9-2034E4F1D7EC}" srcOrd="1" destOrd="0" presId="urn:microsoft.com/office/officeart/2016/7/layout/VerticalSolidActionList"/>
    <dgm:cxn modelId="{D7B16B5E-6F4F-4197-82CA-64D7FDC880DF}" type="presParOf" srcId="{BF78A192-FBF1-407A-BA6A-8CE48E15F35E}" destId="{7C4FFAA4-80D8-4BE3-B7C1-0AA27B9E3993}" srcOrd="5" destOrd="0" presId="urn:microsoft.com/office/officeart/2016/7/layout/VerticalSolidActionList"/>
    <dgm:cxn modelId="{0A1EA146-A510-449D-83BD-30F525C94748}" type="presParOf" srcId="{BF78A192-FBF1-407A-BA6A-8CE48E15F35E}" destId="{471C24CB-78BC-4475-9A8F-F88A12359E85}" srcOrd="6" destOrd="0" presId="urn:microsoft.com/office/officeart/2016/7/layout/VerticalSolidActionList"/>
    <dgm:cxn modelId="{0A25912D-6C50-4EB7-AA1F-03A67033D420}" type="presParOf" srcId="{471C24CB-78BC-4475-9A8F-F88A12359E85}" destId="{EBC76BC8-B9CF-4B22-9121-482980EE588B}" srcOrd="0" destOrd="0" presId="urn:microsoft.com/office/officeart/2016/7/layout/VerticalSolidActionList"/>
    <dgm:cxn modelId="{348C97E7-193E-49E7-BB7C-7D6D3511A422}" type="presParOf" srcId="{471C24CB-78BC-4475-9A8F-F88A12359E85}" destId="{BE8ACC02-1068-4F17-9252-6C8303B65EF1}" srcOrd="1" destOrd="0" presId="urn:microsoft.com/office/officeart/2016/7/layout/VerticalSolidActionList"/>
    <dgm:cxn modelId="{26FC70D7-2C2E-4486-930D-33496207ADEC}" type="presParOf" srcId="{BF78A192-FBF1-407A-BA6A-8CE48E15F35E}" destId="{3C60DD34-A5D7-4E6A-B376-3F6B352EDED5}" srcOrd="7" destOrd="0" presId="urn:microsoft.com/office/officeart/2016/7/layout/VerticalSolidActionList"/>
    <dgm:cxn modelId="{D0E20898-34B1-4F03-A358-CEA36D61C484}" type="presParOf" srcId="{BF78A192-FBF1-407A-BA6A-8CE48E15F35E}" destId="{30414E39-6CE3-4D15-BA65-A5D527A0B4CC}" srcOrd="8" destOrd="0" presId="urn:microsoft.com/office/officeart/2016/7/layout/VerticalSolidActionList"/>
    <dgm:cxn modelId="{8612AE41-E6BB-40D3-AE1D-2FE3DE255086}" type="presParOf" srcId="{30414E39-6CE3-4D15-BA65-A5D527A0B4CC}" destId="{4C16892A-039C-400C-9C37-2388BEDD8E9A}" srcOrd="0" destOrd="0" presId="urn:microsoft.com/office/officeart/2016/7/layout/VerticalSolidActionList"/>
    <dgm:cxn modelId="{AA4F161F-7C68-4B9C-9E2D-862CA6890BB1}" type="presParOf" srcId="{30414E39-6CE3-4D15-BA65-A5D527A0B4CC}" destId="{F41C8241-2D8F-4DE9-B314-299D01144B83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0B0A44-1D59-4163-8AE9-6A57B1F5525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43E8A21-DEC5-4459-B8B2-35256CD9404F}">
      <dgm:prSet/>
      <dgm:spPr/>
      <dgm:t>
        <a:bodyPr/>
        <a:lstStyle/>
        <a:p>
          <a:pPr>
            <a:defRPr cap="all"/>
          </a:pPr>
          <a:r>
            <a:rPr lang="en-US"/>
            <a:t>Why communication is critical in cybersecurity</a:t>
          </a:r>
        </a:p>
      </dgm:t>
    </dgm:pt>
    <dgm:pt modelId="{F2CA90B4-448C-4A31-BC41-9D412E94B7CF}" type="parTrans" cxnId="{92370EC1-767D-4711-8277-7BF90A4B71BB}">
      <dgm:prSet/>
      <dgm:spPr/>
      <dgm:t>
        <a:bodyPr/>
        <a:lstStyle/>
        <a:p>
          <a:endParaRPr lang="en-US"/>
        </a:p>
      </dgm:t>
    </dgm:pt>
    <dgm:pt modelId="{A6D0FEEF-EA1D-49A8-8CE7-9AF0A54DF62B}" type="sibTrans" cxnId="{92370EC1-767D-4711-8277-7BF90A4B71BB}">
      <dgm:prSet/>
      <dgm:spPr/>
      <dgm:t>
        <a:bodyPr/>
        <a:lstStyle/>
        <a:p>
          <a:endParaRPr lang="en-US"/>
        </a:p>
      </dgm:t>
    </dgm:pt>
    <dgm:pt modelId="{34D8C54D-E624-424B-BF23-9F3AA667158F}">
      <dgm:prSet/>
      <dgm:spPr/>
      <dgm:t>
        <a:bodyPr/>
        <a:lstStyle/>
        <a:p>
          <a:pPr>
            <a:defRPr cap="all"/>
          </a:pPr>
          <a:r>
            <a:rPr lang="en-US"/>
            <a:t>How professionals communicate in real cyber environments</a:t>
          </a:r>
        </a:p>
      </dgm:t>
    </dgm:pt>
    <dgm:pt modelId="{2986E78F-F7CD-4F27-9D1F-ADEEAA0E487D}" type="parTrans" cxnId="{528FAC92-281D-40E3-B656-06F68EA6F0EE}">
      <dgm:prSet/>
      <dgm:spPr/>
      <dgm:t>
        <a:bodyPr/>
        <a:lstStyle/>
        <a:p>
          <a:endParaRPr lang="en-US"/>
        </a:p>
      </dgm:t>
    </dgm:pt>
    <dgm:pt modelId="{0BCCE7AC-40B7-4C46-92F7-DE02B7329EB7}" type="sibTrans" cxnId="{528FAC92-281D-40E3-B656-06F68EA6F0EE}">
      <dgm:prSet/>
      <dgm:spPr/>
      <dgm:t>
        <a:bodyPr/>
        <a:lstStyle/>
        <a:p>
          <a:endParaRPr lang="en-US"/>
        </a:p>
      </dgm:t>
    </dgm:pt>
    <dgm:pt modelId="{AE6BECB1-5C59-4588-A5CE-EAEA1EEBDB2D}">
      <dgm:prSet/>
      <dgm:spPr/>
      <dgm:t>
        <a:bodyPr/>
        <a:lstStyle/>
        <a:p>
          <a:pPr>
            <a:defRPr cap="all"/>
          </a:pPr>
          <a:r>
            <a:rPr lang="en-US"/>
            <a:t>Translating cyber risk to business stakeholders</a:t>
          </a:r>
        </a:p>
      </dgm:t>
    </dgm:pt>
    <dgm:pt modelId="{24068F31-6599-4BE3-8F5E-0FAD7D8346EC}" type="parTrans" cxnId="{3F7990B9-A9A5-4CBE-B650-4913AD9F7115}">
      <dgm:prSet/>
      <dgm:spPr/>
      <dgm:t>
        <a:bodyPr/>
        <a:lstStyle/>
        <a:p>
          <a:endParaRPr lang="en-US"/>
        </a:p>
      </dgm:t>
    </dgm:pt>
    <dgm:pt modelId="{AC195877-66D4-49DD-B2A5-EE1C9A9D4B29}" type="sibTrans" cxnId="{3F7990B9-A9A5-4CBE-B650-4913AD9F7115}">
      <dgm:prSet/>
      <dgm:spPr/>
      <dgm:t>
        <a:bodyPr/>
        <a:lstStyle/>
        <a:p>
          <a:endParaRPr lang="en-US"/>
        </a:p>
      </dgm:t>
    </dgm:pt>
    <dgm:pt modelId="{5E726F01-7987-44CD-A914-9B173FDA50DD}">
      <dgm:prSet/>
      <dgm:spPr/>
      <dgm:t>
        <a:bodyPr/>
        <a:lstStyle/>
        <a:p>
          <a:pPr>
            <a:defRPr cap="all"/>
          </a:pPr>
          <a:r>
            <a:rPr lang="en-US"/>
            <a:t>Conflict and disagreement in technical teams</a:t>
          </a:r>
        </a:p>
      </dgm:t>
    </dgm:pt>
    <dgm:pt modelId="{C309F9CA-331B-454D-9E97-383CE29BD5D8}" type="parTrans" cxnId="{D9B02D7E-CA3F-464C-89CE-3296E94C2913}">
      <dgm:prSet/>
      <dgm:spPr/>
      <dgm:t>
        <a:bodyPr/>
        <a:lstStyle/>
        <a:p>
          <a:endParaRPr lang="en-US"/>
        </a:p>
      </dgm:t>
    </dgm:pt>
    <dgm:pt modelId="{A55E5AAB-AB7C-4C9F-B1F2-6E8A31B1EE26}" type="sibTrans" cxnId="{D9B02D7E-CA3F-464C-89CE-3296E94C2913}">
      <dgm:prSet/>
      <dgm:spPr/>
      <dgm:t>
        <a:bodyPr/>
        <a:lstStyle/>
        <a:p>
          <a:endParaRPr lang="en-US"/>
        </a:p>
      </dgm:t>
    </dgm:pt>
    <dgm:pt modelId="{0509722A-8BEA-4183-B63F-10583135DC49}">
      <dgm:prSet/>
      <dgm:spPr/>
      <dgm:t>
        <a:bodyPr/>
        <a:lstStyle/>
        <a:p>
          <a:pPr>
            <a:defRPr cap="all"/>
          </a:pPr>
          <a:r>
            <a:rPr lang="en-US"/>
            <a:t>Red Team vs Blue Team communication simulation</a:t>
          </a:r>
        </a:p>
      </dgm:t>
    </dgm:pt>
    <dgm:pt modelId="{5638CE90-D416-462D-BBEC-616EFEA7D5E2}" type="parTrans" cxnId="{FE0A70F4-A063-4883-B5CF-564CF1BCF189}">
      <dgm:prSet/>
      <dgm:spPr/>
      <dgm:t>
        <a:bodyPr/>
        <a:lstStyle/>
        <a:p>
          <a:endParaRPr lang="en-US"/>
        </a:p>
      </dgm:t>
    </dgm:pt>
    <dgm:pt modelId="{B373ACFA-50AB-440C-9520-B0813CC5C704}" type="sibTrans" cxnId="{FE0A70F4-A063-4883-B5CF-564CF1BCF189}">
      <dgm:prSet/>
      <dgm:spPr/>
      <dgm:t>
        <a:bodyPr/>
        <a:lstStyle/>
        <a:p>
          <a:endParaRPr lang="en-US"/>
        </a:p>
      </dgm:t>
    </dgm:pt>
    <dgm:pt modelId="{8E372016-DDDA-4C67-A06B-FD2BDF3BE3DD}">
      <dgm:prSet/>
      <dgm:spPr/>
      <dgm:t>
        <a:bodyPr/>
        <a:lstStyle/>
        <a:p>
          <a:pPr>
            <a:defRPr cap="all"/>
          </a:pPr>
          <a:r>
            <a:rPr lang="en-US"/>
            <a:t>Communication skill practice and reflection</a:t>
          </a:r>
        </a:p>
      </dgm:t>
    </dgm:pt>
    <dgm:pt modelId="{97468CE4-8322-4DE0-AE42-DE4B7C5B25F6}" type="parTrans" cxnId="{718496DD-3472-4FE4-BA6A-67C782561FF0}">
      <dgm:prSet/>
      <dgm:spPr/>
      <dgm:t>
        <a:bodyPr/>
        <a:lstStyle/>
        <a:p>
          <a:endParaRPr lang="en-US"/>
        </a:p>
      </dgm:t>
    </dgm:pt>
    <dgm:pt modelId="{F4AA57E3-2B76-4FFE-A7DA-7A6A650FDB19}" type="sibTrans" cxnId="{718496DD-3472-4FE4-BA6A-67C782561FF0}">
      <dgm:prSet/>
      <dgm:spPr/>
      <dgm:t>
        <a:bodyPr/>
        <a:lstStyle/>
        <a:p>
          <a:endParaRPr lang="en-US"/>
        </a:p>
      </dgm:t>
    </dgm:pt>
    <dgm:pt modelId="{57D8EC9B-EA17-488E-8183-4AFCA1820440}" type="pres">
      <dgm:prSet presAssocID="{830B0A44-1D59-4163-8AE9-6A57B1F5525D}" presName="root" presStyleCnt="0">
        <dgm:presLayoutVars>
          <dgm:dir/>
          <dgm:resizeHandles val="exact"/>
        </dgm:presLayoutVars>
      </dgm:prSet>
      <dgm:spPr/>
    </dgm:pt>
    <dgm:pt modelId="{C6788442-FE9D-4FD3-B259-F113888DE36F}" type="pres">
      <dgm:prSet presAssocID="{C43E8A21-DEC5-4459-B8B2-35256CD9404F}" presName="compNode" presStyleCnt="0"/>
      <dgm:spPr/>
    </dgm:pt>
    <dgm:pt modelId="{519D5191-AC9A-40C1-84FE-0E649C351B0F}" type="pres">
      <dgm:prSet presAssocID="{C43E8A21-DEC5-4459-B8B2-35256CD9404F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0484646-2C5A-40AE-92F3-BBF0DE8D3045}" type="pres">
      <dgm:prSet presAssocID="{C43E8A21-DEC5-4459-B8B2-35256CD9404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1F557B1-18E6-41B6-AF47-A80A4529C31E}" type="pres">
      <dgm:prSet presAssocID="{C43E8A21-DEC5-4459-B8B2-35256CD9404F}" presName="spaceRect" presStyleCnt="0"/>
      <dgm:spPr/>
    </dgm:pt>
    <dgm:pt modelId="{27B1E638-786F-4DE1-9081-6A051E076F0B}" type="pres">
      <dgm:prSet presAssocID="{C43E8A21-DEC5-4459-B8B2-35256CD9404F}" presName="textRect" presStyleLbl="revTx" presStyleIdx="0" presStyleCnt="6">
        <dgm:presLayoutVars>
          <dgm:chMax val="1"/>
          <dgm:chPref val="1"/>
        </dgm:presLayoutVars>
      </dgm:prSet>
      <dgm:spPr/>
    </dgm:pt>
    <dgm:pt modelId="{F6852F4E-AADA-424D-848E-B2829FD38229}" type="pres">
      <dgm:prSet presAssocID="{A6D0FEEF-EA1D-49A8-8CE7-9AF0A54DF62B}" presName="sibTrans" presStyleCnt="0"/>
      <dgm:spPr/>
    </dgm:pt>
    <dgm:pt modelId="{1982C813-9BE1-4C7D-94FE-01834616C151}" type="pres">
      <dgm:prSet presAssocID="{34D8C54D-E624-424B-BF23-9F3AA667158F}" presName="compNode" presStyleCnt="0"/>
      <dgm:spPr/>
    </dgm:pt>
    <dgm:pt modelId="{A29D858F-9CF6-4395-8E2F-B96C9B539F5D}" type="pres">
      <dgm:prSet presAssocID="{34D8C54D-E624-424B-BF23-9F3AA667158F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2FA08B3-648F-43C7-B46E-9F6F94BF385B}" type="pres">
      <dgm:prSet presAssocID="{34D8C54D-E624-424B-BF23-9F3AA667158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E17331D-8E91-4B3A-A0A3-1B6B1FEDC935}" type="pres">
      <dgm:prSet presAssocID="{34D8C54D-E624-424B-BF23-9F3AA667158F}" presName="spaceRect" presStyleCnt="0"/>
      <dgm:spPr/>
    </dgm:pt>
    <dgm:pt modelId="{489B3ECD-6E9A-460C-904D-4359154D78E3}" type="pres">
      <dgm:prSet presAssocID="{34D8C54D-E624-424B-BF23-9F3AA667158F}" presName="textRect" presStyleLbl="revTx" presStyleIdx="1" presStyleCnt="6">
        <dgm:presLayoutVars>
          <dgm:chMax val="1"/>
          <dgm:chPref val="1"/>
        </dgm:presLayoutVars>
      </dgm:prSet>
      <dgm:spPr/>
    </dgm:pt>
    <dgm:pt modelId="{D6ADFBD4-8456-4FFC-9E03-CEE9DEE7873F}" type="pres">
      <dgm:prSet presAssocID="{0BCCE7AC-40B7-4C46-92F7-DE02B7329EB7}" presName="sibTrans" presStyleCnt="0"/>
      <dgm:spPr/>
    </dgm:pt>
    <dgm:pt modelId="{8F5A821A-5B94-4C48-A93E-98D90B682CA6}" type="pres">
      <dgm:prSet presAssocID="{AE6BECB1-5C59-4588-A5CE-EAEA1EEBDB2D}" presName="compNode" presStyleCnt="0"/>
      <dgm:spPr/>
    </dgm:pt>
    <dgm:pt modelId="{937EF5AF-AB83-441F-85F9-BE8BCD043A7B}" type="pres">
      <dgm:prSet presAssocID="{AE6BECB1-5C59-4588-A5CE-EAEA1EEBDB2D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9DEAE6F-8EEA-4892-B215-6DBBDDBC6A23}" type="pres">
      <dgm:prSet presAssocID="{AE6BECB1-5C59-4588-A5CE-EAEA1EEBDB2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4C96CE24-60A4-4D3B-90E5-A795F0AFB7A3}" type="pres">
      <dgm:prSet presAssocID="{AE6BECB1-5C59-4588-A5CE-EAEA1EEBDB2D}" presName="spaceRect" presStyleCnt="0"/>
      <dgm:spPr/>
    </dgm:pt>
    <dgm:pt modelId="{95C90C35-F7A6-46DF-B128-8D8646744034}" type="pres">
      <dgm:prSet presAssocID="{AE6BECB1-5C59-4588-A5CE-EAEA1EEBDB2D}" presName="textRect" presStyleLbl="revTx" presStyleIdx="2" presStyleCnt="6">
        <dgm:presLayoutVars>
          <dgm:chMax val="1"/>
          <dgm:chPref val="1"/>
        </dgm:presLayoutVars>
      </dgm:prSet>
      <dgm:spPr/>
    </dgm:pt>
    <dgm:pt modelId="{5838E7DE-B87B-4198-A9F9-2583CF5093AE}" type="pres">
      <dgm:prSet presAssocID="{AC195877-66D4-49DD-B2A5-EE1C9A9D4B29}" presName="sibTrans" presStyleCnt="0"/>
      <dgm:spPr/>
    </dgm:pt>
    <dgm:pt modelId="{E9C9AD9F-0349-4AD9-A84C-BFBEEA840E4F}" type="pres">
      <dgm:prSet presAssocID="{5E726F01-7987-44CD-A914-9B173FDA50DD}" presName="compNode" presStyleCnt="0"/>
      <dgm:spPr/>
    </dgm:pt>
    <dgm:pt modelId="{32A23BED-4637-4053-8C2F-139A4897AE10}" type="pres">
      <dgm:prSet presAssocID="{5E726F01-7987-44CD-A914-9B173FDA50DD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13E5429-18B7-45EB-BBC4-2514E7B03B3F}" type="pres">
      <dgm:prSet presAssocID="{5E726F01-7987-44CD-A914-9B173FDA50D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m"/>
        </a:ext>
      </dgm:extLst>
    </dgm:pt>
    <dgm:pt modelId="{E383233D-58DF-4C31-AF98-D866BBD9B59F}" type="pres">
      <dgm:prSet presAssocID="{5E726F01-7987-44CD-A914-9B173FDA50DD}" presName="spaceRect" presStyleCnt="0"/>
      <dgm:spPr/>
    </dgm:pt>
    <dgm:pt modelId="{99057385-66B4-4D6F-8B0E-9C4E769DEF18}" type="pres">
      <dgm:prSet presAssocID="{5E726F01-7987-44CD-A914-9B173FDA50DD}" presName="textRect" presStyleLbl="revTx" presStyleIdx="3" presStyleCnt="6">
        <dgm:presLayoutVars>
          <dgm:chMax val="1"/>
          <dgm:chPref val="1"/>
        </dgm:presLayoutVars>
      </dgm:prSet>
      <dgm:spPr/>
    </dgm:pt>
    <dgm:pt modelId="{3071A00A-AC97-49AF-9492-1168779BC861}" type="pres">
      <dgm:prSet presAssocID="{A55E5AAB-AB7C-4C9F-B1F2-6E8A31B1EE26}" presName="sibTrans" presStyleCnt="0"/>
      <dgm:spPr/>
    </dgm:pt>
    <dgm:pt modelId="{69C261C1-2C8D-4247-9856-06DBD81D4C38}" type="pres">
      <dgm:prSet presAssocID="{0509722A-8BEA-4183-B63F-10583135DC49}" presName="compNode" presStyleCnt="0"/>
      <dgm:spPr/>
    </dgm:pt>
    <dgm:pt modelId="{606F6435-22EE-4981-9A65-952FB86307CE}" type="pres">
      <dgm:prSet presAssocID="{0509722A-8BEA-4183-B63F-10583135DC49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2C248A0-B031-489E-A223-924A0DA12752}" type="pres">
      <dgm:prSet presAssocID="{0509722A-8BEA-4183-B63F-10583135DC4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1145F94-2E9C-4094-BF25-98DD53C73B43}" type="pres">
      <dgm:prSet presAssocID="{0509722A-8BEA-4183-B63F-10583135DC49}" presName="spaceRect" presStyleCnt="0"/>
      <dgm:spPr/>
    </dgm:pt>
    <dgm:pt modelId="{5340FB61-F98B-43D7-BBC8-6AE307FA944E}" type="pres">
      <dgm:prSet presAssocID="{0509722A-8BEA-4183-B63F-10583135DC49}" presName="textRect" presStyleLbl="revTx" presStyleIdx="4" presStyleCnt="6">
        <dgm:presLayoutVars>
          <dgm:chMax val="1"/>
          <dgm:chPref val="1"/>
        </dgm:presLayoutVars>
      </dgm:prSet>
      <dgm:spPr/>
    </dgm:pt>
    <dgm:pt modelId="{0B1A7282-3ABF-49DC-AABE-CF11B70FD46D}" type="pres">
      <dgm:prSet presAssocID="{B373ACFA-50AB-440C-9520-B0813CC5C704}" presName="sibTrans" presStyleCnt="0"/>
      <dgm:spPr/>
    </dgm:pt>
    <dgm:pt modelId="{951E581C-8B22-429B-9FF3-09A2D0058396}" type="pres">
      <dgm:prSet presAssocID="{8E372016-DDDA-4C67-A06B-FD2BDF3BE3DD}" presName="compNode" presStyleCnt="0"/>
      <dgm:spPr/>
    </dgm:pt>
    <dgm:pt modelId="{13640E34-0A9E-48B5-AF5A-B253F2E74DC6}" type="pres">
      <dgm:prSet presAssocID="{8E372016-DDDA-4C67-A06B-FD2BDF3BE3DD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03A95D0-3BC0-45FF-A1A7-DFFBDF79204F}" type="pres">
      <dgm:prSet presAssocID="{8E372016-DDDA-4C67-A06B-FD2BDF3BE3D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431341D-A9AB-4A62-9E1D-10B0137D6C0A}" type="pres">
      <dgm:prSet presAssocID="{8E372016-DDDA-4C67-A06B-FD2BDF3BE3DD}" presName="spaceRect" presStyleCnt="0"/>
      <dgm:spPr/>
    </dgm:pt>
    <dgm:pt modelId="{1E5C9717-E418-4F26-84AB-CCE55B552FAD}" type="pres">
      <dgm:prSet presAssocID="{8E372016-DDDA-4C67-A06B-FD2BDF3BE3D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6DF736A-7EF9-4CB8-B7DD-3EF6C23868DE}" type="presOf" srcId="{34D8C54D-E624-424B-BF23-9F3AA667158F}" destId="{489B3ECD-6E9A-460C-904D-4359154D78E3}" srcOrd="0" destOrd="0" presId="urn:microsoft.com/office/officeart/2018/5/layout/IconLeafLabelList"/>
    <dgm:cxn modelId="{D9B02D7E-CA3F-464C-89CE-3296E94C2913}" srcId="{830B0A44-1D59-4163-8AE9-6A57B1F5525D}" destId="{5E726F01-7987-44CD-A914-9B173FDA50DD}" srcOrd="3" destOrd="0" parTransId="{C309F9CA-331B-454D-9E97-383CE29BD5D8}" sibTransId="{A55E5AAB-AB7C-4C9F-B1F2-6E8A31B1EE26}"/>
    <dgm:cxn modelId="{528FAC92-281D-40E3-B656-06F68EA6F0EE}" srcId="{830B0A44-1D59-4163-8AE9-6A57B1F5525D}" destId="{34D8C54D-E624-424B-BF23-9F3AA667158F}" srcOrd="1" destOrd="0" parTransId="{2986E78F-F7CD-4F27-9D1F-ADEEAA0E487D}" sibTransId="{0BCCE7AC-40B7-4C46-92F7-DE02B7329EB7}"/>
    <dgm:cxn modelId="{54C683A3-7428-4EE0-B7D8-B1798E289C7C}" type="presOf" srcId="{0509722A-8BEA-4183-B63F-10583135DC49}" destId="{5340FB61-F98B-43D7-BBC8-6AE307FA944E}" srcOrd="0" destOrd="0" presId="urn:microsoft.com/office/officeart/2018/5/layout/IconLeafLabelList"/>
    <dgm:cxn modelId="{3F7990B9-A9A5-4CBE-B650-4913AD9F7115}" srcId="{830B0A44-1D59-4163-8AE9-6A57B1F5525D}" destId="{AE6BECB1-5C59-4588-A5CE-EAEA1EEBDB2D}" srcOrd="2" destOrd="0" parTransId="{24068F31-6599-4BE3-8F5E-0FAD7D8346EC}" sibTransId="{AC195877-66D4-49DD-B2A5-EE1C9A9D4B29}"/>
    <dgm:cxn modelId="{1B73F9BD-43C5-4E02-9D79-6EE677949A09}" type="presOf" srcId="{5E726F01-7987-44CD-A914-9B173FDA50DD}" destId="{99057385-66B4-4D6F-8B0E-9C4E769DEF18}" srcOrd="0" destOrd="0" presId="urn:microsoft.com/office/officeart/2018/5/layout/IconLeafLabelList"/>
    <dgm:cxn modelId="{92370EC1-767D-4711-8277-7BF90A4B71BB}" srcId="{830B0A44-1D59-4163-8AE9-6A57B1F5525D}" destId="{C43E8A21-DEC5-4459-B8B2-35256CD9404F}" srcOrd="0" destOrd="0" parTransId="{F2CA90B4-448C-4A31-BC41-9D412E94B7CF}" sibTransId="{A6D0FEEF-EA1D-49A8-8CE7-9AF0A54DF62B}"/>
    <dgm:cxn modelId="{7BE076D2-D6BF-4501-B9F8-F82EA9CF182C}" type="presOf" srcId="{8E372016-DDDA-4C67-A06B-FD2BDF3BE3DD}" destId="{1E5C9717-E418-4F26-84AB-CCE55B552FAD}" srcOrd="0" destOrd="0" presId="urn:microsoft.com/office/officeart/2018/5/layout/IconLeafLabelList"/>
    <dgm:cxn modelId="{718496DD-3472-4FE4-BA6A-67C782561FF0}" srcId="{830B0A44-1D59-4163-8AE9-6A57B1F5525D}" destId="{8E372016-DDDA-4C67-A06B-FD2BDF3BE3DD}" srcOrd="5" destOrd="0" parTransId="{97468CE4-8322-4DE0-AE42-DE4B7C5B25F6}" sibTransId="{F4AA57E3-2B76-4FFE-A7DA-7A6A650FDB19}"/>
    <dgm:cxn modelId="{FE0A70F4-A063-4883-B5CF-564CF1BCF189}" srcId="{830B0A44-1D59-4163-8AE9-6A57B1F5525D}" destId="{0509722A-8BEA-4183-B63F-10583135DC49}" srcOrd="4" destOrd="0" parTransId="{5638CE90-D416-462D-BBEC-616EFEA7D5E2}" sibTransId="{B373ACFA-50AB-440C-9520-B0813CC5C704}"/>
    <dgm:cxn modelId="{F2CB61F5-903C-4430-8B7A-D4D8D6A07F52}" type="presOf" srcId="{AE6BECB1-5C59-4588-A5CE-EAEA1EEBDB2D}" destId="{95C90C35-F7A6-46DF-B128-8D8646744034}" srcOrd="0" destOrd="0" presId="urn:microsoft.com/office/officeart/2018/5/layout/IconLeafLabelList"/>
    <dgm:cxn modelId="{E5E147FB-1539-44C4-8BEB-FB2BB353EFDF}" type="presOf" srcId="{C43E8A21-DEC5-4459-B8B2-35256CD9404F}" destId="{27B1E638-786F-4DE1-9081-6A051E076F0B}" srcOrd="0" destOrd="0" presId="urn:microsoft.com/office/officeart/2018/5/layout/IconLeafLabelList"/>
    <dgm:cxn modelId="{562073FB-9BBE-46A3-A9B4-06CCB45C9D67}" type="presOf" srcId="{830B0A44-1D59-4163-8AE9-6A57B1F5525D}" destId="{57D8EC9B-EA17-488E-8183-4AFCA1820440}" srcOrd="0" destOrd="0" presId="urn:microsoft.com/office/officeart/2018/5/layout/IconLeafLabelList"/>
    <dgm:cxn modelId="{161D970B-8E70-40E7-835F-2CC70DCBB628}" type="presParOf" srcId="{57D8EC9B-EA17-488E-8183-4AFCA1820440}" destId="{C6788442-FE9D-4FD3-B259-F113888DE36F}" srcOrd="0" destOrd="0" presId="urn:microsoft.com/office/officeart/2018/5/layout/IconLeafLabelList"/>
    <dgm:cxn modelId="{54CB62C3-6E9C-4A0C-8928-8CF82A7126E9}" type="presParOf" srcId="{C6788442-FE9D-4FD3-B259-F113888DE36F}" destId="{519D5191-AC9A-40C1-84FE-0E649C351B0F}" srcOrd="0" destOrd="0" presId="urn:microsoft.com/office/officeart/2018/5/layout/IconLeafLabelList"/>
    <dgm:cxn modelId="{1EECE3A0-3680-4437-8668-3F6D1994B82E}" type="presParOf" srcId="{C6788442-FE9D-4FD3-B259-F113888DE36F}" destId="{D0484646-2C5A-40AE-92F3-BBF0DE8D3045}" srcOrd="1" destOrd="0" presId="urn:microsoft.com/office/officeart/2018/5/layout/IconLeafLabelList"/>
    <dgm:cxn modelId="{F401B1BF-DAD6-4A1A-929B-A6038C1228E2}" type="presParOf" srcId="{C6788442-FE9D-4FD3-B259-F113888DE36F}" destId="{11F557B1-18E6-41B6-AF47-A80A4529C31E}" srcOrd="2" destOrd="0" presId="urn:microsoft.com/office/officeart/2018/5/layout/IconLeafLabelList"/>
    <dgm:cxn modelId="{D5B02400-684F-491B-987D-34AEAD666314}" type="presParOf" srcId="{C6788442-FE9D-4FD3-B259-F113888DE36F}" destId="{27B1E638-786F-4DE1-9081-6A051E076F0B}" srcOrd="3" destOrd="0" presId="urn:microsoft.com/office/officeart/2018/5/layout/IconLeafLabelList"/>
    <dgm:cxn modelId="{559D6E6A-D27E-4BC3-8EFF-2EFA7061A97A}" type="presParOf" srcId="{57D8EC9B-EA17-488E-8183-4AFCA1820440}" destId="{F6852F4E-AADA-424D-848E-B2829FD38229}" srcOrd="1" destOrd="0" presId="urn:microsoft.com/office/officeart/2018/5/layout/IconLeafLabelList"/>
    <dgm:cxn modelId="{C70219A0-C0D0-40B1-A7F0-772E9C97122D}" type="presParOf" srcId="{57D8EC9B-EA17-488E-8183-4AFCA1820440}" destId="{1982C813-9BE1-4C7D-94FE-01834616C151}" srcOrd="2" destOrd="0" presId="urn:microsoft.com/office/officeart/2018/5/layout/IconLeafLabelList"/>
    <dgm:cxn modelId="{6760869E-715A-40B2-AFD4-8860DD4E3B84}" type="presParOf" srcId="{1982C813-9BE1-4C7D-94FE-01834616C151}" destId="{A29D858F-9CF6-4395-8E2F-B96C9B539F5D}" srcOrd="0" destOrd="0" presId="urn:microsoft.com/office/officeart/2018/5/layout/IconLeafLabelList"/>
    <dgm:cxn modelId="{6CFB5368-505D-49C8-B2CC-96562ACAE780}" type="presParOf" srcId="{1982C813-9BE1-4C7D-94FE-01834616C151}" destId="{02FA08B3-648F-43C7-B46E-9F6F94BF385B}" srcOrd="1" destOrd="0" presId="urn:microsoft.com/office/officeart/2018/5/layout/IconLeafLabelList"/>
    <dgm:cxn modelId="{86BF186B-9E1F-4362-BA9D-DAC6963D22CA}" type="presParOf" srcId="{1982C813-9BE1-4C7D-94FE-01834616C151}" destId="{0E17331D-8E91-4B3A-A0A3-1B6B1FEDC935}" srcOrd="2" destOrd="0" presId="urn:microsoft.com/office/officeart/2018/5/layout/IconLeafLabelList"/>
    <dgm:cxn modelId="{92D9B39B-5085-492C-A1D4-F3718C070836}" type="presParOf" srcId="{1982C813-9BE1-4C7D-94FE-01834616C151}" destId="{489B3ECD-6E9A-460C-904D-4359154D78E3}" srcOrd="3" destOrd="0" presId="urn:microsoft.com/office/officeart/2018/5/layout/IconLeafLabelList"/>
    <dgm:cxn modelId="{06A0D470-E122-4E72-8119-B1215DC53717}" type="presParOf" srcId="{57D8EC9B-EA17-488E-8183-4AFCA1820440}" destId="{D6ADFBD4-8456-4FFC-9E03-CEE9DEE7873F}" srcOrd="3" destOrd="0" presId="urn:microsoft.com/office/officeart/2018/5/layout/IconLeafLabelList"/>
    <dgm:cxn modelId="{3B1D219E-DB54-4E19-A9D8-6F3E85201F61}" type="presParOf" srcId="{57D8EC9B-EA17-488E-8183-4AFCA1820440}" destId="{8F5A821A-5B94-4C48-A93E-98D90B682CA6}" srcOrd="4" destOrd="0" presId="urn:microsoft.com/office/officeart/2018/5/layout/IconLeafLabelList"/>
    <dgm:cxn modelId="{9F33DF4A-C1E7-4E4C-9405-3169C4AAFBDE}" type="presParOf" srcId="{8F5A821A-5B94-4C48-A93E-98D90B682CA6}" destId="{937EF5AF-AB83-441F-85F9-BE8BCD043A7B}" srcOrd="0" destOrd="0" presId="urn:microsoft.com/office/officeart/2018/5/layout/IconLeafLabelList"/>
    <dgm:cxn modelId="{DC6860E9-10DD-4F8A-9179-C16D4E8ECB24}" type="presParOf" srcId="{8F5A821A-5B94-4C48-A93E-98D90B682CA6}" destId="{D9DEAE6F-8EEA-4892-B215-6DBBDDBC6A23}" srcOrd="1" destOrd="0" presId="urn:microsoft.com/office/officeart/2018/5/layout/IconLeafLabelList"/>
    <dgm:cxn modelId="{7FBB3E38-3EB6-431F-901A-3E6C9905C74E}" type="presParOf" srcId="{8F5A821A-5B94-4C48-A93E-98D90B682CA6}" destId="{4C96CE24-60A4-4D3B-90E5-A795F0AFB7A3}" srcOrd="2" destOrd="0" presId="urn:microsoft.com/office/officeart/2018/5/layout/IconLeafLabelList"/>
    <dgm:cxn modelId="{20D420B7-2462-4260-84F4-3302DE1CD8C6}" type="presParOf" srcId="{8F5A821A-5B94-4C48-A93E-98D90B682CA6}" destId="{95C90C35-F7A6-46DF-B128-8D8646744034}" srcOrd="3" destOrd="0" presId="urn:microsoft.com/office/officeart/2018/5/layout/IconLeafLabelList"/>
    <dgm:cxn modelId="{9E205899-5EDE-48CC-B9A2-8F09835982C1}" type="presParOf" srcId="{57D8EC9B-EA17-488E-8183-4AFCA1820440}" destId="{5838E7DE-B87B-4198-A9F9-2583CF5093AE}" srcOrd="5" destOrd="0" presId="urn:microsoft.com/office/officeart/2018/5/layout/IconLeafLabelList"/>
    <dgm:cxn modelId="{8750612B-EEBD-4E19-9CE1-003CAA5DBC93}" type="presParOf" srcId="{57D8EC9B-EA17-488E-8183-4AFCA1820440}" destId="{E9C9AD9F-0349-4AD9-A84C-BFBEEA840E4F}" srcOrd="6" destOrd="0" presId="urn:microsoft.com/office/officeart/2018/5/layout/IconLeafLabelList"/>
    <dgm:cxn modelId="{AB1783BA-85CA-406B-B6E4-DDA046835B20}" type="presParOf" srcId="{E9C9AD9F-0349-4AD9-A84C-BFBEEA840E4F}" destId="{32A23BED-4637-4053-8C2F-139A4897AE10}" srcOrd="0" destOrd="0" presId="urn:microsoft.com/office/officeart/2018/5/layout/IconLeafLabelList"/>
    <dgm:cxn modelId="{D3641623-5531-4EE0-A108-4F3721ED5BEE}" type="presParOf" srcId="{E9C9AD9F-0349-4AD9-A84C-BFBEEA840E4F}" destId="{A13E5429-18B7-45EB-BBC4-2514E7B03B3F}" srcOrd="1" destOrd="0" presId="urn:microsoft.com/office/officeart/2018/5/layout/IconLeafLabelList"/>
    <dgm:cxn modelId="{4CE12712-BB74-4B44-B415-BA22A86AF91D}" type="presParOf" srcId="{E9C9AD9F-0349-4AD9-A84C-BFBEEA840E4F}" destId="{E383233D-58DF-4C31-AF98-D866BBD9B59F}" srcOrd="2" destOrd="0" presId="urn:microsoft.com/office/officeart/2018/5/layout/IconLeafLabelList"/>
    <dgm:cxn modelId="{F26DDDA1-F0AD-41FF-B092-6F070F2A25CE}" type="presParOf" srcId="{E9C9AD9F-0349-4AD9-A84C-BFBEEA840E4F}" destId="{99057385-66B4-4D6F-8B0E-9C4E769DEF18}" srcOrd="3" destOrd="0" presId="urn:microsoft.com/office/officeart/2018/5/layout/IconLeafLabelList"/>
    <dgm:cxn modelId="{50835BC8-3154-467C-B51F-AF63C467CFDF}" type="presParOf" srcId="{57D8EC9B-EA17-488E-8183-4AFCA1820440}" destId="{3071A00A-AC97-49AF-9492-1168779BC861}" srcOrd="7" destOrd="0" presId="urn:microsoft.com/office/officeart/2018/5/layout/IconLeafLabelList"/>
    <dgm:cxn modelId="{4B7F11CD-87F4-4B64-ACC0-2617D82E4819}" type="presParOf" srcId="{57D8EC9B-EA17-488E-8183-4AFCA1820440}" destId="{69C261C1-2C8D-4247-9856-06DBD81D4C38}" srcOrd="8" destOrd="0" presId="urn:microsoft.com/office/officeart/2018/5/layout/IconLeafLabelList"/>
    <dgm:cxn modelId="{958F5D16-0C1A-4427-82D1-9909BB41C741}" type="presParOf" srcId="{69C261C1-2C8D-4247-9856-06DBD81D4C38}" destId="{606F6435-22EE-4981-9A65-952FB86307CE}" srcOrd="0" destOrd="0" presId="urn:microsoft.com/office/officeart/2018/5/layout/IconLeafLabelList"/>
    <dgm:cxn modelId="{95498E66-6334-4988-B907-DDE9D80BE015}" type="presParOf" srcId="{69C261C1-2C8D-4247-9856-06DBD81D4C38}" destId="{52C248A0-B031-489E-A223-924A0DA12752}" srcOrd="1" destOrd="0" presId="urn:microsoft.com/office/officeart/2018/5/layout/IconLeafLabelList"/>
    <dgm:cxn modelId="{6AF15542-B033-4160-AA32-9DB490631493}" type="presParOf" srcId="{69C261C1-2C8D-4247-9856-06DBD81D4C38}" destId="{31145F94-2E9C-4094-BF25-98DD53C73B43}" srcOrd="2" destOrd="0" presId="urn:microsoft.com/office/officeart/2018/5/layout/IconLeafLabelList"/>
    <dgm:cxn modelId="{E54600CD-1312-421F-B587-89BCDCF4034F}" type="presParOf" srcId="{69C261C1-2C8D-4247-9856-06DBD81D4C38}" destId="{5340FB61-F98B-43D7-BBC8-6AE307FA944E}" srcOrd="3" destOrd="0" presId="urn:microsoft.com/office/officeart/2018/5/layout/IconLeafLabelList"/>
    <dgm:cxn modelId="{2A92CCA7-7021-4B1A-82FB-7B9D57AD8039}" type="presParOf" srcId="{57D8EC9B-EA17-488E-8183-4AFCA1820440}" destId="{0B1A7282-3ABF-49DC-AABE-CF11B70FD46D}" srcOrd="9" destOrd="0" presId="urn:microsoft.com/office/officeart/2018/5/layout/IconLeafLabelList"/>
    <dgm:cxn modelId="{F0A1F89A-06CA-4043-86A4-0F634F934304}" type="presParOf" srcId="{57D8EC9B-EA17-488E-8183-4AFCA1820440}" destId="{951E581C-8B22-429B-9FF3-09A2D0058396}" srcOrd="10" destOrd="0" presId="urn:microsoft.com/office/officeart/2018/5/layout/IconLeafLabelList"/>
    <dgm:cxn modelId="{FB1169FE-0C09-4601-BEE1-83E416E36A2D}" type="presParOf" srcId="{951E581C-8B22-429B-9FF3-09A2D0058396}" destId="{13640E34-0A9E-48B5-AF5A-B253F2E74DC6}" srcOrd="0" destOrd="0" presId="urn:microsoft.com/office/officeart/2018/5/layout/IconLeafLabelList"/>
    <dgm:cxn modelId="{E51FD5B1-069D-40E1-82EF-67E2F728F349}" type="presParOf" srcId="{951E581C-8B22-429B-9FF3-09A2D0058396}" destId="{903A95D0-3BC0-45FF-A1A7-DFFBDF79204F}" srcOrd="1" destOrd="0" presId="urn:microsoft.com/office/officeart/2018/5/layout/IconLeafLabelList"/>
    <dgm:cxn modelId="{ED38022D-2375-4089-A613-9CD794AC5F7C}" type="presParOf" srcId="{951E581C-8B22-429B-9FF3-09A2D0058396}" destId="{6431341D-A9AB-4A62-9E1D-10B0137D6C0A}" srcOrd="2" destOrd="0" presId="urn:microsoft.com/office/officeart/2018/5/layout/IconLeafLabelList"/>
    <dgm:cxn modelId="{DF8FB30A-5EC8-47C8-83F7-B28A99C9DE30}" type="presParOf" srcId="{951E581C-8B22-429B-9FF3-09A2D0058396}" destId="{1E5C9717-E418-4F26-84AB-CCE55B552FA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D3DD00-0579-43E7-B9F6-80F8A118C1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4566DD0-EED6-4649-BC63-9979E0AF5C57}">
      <dgm:prSet/>
      <dgm:spPr/>
      <dgm:t>
        <a:bodyPr/>
        <a:lstStyle/>
        <a:p>
          <a:r>
            <a:rPr lang="en-US"/>
            <a:t>Technical findings only matter if decision-makers understand them</a:t>
          </a:r>
        </a:p>
      </dgm:t>
    </dgm:pt>
    <dgm:pt modelId="{CD8609BC-7290-408F-B949-F41E37FE355D}" type="parTrans" cxnId="{BF0D182D-872E-4721-9F4F-178BBC1EA9CD}">
      <dgm:prSet/>
      <dgm:spPr/>
      <dgm:t>
        <a:bodyPr/>
        <a:lstStyle/>
        <a:p>
          <a:endParaRPr lang="en-US"/>
        </a:p>
      </dgm:t>
    </dgm:pt>
    <dgm:pt modelId="{DA4573E2-9B31-4D8D-9FA3-53CF7BD341A8}" type="sibTrans" cxnId="{BF0D182D-872E-4721-9F4F-178BBC1EA9CD}">
      <dgm:prSet/>
      <dgm:spPr/>
      <dgm:t>
        <a:bodyPr/>
        <a:lstStyle/>
        <a:p>
          <a:endParaRPr lang="en-US"/>
        </a:p>
      </dgm:t>
    </dgm:pt>
    <dgm:pt modelId="{126C0285-13E1-4BAF-BEA5-F6F1D50DFC5E}">
      <dgm:prSet/>
      <dgm:spPr/>
      <dgm:t>
        <a:bodyPr/>
        <a:lstStyle/>
        <a:p>
          <a:r>
            <a:rPr lang="en-US"/>
            <a:t>Security incidents require fast coordinated response</a:t>
          </a:r>
        </a:p>
      </dgm:t>
    </dgm:pt>
    <dgm:pt modelId="{F08CFC64-FB7B-46FC-A8C1-0312719B3F95}" type="parTrans" cxnId="{AEF72438-E1BA-467F-B865-185576E434AB}">
      <dgm:prSet/>
      <dgm:spPr/>
      <dgm:t>
        <a:bodyPr/>
        <a:lstStyle/>
        <a:p>
          <a:endParaRPr lang="en-US"/>
        </a:p>
      </dgm:t>
    </dgm:pt>
    <dgm:pt modelId="{22AE9D40-DCF5-4734-9593-7B34058736A4}" type="sibTrans" cxnId="{AEF72438-E1BA-467F-B865-185576E434AB}">
      <dgm:prSet/>
      <dgm:spPr/>
      <dgm:t>
        <a:bodyPr/>
        <a:lstStyle/>
        <a:p>
          <a:endParaRPr lang="en-US"/>
        </a:p>
      </dgm:t>
    </dgm:pt>
    <dgm:pt modelId="{93E0B809-ABE1-498F-BE12-3512BB08931F}">
      <dgm:prSet/>
      <dgm:spPr/>
      <dgm:t>
        <a:bodyPr/>
        <a:lstStyle/>
        <a:p>
          <a:r>
            <a:rPr lang="en-US"/>
            <a:t>Executives make risk decisions based on communication</a:t>
          </a:r>
        </a:p>
      </dgm:t>
    </dgm:pt>
    <dgm:pt modelId="{34FCA59D-9330-4783-8D5D-B2DDBFB3DFD6}" type="parTrans" cxnId="{C154B6B4-46F8-4AFC-8ADA-9AFD3E52F061}">
      <dgm:prSet/>
      <dgm:spPr/>
      <dgm:t>
        <a:bodyPr/>
        <a:lstStyle/>
        <a:p>
          <a:endParaRPr lang="en-US"/>
        </a:p>
      </dgm:t>
    </dgm:pt>
    <dgm:pt modelId="{A5BF86E2-442B-4969-805D-D918917B7604}" type="sibTrans" cxnId="{C154B6B4-46F8-4AFC-8ADA-9AFD3E52F061}">
      <dgm:prSet/>
      <dgm:spPr/>
      <dgm:t>
        <a:bodyPr/>
        <a:lstStyle/>
        <a:p>
          <a:endParaRPr lang="en-US"/>
        </a:p>
      </dgm:t>
    </dgm:pt>
    <dgm:pt modelId="{39D8EB3A-C251-4A6B-BC92-CCD111670A7A}">
      <dgm:prSet/>
      <dgm:spPr/>
      <dgm:t>
        <a:bodyPr/>
        <a:lstStyle/>
        <a:p>
          <a:r>
            <a:rPr lang="en-US"/>
            <a:t>Miscommunication can increase business risk and financial impact</a:t>
          </a:r>
        </a:p>
      </dgm:t>
    </dgm:pt>
    <dgm:pt modelId="{07514CB2-B5C1-4FB9-9E40-1E4F089BABD2}" type="parTrans" cxnId="{65080420-686C-4468-8B78-D469BC49BD81}">
      <dgm:prSet/>
      <dgm:spPr/>
      <dgm:t>
        <a:bodyPr/>
        <a:lstStyle/>
        <a:p>
          <a:endParaRPr lang="en-US"/>
        </a:p>
      </dgm:t>
    </dgm:pt>
    <dgm:pt modelId="{40721E8D-91D7-4B8B-B003-18B4D43E30AB}" type="sibTrans" cxnId="{65080420-686C-4468-8B78-D469BC49BD81}">
      <dgm:prSet/>
      <dgm:spPr/>
      <dgm:t>
        <a:bodyPr/>
        <a:lstStyle/>
        <a:p>
          <a:endParaRPr lang="en-US"/>
        </a:p>
      </dgm:t>
    </dgm:pt>
    <dgm:pt modelId="{8F7E3F8B-5FFC-4B94-8538-B2702CE5CC81}" type="pres">
      <dgm:prSet presAssocID="{F3D3DD00-0579-43E7-B9F6-80F8A118C166}" presName="linear" presStyleCnt="0">
        <dgm:presLayoutVars>
          <dgm:animLvl val="lvl"/>
          <dgm:resizeHandles val="exact"/>
        </dgm:presLayoutVars>
      </dgm:prSet>
      <dgm:spPr/>
    </dgm:pt>
    <dgm:pt modelId="{7C025278-DBE5-4E54-A796-D24A2E12BAE7}" type="pres">
      <dgm:prSet presAssocID="{54566DD0-EED6-4649-BC63-9979E0AF5C5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165AB38-0F4F-4609-91E6-2F88294C233A}" type="pres">
      <dgm:prSet presAssocID="{DA4573E2-9B31-4D8D-9FA3-53CF7BD341A8}" presName="spacer" presStyleCnt="0"/>
      <dgm:spPr/>
    </dgm:pt>
    <dgm:pt modelId="{620626CD-6701-4D97-AC5D-8B305BF83E7C}" type="pres">
      <dgm:prSet presAssocID="{126C0285-13E1-4BAF-BEA5-F6F1D50DFC5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2BD23AA-0E80-4DDF-9D28-316849C691CC}" type="pres">
      <dgm:prSet presAssocID="{22AE9D40-DCF5-4734-9593-7B34058736A4}" presName="spacer" presStyleCnt="0"/>
      <dgm:spPr/>
    </dgm:pt>
    <dgm:pt modelId="{50FE3B4C-E2A0-4175-BED0-F00D743C2E30}" type="pres">
      <dgm:prSet presAssocID="{93E0B809-ABE1-498F-BE12-3512BB08931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4BAB9F-639A-453F-B3C8-A82DD02E632B}" type="pres">
      <dgm:prSet presAssocID="{A5BF86E2-442B-4969-805D-D918917B7604}" presName="spacer" presStyleCnt="0"/>
      <dgm:spPr/>
    </dgm:pt>
    <dgm:pt modelId="{4CEA1FC3-CE16-40BE-A748-029F018662FA}" type="pres">
      <dgm:prSet presAssocID="{39D8EB3A-C251-4A6B-BC92-CCD111670A7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8364E01-BB23-42BE-BE2A-08DAE4AAE0F8}" type="presOf" srcId="{54566DD0-EED6-4649-BC63-9979E0AF5C57}" destId="{7C025278-DBE5-4E54-A796-D24A2E12BAE7}" srcOrd="0" destOrd="0" presId="urn:microsoft.com/office/officeart/2005/8/layout/vList2"/>
    <dgm:cxn modelId="{27F95704-9AFF-4EEA-AFA4-611104C3C9FF}" type="presOf" srcId="{126C0285-13E1-4BAF-BEA5-F6F1D50DFC5E}" destId="{620626CD-6701-4D97-AC5D-8B305BF83E7C}" srcOrd="0" destOrd="0" presId="urn:microsoft.com/office/officeart/2005/8/layout/vList2"/>
    <dgm:cxn modelId="{65080420-686C-4468-8B78-D469BC49BD81}" srcId="{F3D3DD00-0579-43E7-B9F6-80F8A118C166}" destId="{39D8EB3A-C251-4A6B-BC92-CCD111670A7A}" srcOrd="3" destOrd="0" parTransId="{07514CB2-B5C1-4FB9-9E40-1E4F089BABD2}" sibTransId="{40721E8D-91D7-4B8B-B003-18B4D43E30AB}"/>
    <dgm:cxn modelId="{BF0D182D-872E-4721-9F4F-178BBC1EA9CD}" srcId="{F3D3DD00-0579-43E7-B9F6-80F8A118C166}" destId="{54566DD0-EED6-4649-BC63-9979E0AF5C57}" srcOrd="0" destOrd="0" parTransId="{CD8609BC-7290-408F-B949-F41E37FE355D}" sibTransId="{DA4573E2-9B31-4D8D-9FA3-53CF7BD341A8}"/>
    <dgm:cxn modelId="{AEF72438-E1BA-467F-B865-185576E434AB}" srcId="{F3D3DD00-0579-43E7-B9F6-80F8A118C166}" destId="{126C0285-13E1-4BAF-BEA5-F6F1D50DFC5E}" srcOrd="1" destOrd="0" parTransId="{F08CFC64-FB7B-46FC-A8C1-0312719B3F95}" sibTransId="{22AE9D40-DCF5-4734-9593-7B34058736A4}"/>
    <dgm:cxn modelId="{EBDFB23D-1872-4DA3-8FFE-DB488694AE9F}" type="presOf" srcId="{F3D3DD00-0579-43E7-B9F6-80F8A118C166}" destId="{8F7E3F8B-5FFC-4B94-8538-B2702CE5CC81}" srcOrd="0" destOrd="0" presId="urn:microsoft.com/office/officeart/2005/8/layout/vList2"/>
    <dgm:cxn modelId="{0D4DE282-CF86-4E30-83CE-54622DF1267E}" type="presOf" srcId="{93E0B809-ABE1-498F-BE12-3512BB08931F}" destId="{50FE3B4C-E2A0-4175-BED0-F00D743C2E30}" srcOrd="0" destOrd="0" presId="urn:microsoft.com/office/officeart/2005/8/layout/vList2"/>
    <dgm:cxn modelId="{C154B6B4-46F8-4AFC-8ADA-9AFD3E52F061}" srcId="{F3D3DD00-0579-43E7-B9F6-80F8A118C166}" destId="{93E0B809-ABE1-498F-BE12-3512BB08931F}" srcOrd="2" destOrd="0" parTransId="{34FCA59D-9330-4783-8D5D-B2DDBFB3DFD6}" sibTransId="{A5BF86E2-442B-4969-805D-D918917B7604}"/>
    <dgm:cxn modelId="{8D36CCE0-9396-42FB-9DC2-EBEBC3652231}" type="presOf" srcId="{39D8EB3A-C251-4A6B-BC92-CCD111670A7A}" destId="{4CEA1FC3-CE16-40BE-A748-029F018662FA}" srcOrd="0" destOrd="0" presId="urn:microsoft.com/office/officeart/2005/8/layout/vList2"/>
    <dgm:cxn modelId="{505EBEEB-AE50-4271-AA1A-53F53C3B5EB7}" type="presParOf" srcId="{8F7E3F8B-5FFC-4B94-8538-B2702CE5CC81}" destId="{7C025278-DBE5-4E54-A796-D24A2E12BAE7}" srcOrd="0" destOrd="0" presId="urn:microsoft.com/office/officeart/2005/8/layout/vList2"/>
    <dgm:cxn modelId="{4DEEEE44-3D7C-419F-8295-2151FBA26A93}" type="presParOf" srcId="{8F7E3F8B-5FFC-4B94-8538-B2702CE5CC81}" destId="{2165AB38-0F4F-4609-91E6-2F88294C233A}" srcOrd="1" destOrd="0" presId="urn:microsoft.com/office/officeart/2005/8/layout/vList2"/>
    <dgm:cxn modelId="{E1050AB5-1BEB-4D7A-BAAF-381FB8DDC2D2}" type="presParOf" srcId="{8F7E3F8B-5FFC-4B94-8538-B2702CE5CC81}" destId="{620626CD-6701-4D97-AC5D-8B305BF83E7C}" srcOrd="2" destOrd="0" presId="urn:microsoft.com/office/officeart/2005/8/layout/vList2"/>
    <dgm:cxn modelId="{77B170C2-253A-40AB-AFDB-99D7656E2CA6}" type="presParOf" srcId="{8F7E3F8B-5FFC-4B94-8538-B2702CE5CC81}" destId="{32BD23AA-0E80-4DDF-9D28-316849C691CC}" srcOrd="3" destOrd="0" presId="urn:microsoft.com/office/officeart/2005/8/layout/vList2"/>
    <dgm:cxn modelId="{EA85B930-DCEA-4F58-B4B2-E161879F9890}" type="presParOf" srcId="{8F7E3F8B-5FFC-4B94-8538-B2702CE5CC81}" destId="{50FE3B4C-E2A0-4175-BED0-F00D743C2E30}" srcOrd="4" destOrd="0" presId="urn:microsoft.com/office/officeart/2005/8/layout/vList2"/>
    <dgm:cxn modelId="{DC71BE79-5AE5-4668-8AAB-4DE834D84232}" type="presParOf" srcId="{8F7E3F8B-5FFC-4B94-8538-B2702CE5CC81}" destId="{B84BAB9F-639A-453F-B3C8-A82DD02E632B}" srcOrd="5" destOrd="0" presId="urn:microsoft.com/office/officeart/2005/8/layout/vList2"/>
    <dgm:cxn modelId="{7442124C-D341-4766-97A4-EDE6DE3C54FD}" type="presParOf" srcId="{8F7E3F8B-5FFC-4B94-8538-B2702CE5CC81}" destId="{4CEA1FC3-CE16-40BE-A748-029F018662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6AE3A5-F39A-4666-9565-549638264AD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8C151F-5F6B-4C28-8E6B-E2599D417B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Communication transfers meaning — not just information</a:t>
          </a:r>
        </a:p>
      </dgm:t>
    </dgm:pt>
    <dgm:pt modelId="{1262C4B8-7D66-4721-9E77-1D9AC5C23904}" type="parTrans" cxnId="{2373FFFF-AECF-4564-B626-141534CE00F4}">
      <dgm:prSet/>
      <dgm:spPr/>
      <dgm:t>
        <a:bodyPr/>
        <a:lstStyle/>
        <a:p>
          <a:endParaRPr lang="en-US"/>
        </a:p>
      </dgm:t>
    </dgm:pt>
    <dgm:pt modelId="{281423BC-6835-4066-A75F-BFB7F8231786}" type="sibTrans" cxnId="{2373FFFF-AECF-4564-B626-141534CE00F4}">
      <dgm:prSet/>
      <dgm:spPr/>
      <dgm:t>
        <a:bodyPr/>
        <a:lstStyle/>
        <a:p>
          <a:endParaRPr lang="en-US"/>
        </a:p>
      </dgm:t>
    </dgm:pt>
    <dgm:pt modelId="{109BB3C5-9EC5-4517-8ECF-868410BC78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you say, what you mean, and what others understand can differ</a:t>
          </a:r>
        </a:p>
      </dgm:t>
    </dgm:pt>
    <dgm:pt modelId="{6F9D9241-9F5F-45F4-90A6-DEA376718FDA}" type="parTrans" cxnId="{3CFC55DA-1FE5-4F3E-823E-39303FE87EF1}">
      <dgm:prSet/>
      <dgm:spPr/>
      <dgm:t>
        <a:bodyPr/>
        <a:lstStyle/>
        <a:p>
          <a:endParaRPr lang="en-US"/>
        </a:p>
      </dgm:t>
    </dgm:pt>
    <dgm:pt modelId="{4B253888-ABBD-4C73-98D0-1B28115E87E0}" type="sibTrans" cxnId="{3CFC55DA-1FE5-4F3E-823E-39303FE87EF1}">
      <dgm:prSet/>
      <dgm:spPr/>
      <dgm:t>
        <a:bodyPr/>
        <a:lstStyle/>
        <a:p>
          <a:endParaRPr lang="en-US"/>
        </a:p>
      </dgm:t>
    </dgm:pt>
    <dgm:pt modelId="{FC9089ED-780D-4CDF-94A2-E01581266F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Clear, concise, audience-focused messaging is critical</a:t>
          </a:r>
        </a:p>
      </dgm:t>
    </dgm:pt>
    <dgm:pt modelId="{711EE70D-1946-4E86-942E-04E25A8B2DE0}" type="parTrans" cxnId="{6F0042A7-4968-4AEF-B604-68B1EF8C66D0}">
      <dgm:prSet/>
      <dgm:spPr/>
      <dgm:t>
        <a:bodyPr/>
        <a:lstStyle/>
        <a:p>
          <a:endParaRPr lang="en-US"/>
        </a:p>
      </dgm:t>
    </dgm:pt>
    <dgm:pt modelId="{BBB78CFB-6266-4F1A-9DFE-BFCE037BAFD4}" type="sibTrans" cxnId="{6F0042A7-4968-4AEF-B604-68B1EF8C66D0}">
      <dgm:prSet/>
      <dgm:spPr/>
      <dgm:t>
        <a:bodyPr/>
        <a:lstStyle/>
        <a:p>
          <a:endParaRPr lang="en-US"/>
        </a:p>
      </dgm:t>
    </dgm:pt>
    <dgm:pt modelId="{0E5DBAAB-FAE4-48D9-8E85-B535E3953B34}" type="pres">
      <dgm:prSet presAssocID="{046AE3A5-F39A-4666-9565-549638264ADA}" presName="root" presStyleCnt="0">
        <dgm:presLayoutVars>
          <dgm:dir/>
          <dgm:resizeHandles val="exact"/>
        </dgm:presLayoutVars>
      </dgm:prSet>
      <dgm:spPr/>
    </dgm:pt>
    <dgm:pt modelId="{4FD80639-7045-44B8-B9ED-5AB9DC053DAC}" type="pres">
      <dgm:prSet presAssocID="{8F8C151F-5F6B-4C28-8E6B-E2599D417BB0}" presName="compNode" presStyleCnt="0"/>
      <dgm:spPr/>
    </dgm:pt>
    <dgm:pt modelId="{7ABADFC7-6F8E-4A79-9C90-C21D98CD56E8}" type="pres">
      <dgm:prSet presAssocID="{8F8C151F-5F6B-4C28-8E6B-E2599D417BB0}" presName="bgRect" presStyleLbl="bgShp" presStyleIdx="0" presStyleCnt="3"/>
      <dgm:spPr/>
    </dgm:pt>
    <dgm:pt modelId="{7415DB57-9DC0-44C9-BB85-0CD1330486AF}" type="pres">
      <dgm:prSet presAssocID="{8F8C151F-5F6B-4C28-8E6B-E2599D417BB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8CC5110-0AF1-4E3A-9972-BF2AFE3407E4}" type="pres">
      <dgm:prSet presAssocID="{8F8C151F-5F6B-4C28-8E6B-E2599D417BB0}" presName="spaceRect" presStyleCnt="0"/>
      <dgm:spPr/>
    </dgm:pt>
    <dgm:pt modelId="{22267534-3459-40CA-930C-220074B1C6EC}" type="pres">
      <dgm:prSet presAssocID="{8F8C151F-5F6B-4C28-8E6B-E2599D417BB0}" presName="parTx" presStyleLbl="revTx" presStyleIdx="0" presStyleCnt="3">
        <dgm:presLayoutVars>
          <dgm:chMax val="0"/>
          <dgm:chPref val="0"/>
        </dgm:presLayoutVars>
      </dgm:prSet>
      <dgm:spPr/>
    </dgm:pt>
    <dgm:pt modelId="{946E3275-FDF4-4DD8-A3E0-25725A6DCDE8}" type="pres">
      <dgm:prSet presAssocID="{281423BC-6835-4066-A75F-BFB7F8231786}" presName="sibTrans" presStyleCnt="0"/>
      <dgm:spPr/>
    </dgm:pt>
    <dgm:pt modelId="{EC69FA53-7464-4C0D-85B3-A4076BE3DC15}" type="pres">
      <dgm:prSet presAssocID="{109BB3C5-9EC5-4517-8ECF-868410BC7824}" presName="compNode" presStyleCnt="0"/>
      <dgm:spPr/>
    </dgm:pt>
    <dgm:pt modelId="{8891B858-A3EE-4850-B669-AF40C54502D0}" type="pres">
      <dgm:prSet presAssocID="{109BB3C5-9EC5-4517-8ECF-868410BC7824}" presName="bgRect" presStyleLbl="bgShp" presStyleIdx="1" presStyleCnt="3"/>
      <dgm:spPr/>
    </dgm:pt>
    <dgm:pt modelId="{3F260FBC-C9E2-478B-A07D-118D9BB8E925}" type="pres">
      <dgm:prSet presAssocID="{109BB3C5-9EC5-4517-8ECF-868410BC782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023A6D60-18D1-4EB7-A112-22C98DA06C56}" type="pres">
      <dgm:prSet presAssocID="{109BB3C5-9EC5-4517-8ECF-868410BC7824}" presName="spaceRect" presStyleCnt="0"/>
      <dgm:spPr/>
    </dgm:pt>
    <dgm:pt modelId="{10BE8E11-BC5E-4CE6-AC6D-AE79D59336EB}" type="pres">
      <dgm:prSet presAssocID="{109BB3C5-9EC5-4517-8ECF-868410BC7824}" presName="parTx" presStyleLbl="revTx" presStyleIdx="1" presStyleCnt="3">
        <dgm:presLayoutVars>
          <dgm:chMax val="0"/>
          <dgm:chPref val="0"/>
        </dgm:presLayoutVars>
      </dgm:prSet>
      <dgm:spPr/>
    </dgm:pt>
    <dgm:pt modelId="{DA38B958-C225-45F9-99E1-7DA87AE288AA}" type="pres">
      <dgm:prSet presAssocID="{4B253888-ABBD-4C73-98D0-1B28115E87E0}" presName="sibTrans" presStyleCnt="0"/>
      <dgm:spPr/>
    </dgm:pt>
    <dgm:pt modelId="{B8CEFBDA-A785-490D-BE28-E2BEBA75A9D3}" type="pres">
      <dgm:prSet presAssocID="{FC9089ED-780D-4CDF-94A2-E01581266FBB}" presName="compNode" presStyleCnt="0"/>
      <dgm:spPr/>
    </dgm:pt>
    <dgm:pt modelId="{5670B129-E96A-44D5-8B5C-FFA004094742}" type="pres">
      <dgm:prSet presAssocID="{FC9089ED-780D-4CDF-94A2-E01581266FBB}" presName="bgRect" presStyleLbl="bgShp" presStyleIdx="2" presStyleCnt="3"/>
      <dgm:spPr/>
    </dgm:pt>
    <dgm:pt modelId="{ED827093-706F-4AB5-84AA-D1B57171F4EF}" type="pres">
      <dgm:prSet presAssocID="{FC9089ED-780D-4CDF-94A2-E01581266FB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EEC389E8-BAF5-45BC-AA32-361B24018C3D}" type="pres">
      <dgm:prSet presAssocID="{FC9089ED-780D-4CDF-94A2-E01581266FBB}" presName="spaceRect" presStyleCnt="0"/>
      <dgm:spPr/>
    </dgm:pt>
    <dgm:pt modelId="{F52F379C-70B1-4353-B4D3-D8084E7904E7}" type="pres">
      <dgm:prSet presAssocID="{FC9089ED-780D-4CDF-94A2-E01581266FB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DA4B67B-31C7-49AE-8518-D2D3ABFC22F8}" type="presOf" srcId="{8F8C151F-5F6B-4C28-8E6B-E2599D417BB0}" destId="{22267534-3459-40CA-930C-220074B1C6EC}" srcOrd="0" destOrd="0" presId="urn:microsoft.com/office/officeart/2018/2/layout/IconVerticalSolidList"/>
    <dgm:cxn modelId="{5719BF84-DE25-4347-BFED-74C172182960}" type="presOf" srcId="{109BB3C5-9EC5-4517-8ECF-868410BC7824}" destId="{10BE8E11-BC5E-4CE6-AC6D-AE79D59336EB}" srcOrd="0" destOrd="0" presId="urn:microsoft.com/office/officeart/2018/2/layout/IconVerticalSolidList"/>
    <dgm:cxn modelId="{6F0042A7-4968-4AEF-B604-68B1EF8C66D0}" srcId="{046AE3A5-F39A-4666-9565-549638264ADA}" destId="{FC9089ED-780D-4CDF-94A2-E01581266FBB}" srcOrd="2" destOrd="0" parTransId="{711EE70D-1946-4E86-942E-04E25A8B2DE0}" sibTransId="{BBB78CFB-6266-4F1A-9DFE-BFCE037BAFD4}"/>
    <dgm:cxn modelId="{C5AADCBE-3569-4A0D-AE39-D43D23F0DD58}" type="presOf" srcId="{FC9089ED-780D-4CDF-94A2-E01581266FBB}" destId="{F52F379C-70B1-4353-B4D3-D8084E7904E7}" srcOrd="0" destOrd="0" presId="urn:microsoft.com/office/officeart/2018/2/layout/IconVerticalSolidList"/>
    <dgm:cxn modelId="{3CFC55DA-1FE5-4F3E-823E-39303FE87EF1}" srcId="{046AE3A5-F39A-4666-9565-549638264ADA}" destId="{109BB3C5-9EC5-4517-8ECF-868410BC7824}" srcOrd="1" destOrd="0" parTransId="{6F9D9241-9F5F-45F4-90A6-DEA376718FDA}" sibTransId="{4B253888-ABBD-4C73-98D0-1B28115E87E0}"/>
    <dgm:cxn modelId="{6A89FEDD-866E-4FA1-893A-FC42861EF72A}" type="presOf" srcId="{046AE3A5-F39A-4666-9565-549638264ADA}" destId="{0E5DBAAB-FAE4-48D9-8E85-B535E3953B34}" srcOrd="0" destOrd="0" presId="urn:microsoft.com/office/officeart/2018/2/layout/IconVerticalSolidList"/>
    <dgm:cxn modelId="{2373FFFF-AECF-4564-B626-141534CE00F4}" srcId="{046AE3A5-F39A-4666-9565-549638264ADA}" destId="{8F8C151F-5F6B-4C28-8E6B-E2599D417BB0}" srcOrd="0" destOrd="0" parTransId="{1262C4B8-7D66-4721-9E77-1D9AC5C23904}" sibTransId="{281423BC-6835-4066-A75F-BFB7F8231786}"/>
    <dgm:cxn modelId="{86343449-FDD6-4E82-841A-4EDBF955ACD7}" type="presParOf" srcId="{0E5DBAAB-FAE4-48D9-8E85-B535E3953B34}" destId="{4FD80639-7045-44B8-B9ED-5AB9DC053DAC}" srcOrd="0" destOrd="0" presId="urn:microsoft.com/office/officeart/2018/2/layout/IconVerticalSolidList"/>
    <dgm:cxn modelId="{D32703AC-7013-4C6A-ACA5-C7EADA58DC33}" type="presParOf" srcId="{4FD80639-7045-44B8-B9ED-5AB9DC053DAC}" destId="{7ABADFC7-6F8E-4A79-9C90-C21D98CD56E8}" srcOrd="0" destOrd="0" presId="urn:microsoft.com/office/officeart/2018/2/layout/IconVerticalSolidList"/>
    <dgm:cxn modelId="{92323827-F9B6-43FE-B1A4-2A8AE41C397F}" type="presParOf" srcId="{4FD80639-7045-44B8-B9ED-5AB9DC053DAC}" destId="{7415DB57-9DC0-44C9-BB85-0CD1330486AF}" srcOrd="1" destOrd="0" presId="urn:microsoft.com/office/officeart/2018/2/layout/IconVerticalSolidList"/>
    <dgm:cxn modelId="{A294CBB0-4AF4-478E-9509-0B4EFB05DFAD}" type="presParOf" srcId="{4FD80639-7045-44B8-B9ED-5AB9DC053DAC}" destId="{68CC5110-0AF1-4E3A-9972-BF2AFE3407E4}" srcOrd="2" destOrd="0" presId="urn:microsoft.com/office/officeart/2018/2/layout/IconVerticalSolidList"/>
    <dgm:cxn modelId="{35111597-0E8D-4C87-9017-7BC2455482CA}" type="presParOf" srcId="{4FD80639-7045-44B8-B9ED-5AB9DC053DAC}" destId="{22267534-3459-40CA-930C-220074B1C6EC}" srcOrd="3" destOrd="0" presId="urn:microsoft.com/office/officeart/2018/2/layout/IconVerticalSolidList"/>
    <dgm:cxn modelId="{B971AF52-AA07-4C48-937B-82EBE1073A91}" type="presParOf" srcId="{0E5DBAAB-FAE4-48D9-8E85-B535E3953B34}" destId="{946E3275-FDF4-4DD8-A3E0-25725A6DCDE8}" srcOrd="1" destOrd="0" presId="urn:microsoft.com/office/officeart/2018/2/layout/IconVerticalSolidList"/>
    <dgm:cxn modelId="{7C881DC9-244A-4328-8608-6B932D4EC5B8}" type="presParOf" srcId="{0E5DBAAB-FAE4-48D9-8E85-B535E3953B34}" destId="{EC69FA53-7464-4C0D-85B3-A4076BE3DC15}" srcOrd="2" destOrd="0" presId="urn:microsoft.com/office/officeart/2018/2/layout/IconVerticalSolidList"/>
    <dgm:cxn modelId="{E6E1BFA2-8710-42A7-A45C-32D2C4073AB0}" type="presParOf" srcId="{EC69FA53-7464-4C0D-85B3-A4076BE3DC15}" destId="{8891B858-A3EE-4850-B669-AF40C54502D0}" srcOrd="0" destOrd="0" presId="urn:microsoft.com/office/officeart/2018/2/layout/IconVerticalSolidList"/>
    <dgm:cxn modelId="{1BD73662-D9CD-415D-A5A9-21A4FFFF2E79}" type="presParOf" srcId="{EC69FA53-7464-4C0D-85B3-A4076BE3DC15}" destId="{3F260FBC-C9E2-478B-A07D-118D9BB8E925}" srcOrd="1" destOrd="0" presId="urn:microsoft.com/office/officeart/2018/2/layout/IconVerticalSolidList"/>
    <dgm:cxn modelId="{BC9C3001-D04A-4AE5-9C17-659A2F0CF093}" type="presParOf" srcId="{EC69FA53-7464-4C0D-85B3-A4076BE3DC15}" destId="{023A6D60-18D1-4EB7-A112-22C98DA06C56}" srcOrd="2" destOrd="0" presId="urn:microsoft.com/office/officeart/2018/2/layout/IconVerticalSolidList"/>
    <dgm:cxn modelId="{A1211664-671F-44F7-A1E9-2A13290EF911}" type="presParOf" srcId="{EC69FA53-7464-4C0D-85B3-A4076BE3DC15}" destId="{10BE8E11-BC5E-4CE6-AC6D-AE79D59336EB}" srcOrd="3" destOrd="0" presId="urn:microsoft.com/office/officeart/2018/2/layout/IconVerticalSolidList"/>
    <dgm:cxn modelId="{3A2E44DB-28CC-4267-A035-4A9CA488206A}" type="presParOf" srcId="{0E5DBAAB-FAE4-48D9-8E85-B535E3953B34}" destId="{DA38B958-C225-45F9-99E1-7DA87AE288AA}" srcOrd="3" destOrd="0" presId="urn:microsoft.com/office/officeart/2018/2/layout/IconVerticalSolidList"/>
    <dgm:cxn modelId="{5D6C7DE0-8C5C-4FA1-8530-7A0ACF0C806F}" type="presParOf" srcId="{0E5DBAAB-FAE4-48D9-8E85-B535E3953B34}" destId="{B8CEFBDA-A785-490D-BE28-E2BEBA75A9D3}" srcOrd="4" destOrd="0" presId="urn:microsoft.com/office/officeart/2018/2/layout/IconVerticalSolidList"/>
    <dgm:cxn modelId="{276408D1-C660-46C5-A7E3-6EFB8E14C931}" type="presParOf" srcId="{B8CEFBDA-A785-490D-BE28-E2BEBA75A9D3}" destId="{5670B129-E96A-44D5-8B5C-FFA004094742}" srcOrd="0" destOrd="0" presId="urn:microsoft.com/office/officeart/2018/2/layout/IconVerticalSolidList"/>
    <dgm:cxn modelId="{1B6E2D12-A20C-4527-93DD-74D51F4F8841}" type="presParOf" srcId="{B8CEFBDA-A785-490D-BE28-E2BEBA75A9D3}" destId="{ED827093-706F-4AB5-84AA-D1B57171F4EF}" srcOrd="1" destOrd="0" presId="urn:microsoft.com/office/officeart/2018/2/layout/IconVerticalSolidList"/>
    <dgm:cxn modelId="{91E90226-FF65-49CF-BB24-A937CDC62CEB}" type="presParOf" srcId="{B8CEFBDA-A785-490D-BE28-E2BEBA75A9D3}" destId="{EEC389E8-BAF5-45BC-AA32-361B24018C3D}" srcOrd="2" destOrd="0" presId="urn:microsoft.com/office/officeart/2018/2/layout/IconVerticalSolidList"/>
    <dgm:cxn modelId="{8666B871-9765-4D7E-8718-BCDB8684C547}" type="presParOf" srcId="{B8CEFBDA-A785-490D-BE28-E2BEBA75A9D3}" destId="{F52F379C-70B1-4353-B4D3-D8084E7904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9535C27-B999-43DE-9E4C-8FD98B26584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ED1867E-56B0-41D7-AA71-C1D9DC19871E}">
      <dgm:prSet/>
      <dgm:spPr/>
      <dgm:t>
        <a:bodyPr/>
        <a:lstStyle/>
        <a:p>
          <a:r>
            <a:rPr lang="en-US"/>
            <a:t>Hearing = sound reception</a:t>
          </a:r>
        </a:p>
      </dgm:t>
    </dgm:pt>
    <dgm:pt modelId="{8635AB62-283A-43EF-BFEA-BB23C9293257}" type="parTrans" cxnId="{CD084A54-0900-4EB2-91BB-98055E8C0D38}">
      <dgm:prSet/>
      <dgm:spPr/>
      <dgm:t>
        <a:bodyPr/>
        <a:lstStyle/>
        <a:p>
          <a:endParaRPr lang="en-US"/>
        </a:p>
      </dgm:t>
    </dgm:pt>
    <dgm:pt modelId="{394B8494-6907-4471-929D-D6FED63467B0}" type="sibTrans" cxnId="{CD084A54-0900-4EB2-91BB-98055E8C0D38}">
      <dgm:prSet/>
      <dgm:spPr/>
      <dgm:t>
        <a:bodyPr/>
        <a:lstStyle/>
        <a:p>
          <a:endParaRPr lang="en-US"/>
        </a:p>
      </dgm:t>
    </dgm:pt>
    <dgm:pt modelId="{9D690987-5104-44D7-BB9A-454B424E585F}">
      <dgm:prSet/>
      <dgm:spPr/>
      <dgm:t>
        <a:bodyPr/>
        <a:lstStyle/>
        <a:p>
          <a:r>
            <a:rPr lang="en-US"/>
            <a:t>Listening = attention + interpretation + response</a:t>
          </a:r>
        </a:p>
      </dgm:t>
    </dgm:pt>
    <dgm:pt modelId="{1FFCAD96-1B55-4353-B2C5-85CF7220D687}" type="parTrans" cxnId="{01DD4918-14CC-4C06-9625-94CF209B5D42}">
      <dgm:prSet/>
      <dgm:spPr/>
      <dgm:t>
        <a:bodyPr/>
        <a:lstStyle/>
        <a:p>
          <a:endParaRPr lang="en-US"/>
        </a:p>
      </dgm:t>
    </dgm:pt>
    <dgm:pt modelId="{EEC04556-B3D4-4F02-BF34-A630504E3C4F}" type="sibTrans" cxnId="{01DD4918-14CC-4C06-9625-94CF209B5D42}">
      <dgm:prSet/>
      <dgm:spPr/>
      <dgm:t>
        <a:bodyPr/>
        <a:lstStyle/>
        <a:p>
          <a:endParaRPr lang="en-US"/>
        </a:p>
      </dgm:t>
    </dgm:pt>
    <dgm:pt modelId="{04FB7D46-6528-46EE-94A6-81F5898C9435}">
      <dgm:prSet/>
      <dgm:spPr/>
      <dgm:t>
        <a:bodyPr/>
        <a:lstStyle/>
        <a:p>
          <a:r>
            <a:rPr lang="en-US"/>
            <a:t>Good listening prevents misinterpretation of alerts or findings</a:t>
          </a:r>
        </a:p>
      </dgm:t>
    </dgm:pt>
    <dgm:pt modelId="{E170D65F-B53F-463D-B902-D4B84D640FD8}" type="parTrans" cxnId="{C3DF9F5B-5411-4106-AE2A-0EA2B0F0EAB3}">
      <dgm:prSet/>
      <dgm:spPr/>
      <dgm:t>
        <a:bodyPr/>
        <a:lstStyle/>
        <a:p>
          <a:endParaRPr lang="en-US"/>
        </a:p>
      </dgm:t>
    </dgm:pt>
    <dgm:pt modelId="{2B3FEEF2-99CC-43E5-8569-E4171D891D6E}" type="sibTrans" cxnId="{C3DF9F5B-5411-4106-AE2A-0EA2B0F0EAB3}">
      <dgm:prSet/>
      <dgm:spPr/>
      <dgm:t>
        <a:bodyPr/>
        <a:lstStyle/>
        <a:p>
          <a:endParaRPr lang="en-US"/>
        </a:p>
      </dgm:t>
    </dgm:pt>
    <dgm:pt modelId="{F3B9E1E0-2100-40F5-A962-515516BEFA03}">
      <dgm:prSet/>
      <dgm:spPr/>
      <dgm:t>
        <a:bodyPr/>
        <a:lstStyle/>
        <a:p>
          <a:r>
            <a:rPr lang="en-US"/>
            <a:t>Active listening improves team coordination</a:t>
          </a:r>
        </a:p>
      </dgm:t>
    </dgm:pt>
    <dgm:pt modelId="{DCF76E2F-5182-439C-9EAE-DDD9840BEA5D}" type="parTrans" cxnId="{782403B8-6356-4D35-9E32-57CB34BD6A1D}">
      <dgm:prSet/>
      <dgm:spPr/>
      <dgm:t>
        <a:bodyPr/>
        <a:lstStyle/>
        <a:p>
          <a:endParaRPr lang="en-US"/>
        </a:p>
      </dgm:t>
    </dgm:pt>
    <dgm:pt modelId="{CB8DF2FB-E890-4455-9D6B-BB269589D588}" type="sibTrans" cxnId="{782403B8-6356-4D35-9E32-57CB34BD6A1D}">
      <dgm:prSet/>
      <dgm:spPr/>
      <dgm:t>
        <a:bodyPr/>
        <a:lstStyle/>
        <a:p>
          <a:endParaRPr lang="en-US"/>
        </a:p>
      </dgm:t>
    </dgm:pt>
    <dgm:pt modelId="{68E302B3-F7D8-4406-BBA5-6DB0990CFC69}" type="pres">
      <dgm:prSet presAssocID="{A9535C27-B999-43DE-9E4C-8FD98B26584B}" presName="vert0" presStyleCnt="0">
        <dgm:presLayoutVars>
          <dgm:dir/>
          <dgm:animOne val="branch"/>
          <dgm:animLvl val="lvl"/>
        </dgm:presLayoutVars>
      </dgm:prSet>
      <dgm:spPr/>
    </dgm:pt>
    <dgm:pt modelId="{9CE79149-94AA-4533-91C1-D23A162C93C8}" type="pres">
      <dgm:prSet presAssocID="{2ED1867E-56B0-41D7-AA71-C1D9DC19871E}" presName="thickLine" presStyleLbl="alignNode1" presStyleIdx="0" presStyleCnt="4"/>
      <dgm:spPr/>
    </dgm:pt>
    <dgm:pt modelId="{897A0DA0-8C4C-42F2-AAC9-C7F8ECE2EE6A}" type="pres">
      <dgm:prSet presAssocID="{2ED1867E-56B0-41D7-AA71-C1D9DC19871E}" presName="horz1" presStyleCnt="0"/>
      <dgm:spPr/>
    </dgm:pt>
    <dgm:pt modelId="{936FD750-0D80-4CB2-81AE-0BB60E7E4905}" type="pres">
      <dgm:prSet presAssocID="{2ED1867E-56B0-41D7-AA71-C1D9DC19871E}" presName="tx1" presStyleLbl="revTx" presStyleIdx="0" presStyleCnt="4"/>
      <dgm:spPr/>
    </dgm:pt>
    <dgm:pt modelId="{4A1F98E3-495D-48A8-8D47-0CE6287D767A}" type="pres">
      <dgm:prSet presAssocID="{2ED1867E-56B0-41D7-AA71-C1D9DC19871E}" presName="vert1" presStyleCnt="0"/>
      <dgm:spPr/>
    </dgm:pt>
    <dgm:pt modelId="{29865FBA-4C1A-4268-BE0E-7FC766CA5629}" type="pres">
      <dgm:prSet presAssocID="{9D690987-5104-44D7-BB9A-454B424E585F}" presName="thickLine" presStyleLbl="alignNode1" presStyleIdx="1" presStyleCnt="4"/>
      <dgm:spPr/>
    </dgm:pt>
    <dgm:pt modelId="{DB0DB24A-2AF2-4910-951E-5A2E7FEEDC38}" type="pres">
      <dgm:prSet presAssocID="{9D690987-5104-44D7-BB9A-454B424E585F}" presName="horz1" presStyleCnt="0"/>
      <dgm:spPr/>
    </dgm:pt>
    <dgm:pt modelId="{C60D272D-5EA7-40A9-8236-6095804E3214}" type="pres">
      <dgm:prSet presAssocID="{9D690987-5104-44D7-BB9A-454B424E585F}" presName="tx1" presStyleLbl="revTx" presStyleIdx="1" presStyleCnt="4"/>
      <dgm:spPr/>
    </dgm:pt>
    <dgm:pt modelId="{E192669B-6459-4C56-A41B-874537270A5B}" type="pres">
      <dgm:prSet presAssocID="{9D690987-5104-44D7-BB9A-454B424E585F}" presName="vert1" presStyleCnt="0"/>
      <dgm:spPr/>
    </dgm:pt>
    <dgm:pt modelId="{21F82BFD-79B3-4BB8-B474-D33A68E78656}" type="pres">
      <dgm:prSet presAssocID="{04FB7D46-6528-46EE-94A6-81F5898C9435}" presName="thickLine" presStyleLbl="alignNode1" presStyleIdx="2" presStyleCnt="4"/>
      <dgm:spPr/>
    </dgm:pt>
    <dgm:pt modelId="{1F3151A3-137A-433C-A825-5347C6264729}" type="pres">
      <dgm:prSet presAssocID="{04FB7D46-6528-46EE-94A6-81F5898C9435}" presName="horz1" presStyleCnt="0"/>
      <dgm:spPr/>
    </dgm:pt>
    <dgm:pt modelId="{39166C42-DC82-4A44-A8EC-F8C0DDF94A55}" type="pres">
      <dgm:prSet presAssocID="{04FB7D46-6528-46EE-94A6-81F5898C9435}" presName="tx1" presStyleLbl="revTx" presStyleIdx="2" presStyleCnt="4"/>
      <dgm:spPr/>
    </dgm:pt>
    <dgm:pt modelId="{208A1888-3743-4E85-B7DD-B0607F799DF1}" type="pres">
      <dgm:prSet presAssocID="{04FB7D46-6528-46EE-94A6-81F5898C9435}" presName="vert1" presStyleCnt="0"/>
      <dgm:spPr/>
    </dgm:pt>
    <dgm:pt modelId="{AEB91D3A-7F93-46A1-B41C-E56AD4BF2771}" type="pres">
      <dgm:prSet presAssocID="{F3B9E1E0-2100-40F5-A962-515516BEFA03}" presName="thickLine" presStyleLbl="alignNode1" presStyleIdx="3" presStyleCnt="4"/>
      <dgm:spPr/>
    </dgm:pt>
    <dgm:pt modelId="{99879B79-4945-4C25-943B-135A581E2576}" type="pres">
      <dgm:prSet presAssocID="{F3B9E1E0-2100-40F5-A962-515516BEFA03}" presName="horz1" presStyleCnt="0"/>
      <dgm:spPr/>
    </dgm:pt>
    <dgm:pt modelId="{A9E46B73-914F-4793-80E2-3D9345AE68EE}" type="pres">
      <dgm:prSet presAssocID="{F3B9E1E0-2100-40F5-A962-515516BEFA03}" presName="tx1" presStyleLbl="revTx" presStyleIdx="3" presStyleCnt="4"/>
      <dgm:spPr/>
    </dgm:pt>
    <dgm:pt modelId="{15FAB95A-291A-4A52-AA93-90B6FB6AB752}" type="pres">
      <dgm:prSet presAssocID="{F3B9E1E0-2100-40F5-A962-515516BEFA03}" presName="vert1" presStyleCnt="0"/>
      <dgm:spPr/>
    </dgm:pt>
  </dgm:ptLst>
  <dgm:cxnLst>
    <dgm:cxn modelId="{01DD4918-14CC-4C06-9625-94CF209B5D42}" srcId="{A9535C27-B999-43DE-9E4C-8FD98B26584B}" destId="{9D690987-5104-44D7-BB9A-454B424E585F}" srcOrd="1" destOrd="0" parTransId="{1FFCAD96-1B55-4353-B2C5-85CF7220D687}" sibTransId="{EEC04556-B3D4-4F02-BF34-A630504E3C4F}"/>
    <dgm:cxn modelId="{BAB6F81C-2C85-491E-A5BF-325E8BE52407}" type="presOf" srcId="{F3B9E1E0-2100-40F5-A962-515516BEFA03}" destId="{A9E46B73-914F-4793-80E2-3D9345AE68EE}" srcOrd="0" destOrd="0" presId="urn:microsoft.com/office/officeart/2008/layout/LinedList"/>
    <dgm:cxn modelId="{203FE71F-C26D-4A42-BC96-2E85C642EDFD}" type="presOf" srcId="{A9535C27-B999-43DE-9E4C-8FD98B26584B}" destId="{68E302B3-F7D8-4406-BBA5-6DB0990CFC69}" srcOrd="0" destOrd="0" presId="urn:microsoft.com/office/officeart/2008/layout/LinedList"/>
    <dgm:cxn modelId="{71945F33-9EB6-4ABE-A78A-062A6FAA1D73}" type="presOf" srcId="{04FB7D46-6528-46EE-94A6-81F5898C9435}" destId="{39166C42-DC82-4A44-A8EC-F8C0DDF94A55}" srcOrd="0" destOrd="0" presId="urn:microsoft.com/office/officeart/2008/layout/LinedList"/>
    <dgm:cxn modelId="{C3DF9F5B-5411-4106-AE2A-0EA2B0F0EAB3}" srcId="{A9535C27-B999-43DE-9E4C-8FD98B26584B}" destId="{04FB7D46-6528-46EE-94A6-81F5898C9435}" srcOrd="2" destOrd="0" parTransId="{E170D65F-B53F-463D-B902-D4B84D640FD8}" sibTransId="{2B3FEEF2-99CC-43E5-8569-E4171D891D6E}"/>
    <dgm:cxn modelId="{CD084A54-0900-4EB2-91BB-98055E8C0D38}" srcId="{A9535C27-B999-43DE-9E4C-8FD98B26584B}" destId="{2ED1867E-56B0-41D7-AA71-C1D9DC19871E}" srcOrd="0" destOrd="0" parTransId="{8635AB62-283A-43EF-BFEA-BB23C9293257}" sibTransId="{394B8494-6907-4471-929D-D6FED63467B0}"/>
    <dgm:cxn modelId="{782403B8-6356-4D35-9E32-57CB34BD6A1D}" srcId="{A9535C27-B999-43DE-9E4C-8FD98B26584B}" destId="{F3B9E1E0-2100-40F5-A962-515516BEFA03}" srcOrd="3" destOrd="0" parTransId="{DCF76E2F-5182-439C-9EAE-DDD9840BEA5D}" sibTransId="{CB8DF2FB-E890-4455-9D6B-BB269589D588}"/>
    <dgm:cxn modelId="{83BED7C1-A4BE-40BB-B1C4-FFB28E8BCB34}" type="presOf" srcId="{2ED1867E-56B0-41D7-AA71-C1D9DC19871E}" destId="{936FD750-0D80-4CB2-81AE-0BB60E7E4905}" srcOrd="0" destOrd="0" presId="urn:microsoft.com/office/officeart/2008/layout/LinedList"/>
    <dgm:cxn modelId="{EC48C0E1-24FA-490F-A4FA-E6A6F0F226EF}" type="presOf" srcId="{9D690987-5104-44D7-BB9A-454B424E585F}" destId="{C60D272D-5EA7-40A9-8236-6095804E3214}" srcOrd="0" destOrd="0" presId="urn:microsoft.com/office/officeart/2008/layout/LinedList"/>
    <dgm:cxn modelId="{229D258F-F6A2-4D92-AD30-98FD7983EBC8}" type="presParOf" srcId="{68E302B3-F7D8-4406-BBA5-6DB0990CFC69}" destId="{9CE79149-94AA-4533-91C1-D23A162C93C8}" srcOrd="0" destOrd="0" presId="urn:microsoft.com/office/officeart/2008/layout/LinedList"/>
    <dgm:cxn modelId="{93391B51-A6F3-474F-BE70-79DDAD4F032B}" type="presParOf" srcId="{68E302B3-F7D8-4406-BBA5-6DB0990CFC69}" destId="{897A0DA0-8C4C-42F2-AAC9-C7F8ECE2EE6A}" srcOrd="1" destOrd="0" presId="urn:microsoft.com/office/officeart/2008/layout/LinedList"/>
    <dgm:cxn modelId="{C525D1BD-EB93-43B2-8CE1-B02C60EBA96C}" type="presParOf" srcId="{897A0DA0-8C4C-42F2-AAC9-C7F8ECE2EE6A}" destId="{936FD750-0D80-4CB2-81AE-0BB60E7E4905}" srcOrd="0" destOrd="0" presId="urn:microsoft.com/office/officeart/2008/layout/LinedList"/>
    <dgm:cxn modelId="{16CA762A-BB1F-4AF7-8531-3247212AC551}" type="presParOf" srcId="{897A0DA0-8C4C-42F2-AAC9-C7F8ECE2EE6A}" destId="{4A1F98E3-495D-48A8-8D47-0CE6287D767A}" srcOrd="1" destOrd="0" presId="urn:microsoft.com/office/officeart/2008/layout/LinedList"/>
    <dgm:cxn modelId="{3FD7E64C-C88F-412D-BC69-B63D732C7FDB}" type="presParOf" srcId="{68E302B3-F7D8-4406-BBA5-6DB0990CFC69}" destId="{29865FBA-4C1A-4268-BE0E-7FC766CA5629}" srcOrd="2" destOrd="0" presId="urn:microsoft.com/office/officeart/2008/layout/LinedList"/>
    <dgm:cxn modelId="{2C0CEBD2-6839-4412-BECA-B80E311B0CD9}" type="presParOf" srcId="{68E302B3-F7D8-4406-BBA5-6DB0990CFC69}" destId="{DB0DB24A-2AF2-4910-951E-5A2E7FEEDC38}" srcOrd="3" destOrd="0" presId="urn:microsoft.com/office/officeart/2008/layout/LinedList"/>
    <dgm:cxn modelId="{B86A7FFD-F909-4237-9127-00FB618012D2}" type="presParOf" srcId="{DB0DB24A-2AF2-4910-951E-5A2E7FEEDC38}" destId="{C60D272D-5EA7-40A9-8236-6095804E3214}" srcOrd="0" destOrd="0" presId="urn:microsoft.com/office/officeart/2008/layout/LinedList"/>
    <dgm:cxn modelId="{08B8FC53-A545-4715-8612-083A627F507E}" type="presParOf" srcId="{DB0DB24A-2AF2-4910-951E-5A2E7FEEDC38}" destId="{E192669B-6459-4C56-A41B-874537270A5B}" srcOrd="1" destOrd="0" presId="urn:microsoft.com/office/officeart/2008/layout/LinedList"/>
    <dgm:cxn modelId="{4BE8CEF0-2F4A-4DDD-9BCC-8B7ED73EF722}" type="presParOf" srcId="{68E302B3-F7D8-4406-BBA5-6DB0990CFC69}" destId="{21F82BFD-79B3-4BB8-B474-D33A68E78656}" srcOrd="4" destOrd="0" presId="urn:microsoft.com/office/officeart/2008/layout/LinedList"/>
    <dgm:cxn modelId="{F83A45F7-8D22-45AF-903C-61B24214C6EF}" type="presParOf" srcId="{68E302B3-F7D8-4406-BBA5-6DB0990CFC69}" destId="{1F3151A3-137A-433C-A825-5347C6264729}" srcOrd="5" destOrd="0" presId="urn:microsoft.com/office/officeart/2008/layout/LinedList"/>
    <dgm:cxn modelId="{CA608608-D2D8-49F5-A231-4E43A3EE8F1F}" type="presParOf" srcId="{1F3151A3-137A-433C-A825-5347C6264729}" destId="{39166C42-DC82-4A44-A8EC-F8C0DDF94A55}" srcOrd="0" destOrd="0" presId="urn:microsoft.com/office/officeart/2008/layout/LinedList"/>
    <dgm:cxn modelId="{95290806-1438-4C94-96AF-AC3C858E3E5A}" type="presParOf" srcId="{1F3151A3-137A-433C-A825-5347C6264729}" destId="{208A1888-3743-4E85-B7DD-B0607F799DF1}" srcOrd="1" destOrd="0" presId="urn:microsoft.com/office/officeart/2008/layout/LinedList"/>
    <dgm:cxn modelId="{6C51CFD1-E169-4EC4-9C6C-09D59B2C2CE1}" type="presParOf" srcId="{68E302B3-F7D8-4406-BBA5-6DB0990CFC69}" destId="{AEB91D3A-7F93-46A1-B41C-E56AD4BF2771}" srcOrd="6" destOrd="0" presId="urn:microsoft.com/office/officeart/2008/layout/LinedList"/>
    <dgm:cxn modelId="{43BB22AD-6470-42DA-A795-0B179336798E}" type="presParOf" srcId="{68E302B3-F7D8-4406-BBA5-6DB0990CFC69}" destId="{99879B79-4945-4C25-943B-135A581E2576}" srcOrd="7" destOrd="0" presId="urn:microsoft.com/office/officeart/2008/layout/LinedList"/>
    <dgm:cxn modelId="{D0FDEB0B-C364-41E6-A301-9087F71563A7}" type="presParOf" srcId="{99879B79-4945-4C25-943B-135A581E2576}" destId="{A9E46B73-914F-4793-80E2-3D9345AE68EE}" srcOrd="0" destOrd="0" presId="urn:microsoft.com/office/officeart/2008/layout/LinedList"/>
    <dgm:cxn modelId="{D967A7F1-F3CA-4FBE-A60C-4C5DD70AC21F}" type="presParOf" srcId="{99879B79-4945-4C25-943B-135A581E2576}" destId="{15FAB95A-291A-4A52-AA93-90B6FB6AB75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15EDD6-531E-401D-A43E-A76D54C486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1962082-8E4B-461E-9354-1D7331051ADE}">
      <dgm:prSet/>
      <dgm:spPr/>
      <dgm:t>
        <a:bodyPr/>
        <a:lstStyle/>
        <a:p>
          <a:r>
            <a:rPr lang="en-US"/>
            <a:t>Body language often communicates more than words</a:t>
          </a:r>
        </a:p>
      </dgm:t>
    </dgm:pt>
    <dgm:pt modelId="{1DBE9EE9-922A-4311-AB2C-C92D2E2100C6}" type="parTrans" cxnId="{7D40C6E4-4C84-4FFF-9D5B-E11A4ED79D5A}">
      <dgm:prSet/>
      <dgm:spPr/>
      <dgm:t>
        <a:bodyPr/>
        <a:lstStyle/>
        <a:p>
          <a:endParaRPr lang="en-US"/>
        </a:p>
      </dgm:t>
    </dgm:pt>
    <dgm:pt modelId="{7C9DA875-A39D-4102-B096-4D763D00ABEF}" type="sibTrans" cxnId="{7D40C6E4-4C84-4FFF-9D5B-E11A4ED79D5A}">
      <dgm:prSet/>
      <dgm:spPr/>
      <dgm:t>
        <a:bodyPr/>
        <a:lstStyle/>
        <a:p>
          <a:endParaRPr lang="en-US"/>
        </a:p>
      </dgm:t>
    </dgm:pt>
    <dgm:pt modelId="{A4F5C67B-3294-4077-BBF9-BC9BF4002FF6}">
      <dgm:prSet/>
      <dgm:spPr/>
      <dgm:t>
        <a:bodyPr/>
        <a:lstStyle/>
        <a:p>
          <a:r>
            <a:rPr lang="en-US"/>
            <a:t>Eye contact, posture, tone influence trust and credibility</a:t>
          </a:r>
        </a:p>
      </dgm:t>
    </dgm:pt>
    <dgm:pt modelId="{74941D79-A2C5-45D4-A7CE-BD21B805F1FB}" type="parTrans" cxnId="{D9F20AEC-E0AC-4C13-B8CA-B7628D56D925}">
      <dgm:prSet/>
      <dgm:spPr/>
      <dgm:t>
        <a:bodyPr/>
        <a:lstStyle/>
        <a:p>
          <a:endParaRPr lang="en-US"/>
        </a:p>
      </dgm:t>
    </dgm:pt>
    <dgm:pt modelId="{2F24C128-5C36-4C42-BF8C-C547E7229F92}" type="sibTrans" cxnId="{D9F20AEC-E0AC-4C13-B8CA-B7628D56D925}">
      <dgm:prSet/>
      <dgm:spPr/>
      <dgm:t>
        <a:bodyPr/>
        <a:lstStyle/>
        <a:p>
          <a:endParaRPr lang="en-US"/>
        </a:p>
      </dgm:t>
    </dgm:pt>
    <dgm:pt modelId="{7EDEC985-CD6A-4B4D-B4FE-DE89E045277F}">
      <dgm:prSet/>
      <dgm:spPr/>
      <dgm:t>
        <a:bodyPr/>
        <a:lstStyle/>
        <a:p>
          <a:r>
            <a:rPr lang="en-US"/>
            <a:t>Non-verbal cues must match verbal message</a:t>
          </a:r>
        </a:p>
      </dgm:t>
    </dgm:pt>
    <dgm:pt modelId="{37AC183A-26B3-403B-AA68-449A30687C7F}" type="parTrans" cxnId="{441781D3-488F-4775-9FEE-2BC87F7CD715}">
      <dgm:prSet/>
      <dgm:spPr/>
      <dgm:t>
        <a:bodyPr/>
        <a:lstStyle/>
        <a:p>
          <a:endParaRPr lang="en-US"/>
        </a:p>
      </dgm:t>
    </dgm:pt>
    <dgm:pt modelId="{8F934E05-7521-42AC-BD1C-B85115EDDEB5}" type="sibTrans" cxnId="{441781D3-488F-4775-9FEE-2BC87F7CD715}">
      <dgm:prSet/>
      <dgm:spPr/>
      <dgm:t>
        <a:bodyPr/>
        <a:lstStyle/>
        <a:p>
          <a:endParaRPr lang="en-US"/>
        </a:p>
      </dgm:t>
    </dgm:pt>
    <dgm:pt modelId="{4B827C5D-A4C3-4943-BAD0-2EAE358F9B09}">
      <dgm:prSet/>
      <dgm:spPr/>
      <dgm:t>
        <a:bodyPr/>
        <a:lstStyle/>
        <a:p>
          <a:r>
            <a:rPr lang="en-US"/>
            <a:t>Awareness of body language improves collaboration</a:t>
          </a:r>
        </a:p>
      </dgm:t>
    </dgm:pt>
    <dgm:pt modelId="{63DD70C3-50C4-4B9A-9CFD-6436F68095C9}" type="parTrans" cxnId="{B194994C-1FD9-4376-9E2F-AD8A628B4AA5}">
      <dgm:prSet/>
      <dgm:spPr/>
      <dgm:t>
        <a:bodyPr/>
        <a:lstStyle/>
        <a:p>
          <a:endParaRPr lang="en-US"/>
        </a:p>
      </dgm:t>
    </dgm:pt>
    <dgm:pt modelId="{E08DDDDE-6ABE-42FC-9B8D-2BB12DF2E385}" type="sibTrans" cxnId="{B194994C-1FD9-4376-9E2F-AD8A628B4AA5}">
      <dgm:prSet/>
      <dgm:spPr/>
      <dgm:t>
        <a:bodyPr/>
        <a:lstStyle/>
        <a:p>
          <a:endParaRPr lang="en-US"/>
        </a:p>
      </dgm:t>
    </dgm:pt>
    <dgm:pt modelId="{95038924-58E6-46AE-81DA-7AE05B0E33A3}" type="pres">
      <dgm:prSet presAssocID="{5B15EDD6-531E-401D-A43E-A76D54C486D9}" presName="linear" presStyleCnt="0">
        <dgm:presLayoutVars>
          <dgm:animLvl val="lvl"/>
          <dgm:resizeHandles val="exact"/>
        </dgm:presLayoutVars>
      </dgm:prSet>
      <dgm:spPr/>
    </dgm:pt>
    <dgm:pt modelId="{7685023E-1C66-4FF4-803B-33E68100D959}" type="pres">
      <dgm:prSet presAssocID="{21962082-8E4B-461E-9354-1D7331051AD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F0CDE89-CA8E-48F9-A83D-D6C6DF56083A}" type="pres">
      <dgm:prSet presAssocID="{7C9DA875-A39D-4102-B096-4D763D00ABEF}" presName="spacer" presStyleCnt="0"/>
      <dgm:spPr/>
    </dgm:pt>
    <dgm:pt modelId="{B3FA4162-796C-4403-A548-8D2B6A7F4451}" type="pres">
      <dgm:prSet presAssocID="{A4F5C67B-3294-4077-BBF9-BC9BF4002FF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AD9565-03A9-4E70-860F-71B4A2F5F970}" type="pres">
      <dgm:prSet presAssocID="{2F24C128-5C36-4C42-BF8C-C547E7229F92}" presName="spacer" presStyleCnt="0"/>
      <dgm:spPr/>
    </dgm:pt>
    <dgm:pt modelId="{8A96D71A-06A6-4C8F-9808-3395522BD6D3}" type="pres">
      <dgm:prSet presAssocID="{7EDEC985-CD6A-4B4D-B4FE-DE89E045277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5F83716-57F8-4B1A-B863-C6592EA41703}" type="pres">
      <dgm:prSet presAssocID="{8F934E05-7521-42AC-BD1C-B85115EDDEB5}" presName="spacer" presStyleCnt="0"/>
      <dgm:spPr/>
    </dgm:pt>
    <dgm:pt modelId="{FDD0148D-AA9D-40DB-9551-C9D3308657D1}" type="pres">
      <dgm:prSet presAssocID="{4B827C5D-A4C3-4943-BAD0-2EAE358F9B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DC4C718-1164-4678-847D-5A7384049821}" type="presOf" srcId="{21962082-8E4B-461E-9354-1D7331051ADE}" destId="{7685023E-1C66-4FF4-803B-33E68100D959}" srcOrd="0" destOrd="0" presId="urn:microsoft.com/office/officeart/2005/8/layout/vList2"/>
    <dgm:cxn modelId="{19E7F218-C5DF-46C8-9DD7-003D76594A62}" type="presOf" srcId="{5B15EDD6-531E-401D-A43E-A76D54C486D9}" destId="{95038924-58E6-46AE-81DA-7AE05B0E33A3}" srcOrd="0" destOrd="0" presId="urn:microsoft.com/office/officeart/2005/8/layout/vList2"/>
    <dgm:cxn modelId="{B194994C-1FD9-4376-9E2F-AD8A628B4AA5}" srcId="{5B15EDD6-531E-401D-A43E-A76D54C486D9}" destId="{4B827C5D-A4C3-4943-BAD0-2EAE358F9B09}" srcOrd="3" destOrd="0" parTransId="{63DD70C3-50C4-4B9A-9CFD-6436F68095C9}" sibTransId="{E08DDDDE-6ABE-42FC-9B8D-2BB12DF2E385}"/>
    <dgm:cxn modelId="{46A5864F-AE2A-4AF2-BB25-AA253821032E}" type="presOf" srcId="{7EDEC985-CD6A-4B4D-B4FE-DE89E045277F}" destId="{8A96D71A-06A6-4C8F-9808-3395522BD6D3}" srcOrd="0" destOrd="0" presId="urn:microsoft.com/office/officeart/2005/8/layout/vList2"/>
    <dgm:cxn modelId="{833B537B-26D4-4D38-83E7-3A5E8B2E557F}" type="presOf" srcId="{A4F5C67B-3294-4077-BBF9-BC9BF4002FF6}" destId="{B3FA4162-796C-4403-A548-8D2B6A7F4451}" srcOrd="0" destOrd="0" presId="urn:microsoft.com/office/officeart/2005/8/layout/vList2"/>
    <dgm:cxn modelId="{C4F02591-3E28-4024-9552-AF34C91AE456}" type="presOf" srcId="{4B827C5D-A4C3-4943-BAD0-2EAE358F9B09}" destId="{FDD0148D-AA9D-40DB-9551-C9D3308657D1}" srcOrd="0" destOrd="0" presId="urn:microsoft.com/office/officeart/2005/8/layout/vList2"/>
    <dgm:cxn modelId="{441781D3-488F-4775-9FEE-2BC87F7CD715}" srcId="{5B15EDD6-531E-401D-A43E-A76D54C486D9}" destId="{7EDEC985-CD6A-4B4D-B4FE-DE89E045277F}" srcOrd="2" destOrd="0" parTransId="{37AC183A-26B3-403B-AA68-449A30687C7F}" sibTransId="{8F934E05-7521-42AC-BD1C-B85115EDDEB5}"/>
    <dgm:cxn modelId="{7D40C6E4-4C84-4FFF-9D5B-E11A4ED79D5A}" srcId="{5B15EDD6-531E-401D-A43E-A76D54C486D9}" destId="{21962082-8E4B-461E-9354-1D7331051ADE}" srcOrd="0" destOrd="0" parTransId="{1DBE9EE9-922A-4311-AB2C-C92D2E2100C6}" sibTransId="{7C9DA875-A39D-4102-B096-4D763D00ABEF}"/>
    <dgm:cxn modelId="{D9F20AEC-E0AC-4C13-B8CA-B7628D56D925}" srcId="{5B15EDD6-531E-401D-A43E-A76D54C486D9}" destId="{A4F5C67B-3294-4077-BBF9-BC9BF4002FF6}" srcOrd="1" destOrd="0" parTransId="{74941D79-A2C5-45D4-A7CE-BD21B805F1FB}" sibTransId="{2F24C128-5C36-4C42-BF8C-C547E7229F92}"/>
    <dgm:cxn modelId="{6727BDBF-7708-44EF-93F4-64AF7C75C446}" type="presParOf" srcId="{95038924-58E6-46AE-81DA-7AE05B0E33A3}" destId="{7685023E-1C66-4FF4-803B-33E68100D959}" srcOrd="0" destOrd="0" presId="urn:microsoft.com/office/officeart/2005/8/layout/vList2"/>
    <dgm:cxn modelId="{FF59DB23-DCAD-454D-A5A2-AD50198ADA7B}" type="presParOf" srcId="{95038924-58E6-46AE-81DA-7AE05B0E33A3}" destId="{9F0CDE89-CA8E-48F9-A83D-D6C6DF56083A}" srcOrd="1" destOrd="0" presId="urn:microsoft.com/office/officeart/2005/8/layout/vList2"/>
    <dgm:cxn modelId="{87F087BC-C5FF-4556-BC7D-86C9BD2EA5BF}" type="presParOf" srcId="{95038924-58E6-46AE-81DA-7AE05B0E33A3}" destId="{B3FA4162-796C-4403-A548-8D2B6A7F4451}" srcOrd="2" destOrd="0" presId="urn:microsoft.com/office/officeart/2005/8/layout/vList2"/>
    <dgm:cxn modelId="{98D91731-089D-4B9A-A2D7-BFFF27740022}" type="presParOf" srcId="{95038924-58E6-46AE-81DA-7AE05B0E33A3}" destId="{E8AD9565-03A9-4E70-860F-71B4A2F5F970}" srcOrd="3" destOrd="0" presId="urn:microsoft.com/office/officeart/2005/8/layout/vList2"/>
    <dgm:cxn modelId="{4FA93036-7E73-4E53-81D3-8BEA6547132B}" type="presParOf" srcId="{95038924-58E6-46AE-81DA-7AE05B0E33A3}" destId="{8A96D71A-06A6-4C8F-9808-3395522BD6D3}" srcOrd="4" destOrd="0" presId="urn:microsoft.com/office/officeart/2005/8/layout/vList2"/>
    <dgm:cxn modelId="{DCD5716E-8240-4A53-A23C-D99EE9AF7B93}" type="presParOf" srcId="{95038924-58E6-46AE-81DA-7AE05B0E33A3}" destId="{D5F83716-57F8-4B1A-B863-C6592EA41703}" srcOrd="5" destOrd="0" presId="urn:microsoft.com/office/officeart/2005/8/layout/vList2"/>
    <dgm:cxn modelId="{5FCE1B39-9E88-4B49-858D-7E44774C33DF}" type="presParOf" srcId="{95038924-58E6-46AE-81DA-7AE05B0E33A3}" destId="{FDD0148D-AA9D-40DB-9551-C9D3308657D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4DB06B-6922-449D-8A20-77BAD239B203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1B24AB-98C1-46CD-BC88-AEC4181A5F98}">
      <dgm:prSet/>
      <dgm:spPr/>
      <dgm:t>
        <a:bodyPr/>
        <a:lstStyle/>
        <a:p>
          <a:r>
            <a:rPr lang="en-US"/>
            <a:t>Avoid jargon and technical detail overload</a:t>
          </a:r>
        </a:p>
      </dgm:t>
    </dgm:pt>
    <dgm:pt modelId="{B8C90414-6F69-421E-AA7C-599B84256CA8}" type="parTrans" cxnId="{DF03C472-765C-4891-AEDC-26797C5BE338}">
      <dgm:prSet/>
      <dgm:spPr/>
      <dgm:t>
        <a:bodyPr/>
        <a:lstStyle/>
        <a:p>
          <a:endParaRPr lang="en-US"/>
        </a:p>
      </dgm:t>
    </dgm:pt>
    <dgm:pt modelId="{87F336E9-2829-4604-8BCE-9FCAA14ADBD9}" type="sibTrans" cxnId="{DF03C472-765C-4891-AEDC-26797C5BE338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EBA07956-12A8-45CC-AA63-745C58F4F437}">
      <dgm:prSet/>
      <dgm:spPr/>
      <dgm:t>
        <a:bodyPr/>
        <a:lstStyle/>
        <a:p>
          <a:r>
            <a:rPr lang="en-US"/>
            <a:t>Explain risk in business impact terms</a:t>
          </a:r>
        </a:p>
      </dgm:t>
    </dgm:pt>
    <dgm:pt modelId="{7DC03596-0F92-4208-800D-C84ADCE9146B}" type="parTrans" cxnId="{B591BE78-12AD-4C0F-B6FC-D7F9B1FC8AE4}">
      <dgm:prSet/>
      <dgm:spPr/>
      <dgm:t>
        <a:bodyPr/>
        <a:lstStyle/>
        <a:p>
          <a:endParaRPr lang="en-US"/>
        </a:p>
      </dgm:t>
    </dgm:pt>
    <dgm:pt modelId="{299E4EA8-2B84-4ADD-88F7-A3594B9CA957}" type="sibTrans" cxnId="{B591BE78-12AD-4C0F-B6FC-D7F9B1FC8AE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EF69F29-2F34-4D6D-A506-3864E1B43D39}">
      <dgm:prSet/>
      <dgm:spPr/>
      <dgm:t>
        <a:bodyPr/>
        <a:lstStyle/>
        <a:p>
          <a:r>
            <a:rPr lang="en-US"/>
            <a:t>Connect security to money, operations, safety, reputation</a:t>
          </a:r>
        </a:p>
      </dgm:t>
    </dgm:pt>
    <dgm:pt modelId="{A2189F14-5ACF-4AA4-80D1-DC16F9792CA4}" type="parTrans" cxnId="{12B6111D-1EE9-4C9F-8178-39942285A36B}">
      <dgm:prSet/>
      <dgm:spPr/>
      <dgm:t>
        <a:bodyPr/>
        <a:lstStyle/>
        <a:p>
          <a:endParaRPr lang="en-US"/>
        </a:p>
      </dgm:t>
    </dgm:pt>
    <dgm:pt modelId="{D0740C1D-3738-4B1C-B919-CC2492A239A3}" type="sibTrans" cxnId="{12B6111D-1EE9-4C9F-8178-39942285A36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36382A53-02F4-4AC7-A2AB-DA5EF7C795FD}">
      <dgm:prSet/>
      <dgm:spPr/>
      <dgm:t>
        <a:bodyPr/>
        <a:lstStyle/>
        <a:p>
          <a:r>
            <a:rPr lang="en-US"/>
            <a:t>Provide clear recommendation and decision path</a:t>
          </a:r>
        </a:p>
      </dgm:t>
    </dgm:pt>
    <dgm:pt modelId="{55F12DE9-A7EF-4604-873F-CD9D6E712AED}" type="parTrans" cxnId="{229A97A2-E437-4E89-B30F-8C2D93A50288}">
      <dgm:prSet/>
      <dgm:spPr/>
      <dgm:t>
        <a:bodyPr/>
        <a:lstStyle/>
        <a:p>
          <a:endParaRPr lang="en-US"/>
        </a:p>
      </dgm:t>
    </dgm:pt>
    <dgm:pt modelId="{B0DD159A-FF8F-4F96-BCCB-0F184D3326E4}" type="sibTrans" cxnId="{229A97A2-E437-4E89-B30F-8C2D93A5028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DCA546CC-7A55-4C69-93CE-5C1026DD1E56}" type="pres">
      <dgm:prSet presAssocID="{0E4DB06B-6922-449D-8A20-77BAD239B203}" presName="Name0" presStyleCnt="0">
        <dgm:presLayoutVars>
          <dgm:animLvl val="lvl"/>
          <dgm:resizeHandles val="exact"/>
        </dgm:presLayoutVars>
      </dgm:prSet>
      <dgm:spPr/>
    </dgm:pt>
    <dgm:pt modelId="{CF55A53D-C5E0-4A3C-B7E9-3D473C21E070}" type="pres">
      <dgm:prSet presAssocID="{8E1B24AB-98C1-46CD-BC88-AEC4181A5F98}" presName="compositeNode" presStyleCnt="0">
        <dgm:presLayoutVars>
          <dgm:bulletEnabled val="1"/>
        </dgm:presLayoutVars>
      </dgm:prSet>
      <dgm:spPr/>
    </dgm:pt>
    <dgm:pt modelId="{4B529648-BDB3-4E4A-856A-60A4CFC15A29}" type="pres">
      <dgm:prSet presAssocID="{8E1B24AB-98C1-46CD-BC88-AEC4181A5F98}" presName="bgRect" presStyleLbl="alignNode1" presStyleIdx="0" presStyleCnt="4"/>
      <dgm:spPr/>
    </dgm:pt>
    <dgm:pt modelId="{5F727165-9C1C-45A1-899B-7D7B542E9C61}" type="pres">
      <dgm:prSet presAssocID="{87F336E9-2829-4604-8BCE-9FCAA14ADBD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C03F457A-7158-48C2-916C-3D7DC330BBF5}" type="pres">
      <dgm:prSet presAssocID="{8E1B24AB-98C1-46CD-BC88-AEC4181A5F98}" presName="nodeRect" presStyleLbl="alignNode1" presStyleIdx="0" presStyleCnt="4">
        <dgm:presLayoutVars>
          <dgm:bulletEnabled val="1"/>
        </dgm:presLayoutVars>
      </dgm:prSet>
      <dgm:spPr/>
    </dgm:pt>
    <dgm:pt modelId="{F7797EF8-1BCF-44B5-9110-75B574A9F5DD}" type="pres">
      <dgm:prSet presAssocID="{87F336E9-2829-4604-8BCE-9FCAA14ADBD9}" presName="sibTrans" presStyleCnt="0"/>
      <dgm:spPr/>
    </dgm:pt>
    <dgm:pt modelId="{4F502B8B-70DE-4531-BBD5-AC4D94AD4959}" type="pres">
      <dgm:prSet presAssocID="{EBA07956-12A8-45CC-AA63-745C58F4F437}" presName="compositeNode" presStyleCnt="0">
        <dgm:presLayoutVars>
          <dgm:bulletEnabled val="1"/>
        </dgm:presLayoutVars>
      </dgm:prSet>
      <dgm:spPr/>
    </dgm:pt>
    <dgm:pt modelId="{7418809A-20F6-4EBC-B1F8-133BCC5C6A32}" type="pres">
      <dgm:prSet presAssocID="{EBA07956-12A8-45CC-AA63-745C58F4F437}" presName="bgRect" presStyleLbl="alignNode1" presStyleIdx="1" presStyleCnt="4"/>
      <dgm:spPr/>
    </dgm:pt>
    <dgm:pt modelId="{6A2E97EC-61D8-422F-AF74-933AA82E07B4}" type="pres">
      <dgm:prSet presAssocID="{299E4EA8-2B84-4ADD-88F7-A3594B9CA957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94B6B74E-88A6-418F-ADF1-107214EC32B7}" type="pres">
      <dgm:prSet presAssocID="{EBA07956-12A8-45CC-AA63-745C58F4F437}" presName="nodeRect" presStyleLbl="alignNode1" presStyleIdx="1" presStyleCnt="4">
        <dgm:presLayoutVars>
          <dgm:bulletEnabled val="1"/>
        </dgm:presLayoutVars>
      </dgm:prSet>
      <dgm:spPr/>
    </dgm:pt>
    <dgm:pt modelId="{06D8B1EA-3CBC-4EDD-AA11-B6D3DC6CF6F7}" type="pres">
      <dgm:prSet presAssocID="{299E4EA8-2B84-4ADD-88F7-A3594B9CA957}" presName="sibTrans" presStyleCnt="0"/>
      <dgm:spPr/>
    </dgm:pt>
    <dgm:pt modelId="{8CECB874-66DA-41D6-B86A-E5A2EF0640F0}" type="pres">
      <dgm:prSet presAssocID="{2EF69F29-2F34-4D6D-A506-3864E1B43D39}" presName="compositeNode" presStyleCnt="0">
        <dgm:presLayoutVars>
          <dgm:bulletEnabled val="1"/>
        </dgm:presLayoutVars>
      </dgm:prSet>
      <dgm:spPr/>
    </dgm:pt>
    <dgm:pt modelId="{76F585C3-47DA-4C00-BDF5-E82EF0668524}" type="pres">
      <dgm:prSet presAssocID="{2EF69F29-2F34-4D6D-A506-3864E1B43D39}" presName="bgRect" presStyleLbl="alignNode1" presStyleIdx="2" presStyleCnt="4"/>
      <dgm:spPr/>
    </dgm:pt>
    <dgm:pt modelId="{ECBFB5CC-FED9-49B8-AD9D-4C8057C944B1}" type="pres">
      <dgm:prSet presAssocID="{D0740C1D-3738-4B1C-B919-CC2492A239A3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6F0B011C-F3B9-46CC-ABE5-81375F85951F}" type="pres">
      <dgm:prSet presAssocID="{2EF69F29-2F34-4D6D-A506-3864E1B43D39}" presName="nodeRect" presStyleLbl="alignNode1" presStyleIdx="2" presStyleCnt="4">
        <dgm:presLayoutVars>
          <dgm:bulletEnabled val="1"/>
        </dgm:presLayoutVars>
      </dgm:prSet>
      <dgm:spPr/>
    </dgm:pt>
    <dgm:pt modelId="{2CB62CB2-199F-49F5-8DDA-DE3FA4254A1E}" type="pres">
      <dgm:prSet presAssocID="{D0740C1D-3738-4B1C-B919-CC2492A239A3}" presName="sibTrans" presStyleCnt="0"/>
      <dgm:spPr/>
    </dgm:pt>
    <dgm:pt modelId="{8F3852B0-DC58-492B-A3E7-7A3703E6FACF}" type="pres">
      <dgm:prSet presAssocID="{36382A53-02F4-4AC7-A2AB-DA5EF7C795FD}" presName="compositeNode" presStyleCnt="0">
        <dgm:presLayoutVars>
          <dgm:bulletEnabled val="1"/>
        </dgm:presLayoutVars>
      </dgm:prSet>
      <dgm:spPr/>
    </dgm:pt>
    <dgm:pt modelId="{40925901-89EC-4FB6-A7D2-6F163FCD439F}" type="pres">
      <dgm:prSet presAssocID="{36382A53-02F4-4AC7-A2AB-DA5EF7C795FD}" presName="bgRect" presStyleLbl="alignNode1" presStyleIdx="3" presStyleCnt="4"/>
      <dgm:spPr/>
    </dgm:pt>
    <dgm:pt modelId="{BE2AB0AE-ED09-4680-8C6A-9AD352FD3FB6}" type="pres">
      <dgm:prSet presAssocID="{B0DD159A-FF8F-4F96-BCCB-0F184D3326E4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6A403CC5-3356-49D9-A613-1808D4A94883}" type="pres">
      <dgm:prSet presAssocID="{36382A53-02F4-4AC7-A2AB-DA5EF7C795FD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1BE00D0D-6D47-4E13-94FB-E20E8C86541B}" type="presOf" srcId="{B0DD159A-FF8F-4F96-BCCB-0F184D3326E4}" destId="{BE2AB0AE-ED09-4680-8C6A-9AD352FD3FB6}" srcOrd="0" destOrd="0" presId="urn:microsoft.com/office/officeart/2016/7/layout/LinearBlockProcessNumbered"/>
    <dgm:cxn modelId="{D5086A10-83C0-43E0-80A6-604D8275F434}" type="presOf" srcId="{36382A53-02F4-4AC7-A2AB-DA5EF7C795FD}" destId="{6A403CC5-3356-49D9-A613-1808D4A94883}" srcOrd="1" destOrd="0" presId="urn:microsoft.com/office/officeart/2016/7/layout/LinearBlockProcessNumbered"/>
    <dgm:cxn modelId="{26C10315-B4E2-497F-94DD-3F78BAA624BF}" type="presOf" srcId="{2EF69F29-2F34-4D6D-A506-3864E1B43D39}" destId="{76F585C3-47DA-4C00-BDF5-E82EF0668524}" srcOrd="0" destOrd="0" presId="urn:microsoft.com/office/officeart/2016/7/layout/LinearBlockProcessNumbered"/>
    <dgm:cxn modelId="{D3452819-34F2-4447-9D8C-A1AEA5EC9E51}" type="presOf" srcId="{299E4EA8-2B84-4ADD-88F7-A3594B9CA957}" destId="{6A2E97EC-61D8-422F-AF74-933AA82E07B4}" srcOrd="0" destOrd="0" presId="urn:microsoft.com/office/officeart/2016/7/layout/LinearBlockProcessNumbered"/>
    <dgm:cxn modelId="{12B6111D-1EE9-4C9F-8178-39942285A36B}" srcId="{0E4DB06B-6922-449D-8A20-77BAD239B203}" destId="{2EF69F29-2F34-4D6D-A506-3864E1B43D39}" srcOrd="2" destOrd="0" parTransId="{A2189F14-5ACF-4AA4-80D1-DC16F9792CA4}" sibTransId="{D0740C1D-3738-4B1C-B919-CC2492A239A3}"/>
    <dgm:cxn modelId="{85E75A36-FBF7-4EF1-B12C-9BBEBF92FC79}" type="presOf" srcId="{0E4DB06B-6922-449D-8A20-77BAD239B203}" destId="{DCA546CC-7A55-4C69-93CE-5C1026DD1E56}" srcOrd="0" destOrd="0" presId="urn:microsoft.com/office/officeart/2016/7/layout/LinearBlockProcessNumbered"/>
    <dgm:cxn modelId="{FFD43F65-F86E-47AD-8760-1D10C3881A49}" type="presOf" srcId="{D0740C1D-3738-4B1C-B919-CC2492A239A3}" destId="{ECBFB5CC-FED9-49B8-AD9D-4C8057C944B1}" srcOrd="0" destOrd="0" presId="urn:microsoft.com/office/officeart/2016/7/layout/LinearBlockProcessNumbered"/>
    <dgm:cxn modelId="{AB57C14C-0B07-420E-BE15-AFFB7BB717DC}" type="presOf" srcId="{8E1B24AB-98C1-46CD-BC88-AEC4181A5F98}" destId="{C03F457A-7158-48C2-916C-3D7DC330BBF5}" srcOrd="1" destOrd="0" presId="urn:microsoft.com/office/officeart/2016/7/layout/LinearBlockProcessNumbered"/>
    <dgm:cxn modelId="{85B1044D-22BD-488F-A316-93AB8E724120}" type="presOf" srcId="{2EF69F29-2F34-4D6D-A506-3864E1B43D39}" destId="{6F0B011C-F3B9-46CC-ABE5-81375F85951F}" srcOrd="1" destOrd="0" presId="urn:microsoft.com/office/officeart/2016/7/layout/LinearBlockProcessNumbered"/>
    <dgm:cxn modelId="{DF03C472-765C-4891-AEDC-26797C5BE338}" srcId="{0E4DB06B-6922-449D-8A20-77BAD239B203}" destId="{8E1B24AB-98C1-46CD-BC88-AEC4181A5F98}" srcOrd="0" destOrd="0" parTransId="{B8C90414-6F69-421E-AA7C-599B84256CA8}" sibTransId="{87F336E9-2829-4604-8BCE-9FCAA14ADBD9}"/>
    <dgm:cxn modelId="{03A43254-B409-4A65-B5EF-D9204C5A6F1E}" type="presOf" srcId="{87F336E9-2829-4604-8BCE-9FCAA14ADBD9}" destId="{5F727165-9C1C-45A1-899B-7D7B542E9C61}" srcOrd="0" destOrd="0" presId="urn:microsoft.com/office/officeart/2016/7/layout/LinearBlockProcessNumbered"/>
    <dgm:cxn modelId="{2C465B55-208E-4AD7-AE08-B494C83BDCC6}" type="presOf" srcId="{36382A53-02F4-4AC7-A2AB-DA5EF7C795FD}" destId="{40925901-89EC-4FB6-A7D2-6F163FCD439F}" srcOrd="0" destOrd="0" presId="urn:microsoft.com/office/officeart/2016/7/layout/LinearBlockProcessNumbered"/>
    <dgm:cxn modelId="{B591BE78-12AD-4C0F-B6FC-D7F9B1FC8AE4}" srcId="{0E4DB06B-6922-449D-8A20-77BAD239B203}" destId="{EBA07956-12A8-45CC-AA63-745C58F4F437}" srcOrd="1" destOrd="0" parTransId="{7DC03596-0F92-4208-800D-C84ADCE9146B}" sibTransId="{299E4EA8-2B84-4ADD-88F7-A3594B9CA957}"/>
    <dgm:cxn modelId="{B191185A-E43D-49E2-AE74-156492A97FA4}" type="presOf" srcId="{EBA07956-12A8-45CC-AA63-745C58F4F437}" destId="{7418809A-20F6-4EBC-B1F8-133BCC5C6A32}" srcOrd="0" destOrd="0" presId="urn:microsoft.com/office/officeart/2016/7/layout/LinearBlockProcessNumbered"/>
    <dgm:cxn modelId="{229A97A2-E437-4E89-B30F-8C2D93A50288}" srcId="{0E4DB06B-6922-449D-8A20-77BAD239B203}" destId="{36382A53-02F4-4AC7-A2AB-DA5EF7C795FD}" srcOrd="3" destOrd="0" parTransId="{55F12DE9-A7EF-4604-873F-CD9D6E712AED}" sibTransId="{B0DD159A-FF8F-4F96-BCCB-0F184D3326E4}"/>
    <dgm:cxn modelId="{798175BC-18FD-4915-9FA5-7A7E3BDC5E75}" type="presOf" srcId="{8E1B24AB-98C1-46CD-BC88-AEC4181A5F98}" destId="{4B529648-BDB3-4E4A-856A-60A4CFC15A29}" srcOrd="0" destOrd="0" presId="urn:microsoft.com/office/officeart/2016/7/layout/LinearBlockProcessNumbered"/>
    <dgm:cxn modelId="{B966F5E7-1E0E-48F8-AAFF-9AFE7C219F59}" type="presOf" srcId="{EBA07956-12A8-45CC-AA63-745C58F4F437}" destId="{94B6B74E-88A6-418F-ADF1-107214EC32B7}" srcOrd="1" destOrd="0" presId="urn:microsoft.com/office/officeart/2016/7/layout/LinearBlockProcessNumbered"/>
    <dgm:cxn modelId="{61E6E2DE-F8B2-4245-A5B8-213DE6CEBB16}" type="presParOf" srcId="{DCA546CC-7A55-4C69-93CE-5C1026DD1E56}" destId="{CF55A53D-C5E0-4A3C-B7E9-3D473C21E070}" srcOrd="0" destOrd="0" presId="urn:microsoft.com/office/officeart/2016/7/layout/LinearBlockProcessNumbered"/>
    <dgm:cxn modelId="{5B90347F-58A9-4452-BC97-C386F8AC1743}" type="presParOf" srcId="{CF55A53D-C5E0-4A3C-B7E9-3D473C21E070}" destId="{4B529648-BDB3-4E4A-856A-60A4CFC15A29}" srcOrd="0" destOrd="0" presId="urn:microsoft.com/office/officeart/2016/7/layout/LinearBlockProcessNumbered"/>
    <dgm:cxn modelId="{EB75A2FF-103E-4359-9548-37B8A7A2C183}" type="presParOf" srcId="{CF55A53D-C5E0-4A3C-B7E9-3D473C21E070}" destId="{5F727165-9C1C-45A1-899B-7D7B542E9C61}" srcOrd="1" destOrd="0" presId="urn:microsoft.com/office/officeart/2016/7/layout/LinearBlockProcessNumbered"/>
    <dgm:cxn modelId="{6890595E-DEBB-4E06-990C-560CEE904B29}" type="presParOf" srcId="{CF55A53D-C5E0-4A3C-B7E9-3D473C21E070}" destId="{C03F457A-7158-48C2-916C-3D7DC330BBF5}" srcOrd="2" destOrd="0" presId="urn:microsoft.com/office/officeart/2016/7/layout/LinearBlockProcessNumbered"/>
    <dgm:cxn modelId="{2A182E98-0C39-4BAA-8F9E-AE9D09A2E72F}" type="presParOf" srcId="{DCA546CC-7A55-4C69-93CE-5C1026DD1E56}" destId="{F7797EF8-1BCF-44B5-9110-75B574A9F5DD}" srcOrd="1" destOrd="0" presId="urn:microsoft.com/office/officeart/2016/7/layout/LinearBlockProcessNumbered"/>
    <dgm:cxn modelId="{3B5EE7F9-9B57-4DCC-B709-A1FF526B634B}" type="presParOf" srcId="{DCA546CC-7A55-4C69-93CE-5C1026DD1E56}" destId="{4F502B8B-70DE-4531-BBD5-AC4D94AD4959}" srcOrd="2" destOrd="0" presId="urn:microsoft.com/office/officeart/2016/7/layout/LinearBlockProcessNumbered"/>
    <dgm:cxn modelId="{D889A60A-15FC-4019-8861-3AB580ED55A6}" type="presParOf" srcId="{4F502B8B-70DE-4531-BBD5-AC4D94AD4959}" destId="{7418809A-20F6-4EBC-B1F8-133BCC5C6A32}" srcOrd="0" destOrd="0" presId="urn:microsoft.com/office/officeart/2016/7/layout/LinearBlockProcessNumbered"/>
    <dgm:cxn modelId="{56A19770-EBF1-440D-B37D-63E4FC92AEDD}" type="presParOf" srcId="{4F502B8B-70DE-4531-BBD5-AC4D94AD4959}" destId="{6A2E97EC-61D8-422F-AF74-933AA82E07B4}" srcOrd="1" destOrd="0" presId="urn:microsoft.com/office/officeart/2016/7/layout/LinearBlockProcessNumbered"/>
    <dgm:cxn modelId="{544D9C56-A673-47E4-96AC-CACF7ECABE30}" type="presParOf" srcId="{4F502B8B-70DE-4531-BBD5-AC4D94AD4959}" destId="{94B6B74E-88A6-418F-ADF1-107214EC32B7}" srcOrd="2" destOrd="0" presId="urn:microsoft.com/office/officeart/2016/7/layout/LinearBlockProcessNumbered"/>
    <dgm:cxn modelId="{1B3E1150-3E5F-425F-8E70-46CC8CB26E79}" type="presParOf" srcId="{DCA546CC-7A55-4C69-93CE-5C1026DD1E56}" destId="{06D8B1EA-3CBC-4EDD-AA11-B6D3DC6CF6F7}" srcOrd="3" destOrd="0" presId="urn:microsoft.com/office/officeart/2016/7/layout/LinearBlockProcessNumbered"/>
    <dgm:cxn modelId="{086F2A8E-5484-443E-844D-EC8205B70CD6}" type="presParOf" srcId="{DCA546CC-7A55-4C69-93CE-5C1026DD1E56}" destId="{8CECB874-66DA-41D6-B86A-E5A2EF0640F0}" srcOrd="4" destOrd="0" presId="urn:microsoft.com/office/officeart/2016/7/layout/LinearBlockProcessNumbered"/>
    <dgm:cxn modelId="{0E3FD207-BD20-4B51-B758-8769DEEE2728}" type="presParOf" srcId="{8CECB874-66DA-41D6-B86A-E5A2EF0640F0}" destId="{76F585C3-47DA-4C00-BDF5-E82EF0668524}" srcOrd="0" destOrd="0" presId="urn:microsoft.com/office/officeart/2016/7/layout/LinearBlockProcessNumbered"/>
    <dgm:cxn modelId="{932E867E-29A8-4784-BE35-069607D2BEBF}" type="presParOf" srcId="{8CECB874-66DA-41D6-B86A-E5A2EF0640F0}" destId="{ECBFB5CC-FED9-49B8-AD9D-4C8057C944B1}" srcOrd="1" destOrd="0" presId="urn:microsoft.com/office/officeart/2016/7/layout/LinearBlockProcessNumbered"/>
    <dgm:cxn modelId="{73F49958-CBC1-40A7-8A96-E3C77608A764}" type="presParOf" srcId="{8CECB874-66DA-41D6-B86A-E5A2EF0640F0}" destId="{6F0B011C-F3B9-46CC-ABE5-81375F85951F}" srcOrd="2" destOrd="0" presId="urn:microsoft.com/office/officeart/2016/7/layout/LinearBlockProcessNumbered"/>
    <dgm:cxn modelId="{4092DC4A-0656-4E8C-82C4-41F41EB43C4B}" type="presParOf" srcId="{DCA546CC-7A55-4C69-93CE-5C1026DD1E56}" destId="{2CB62CB2-199F-49F5-8DDA-DE3FA4254A1E}" srcOrd="5" destOrd="0" presId="urn:microsoft.com/office/officeart/2016/7/layout/LinearBlockProcessNumbered"/>
    <dgm:cxn modelId="{D1B9921F-BDEF-4687-98AE-31CE1C3FF989}" type="presParOf" srcId="{DCA546CC-7A55-4C69-93CE-5C1026DD1E56}" destId="{8F3852B0-DC58-492B-A3E7-7A3703E6FACF}" srcOrd="6" destOrd="0" presId="urn:microsoft.com/office/officeart/2016/7/layout/LinearBlockProcessNumbered"/>
    <dgm:cxn modelId="{8AD17BD5-AA56-4BF1-B9E5-01E3B205B5B0}" type="presParOf" srcId="{8F3852B0-DC58-492B-A3E7-7A3703E6FACF}" destId="{40925901-89EC-4FB6-A7D2-6F163FCD439F}" srcOrd="0" destOrd="0" presId="urn:microsoft.com/office/officeart/2016/7/layout/LinearBlockProcessNumbered"/>
    <dgm:cxn modelId="{3EADB910-2D7E-4F77-9D55-E884623D62AD}" type="presParOf" srcId="{8F3852B0-DC58-492B-A3E7-7A3703E6FACF}" destId="{BE2AB0AE-ED09-4680-8C6A-9AD352FD3FB6}" srcOrd="1" destOrd="0" presId="urn:microsoft.com/office/officeart/2016/7/layout/LinearBlockProcessNumbered"/>
    <dgm:cxn modelId="{7690F18F-A368-4808-B655-796625367E8F}" type="presParOf" srcId="{8F3852B0-DC58-492B-A3E7-7A3703E6FACF}" destId="{6A403CC5-3356-49D9-A613-1808D4A9488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B2F2010-AF18-4218-819B-272D5E7B09E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8CF598-4C47-4DAF-B30E-B19FBCF707BD}">
      <dgm:prSet/>
      <dgm:spPr/>
      <dgm:t>
        <a:bodyPr/>
        <a:lstStyle/>
        <a:p>
          <a:r>
            <a:rPr lang="en-US"/>
            <a:t>Technical: 'Unauthorized lateral movement detected'</a:t>
          </a:r>
        </a:p>
      </dgm:t>
    </dgm:pt>
    <dgm:pt modelId="{074CDBD3-1CBA-4393-A7D6-DA89C8649CC5}" type="parTrans" cxnId="{9977C341-37F8-4F26-B804-41EB0ACD796A}">
      <dgm:prSet/>
      <dgm:spPr/>
      <dgm:t>
        <a:bodyPr/>
        <a:lstStyle/>
        <a:p>
          <a:endParaRPr lang="en-US"/>
        </a:p>
      </dgm:t>
    </dgm:pt>
    <dgm:pt modelId="{A4324839-3052-4019-9062-E9E79AE945E9}" type="sibTrans" cxnId="{9977C341-37F8-4F26-B804-41EB0ACD796A}">
      <dgm:prSet/>
      <dgm:spPr/>
      <dgm:t>
        <a:bodyPr/>
        <a:lstStyle/>
        <a:p>
          <a:endParaRPr lang="en-US"/>
        </a:p>
      </dgm:t>
    </dgm:pt>
    <dgm:pt modelId="{467BA82C-D74A-4C61-8BAC-87EFEDCC1BE8}">
      <dgm:prSet/>
      <dgm:spPr/>
      <dgm:t>
        <a:bodyPr/>
        <a:lstStyle/>
        <a:p>
          <a:r>
            <a:rPr lang="en-US"/>
            <a:t>Business: 'An attacker is moving between systems trying to access sensitive data'</a:t>
          </a:r>
        </a:p>
      </dgm:t>
    </dgm:pt>
    <dgm:pt modelId="{BE622D21-C04A-4FC1-AF35-83FED942BE16}" type="parTrans" cxnId="{27A5AD91-B3F9-429E-88A6-9B3B8915210C}">
      <dgm:prSet/>
      <dgm:spPr/>
      <dgm:t>
        <a:bodyPr/>
        <a:lstStyle/>
        <a:p>
          <a:endParaRPr lang="en-US"/>
        </a:p>
      </dgm:t>
    </dgm:pt>
    <dgm:pt modelId="{91A2FC39-3EB2-4588-8746-0D3A1567378B}" type="sibTrans" cxnId="{27A5AD91-B3F9-429E-88A6-9B3B8915210C}">
      <dgm:prSet/>
      <dgm:spPr/>
      <dgm:t>
        <a:bodyPr/>
        <a:lstStyle/>
        <a:p>
          <a:endParaRPr lang="en-US"/>
        </a:p>
      </dgm:t>
    </dgm:pt>
    <dgm:pt modelId="{349BEBE0-F4C7-4B27-8559-B8E188285587}">
      <dgm:prSet/>
      <dgm:spPr/>
      <dgm:t>
        <a:bodyPr/>
        <a:lstStyle/>
        <a:p>
          <a:r>
            <a:rPr lang="en-US"/>
            <a:t>Technical: 'Exploit vulnerability CVE‑XXXX'</a:t>
          </a:r>
        </a:p>
      </dgm:t>
    </dgm:pt>
    <dgm:pt modelId="{A65D06B4-73F2-422C-B5D7-4AC15E354E2D}" type="parTrans" cxnId="{F68E55FD-842A-474A-9483-962C07E0C748}">
      <dgm:prSet/>
      <dgm:spPr/>
      <dgm:t>
        <a:bodyPr/>
        <a:lstStyle/>
        <a:p>
          <a:endParaRPr lang="en-US"/>
        </a:p>
      </dgm:t>
    </dgm:pt>
    <dgm:pt modelId="{5E671887-50F2-453B-BFD1-0645A227BDA3}" type="sibTrans" cxnId="{F68E55FD-842A-474A-9483-962C07E0C748}">
      <dgm:prSet/>
      <dgm:spPr/>
      <dgm:t>
        <a:bodyPr/>
        <a:lstStyle/>
        <a:p>
          <a:endParaRPr lang="en-US"/>
        </a:p>
      </dgm:t>
    </dgm:pt>
    <dgm:pt modelId="{8F711EBE-AE58-4CD6-A6AA-C509BDBF82F7}">
      <dgm:prSet/>
      <dgm:spPr/>
      <dgm:t>
        <a:bodyPr/>
        <a:lstStyle/>
        <a:p>
          <a:r>
            <a:rPr lang="en-US"/>
            <a:t>Business: 'Fix a weakness attackers can use to break in'</a:t>
          </a:r>
        </a:p>
      </dgm:t>
    </dgm:pt>
    <dgm:pt modelId="{F2BEAAF9-1A6F-4C0E-92AF-25BEFEB02FF9}" type="parTrans" cxnId="{FD336C02-B1F3-4C0B-B612-E4296FE146EE}">
      <dgm:prSet/>
      <dgm:spPr/>
      <dgm:t>
        <a:bodyPr/>
        <a:lstStyle/>
        <a:p>
          <a:endParaRPr lang="en-US"/>
        </a:p>
      </dgm:t>
    </dgm:pt>
    <dgm:pt modelId="{B6F16C9E-9CCC-4427-B2B1-DACC3F7079CF}" type="sibTrans" cxnId="{FD336C02-B1F3-4C0B-B612-E4296FE146EE}">
      <dgm:prSet/>
      <dgm:spPr/>
      <dgm:t>
        <a:bodyPr/>
        <a:lstStyle/>
        <a:p>
          <a:endParaRPr lang="en-US"/>
        </a:p>
      </dgm:t>
    </dgm:pt>
    <dgm:pt modelId="{D8A929EA-CBA0-4726-A9F7-F207F47FC0E1}" type="pres">
      <dgm:prSet presAssocID="{EB2F2010-AF18-4218-819B-272D5E7B09EC}" presName="vert0" presStyleCnt="0">
        <dgm:presLayoutVars>
          <dgm:dir/>
          <dgm:animOne val="branch"/>
          <dgm:animLvl val="lvl"/>
        </dgm:presLayoutVars>
      </dgm:prSet>
      <dgm:spPr/>
    </dgm:pt>
    <dgm:pt modelId="{1347A972-D198-49F9-8A16-11A08E0F0FB5}" type="pres">
      <dgm:prSet presAssocID="{128CF598-4C47-4DAF-B30E-B19FBCF707BD}" presName="thickLine" presStyleLbl="alignNode1" presStyleIdx="0" presStyleCnt="4"/>
      <dgm:spPr/>
    </dgm:pt>
    <dgm:pt modelId="{E638FCF5-B98B-4C09-ACB4-2AB04707F59A}" type="pres">
      <dgm:prSet presAssocID="{128CF598-4C47-4DAF-B30E-B19FBCF707BD}" presName="horz1" presStyleCnt="0"/>
      <dgm:spPr/>
    </dgm:pt>
    <dgm:pt modelId="{551D2545-5C60-4127-8D93-CFD1085F4575}" type="pres">
      <dgm:prSet presAssocID="{128CF598-4C47-4DAF-B30E-B19FBCF707BD}" presName="tx1" presStyleLbl="revTx" presStyleIdx="0" presStyleCnt="4"/>
      <dgm:spPr/>
    </dgm:pt>
    <dgm:pt modelId="{078BD4C8-6460-4066-8DA6-527B2BB34D28}" type="pres">
      <dgm:prSet presAssocID="{128CF598-4C47-4DAF-B30E-B19FBCF707BD}" presName="vert1" presStyleCnt="0"/>
      <dgm:spPr/>
    </dgm:pt>
    <dgm:pt modelId="{94D91037-D80A-4DEB-85D7-ECFBC91CADD0}" type="pres">
      <dgm:prSet presAssocID="{467BA82C-D74A-4C61-8BAC-87EFEDCC1BE8}" presName="thickLine" presStyleLbl="alignNode1" presStyleIdx="1" presStyleCnt="4"/>
      <dgm:spPr/>
    </dgm:pt>
    <dgm:pt modelId="{453A079E-49C2-4309-8E88-3615E1CC8DB7}" type="pres">
      <dgm:prSet presAssocID="{467BA82C-D74A-4C61-8BAC-87EFEDCC1BE8}" presName="horz1" presStyleCnt="0"/>
      <dgm:spPr/>
    </dgm:pt>
    <dgm:pt modelId="{9C7587B0-9592-43FC-B218-A0B571177175}" type="pres">
      <dgm:prSet presAssocID="{467BA82C-D74A-4C61-8BAC-87EFEDCC1BE8}" presName="tx1" presStyleLbl="revTx" presStyleIdx="1" presStyleCnt="4"/>
      <dgm:spPr/>
    </dgm:pt>
    <dgm:pt modelId="{B5122BBB-7B51-4372-9E1D-2379C5D1C21A}" type="pres">
      <dgm:prSet presAssocID="{467BA82C-D74A-4C61-8BAC-87EFEDCC1BE8}" presName="vert1" presStyleCnt="0"/>
      <dgm:spPr/>
    </dgm:pt>
    <dgm:pt modelId="{F9821A53-6F11-4F2F-BD32-BB63D7E1833D}" type="pres">
      <dgm:prSet presAssocID="{349BEBE0-F4C7-4B27-8559-B8E188285587}" presName="thickLine" presStyleLbl="alignNode1" presStyleIdx="2" presStyleCnt="4"/>
      <dgm:spPr/>
    </dgm:pt>
    <dgm:pt modelId="{72358078-74DA-4B0F-9A0E-0D9B3E6B24F0}" type="pres">
      <dgm:prSet presAssocID="{349BEBE0-F4C7-4B27-8559-B8E188285587}" presName="horz1" presStyleCnt="0"/>
      <dgm:spPr/>
    </dgm:pt>
    <dgm:pt modelId="{913A2891-B998-4C8D-A8BE-2C69BDA5F7F3}" type="pres">
      <dgm:prSet presAssocID="{349BEBE0-F4C7-4B27-8559-B8E188285587}" presName="tx1" presStyleLbl="revTx" presStyleIdx="2" presStyleCnt="4"/>
      <dgm:spPr/>
    </dgm:pt>
    <dgm:pt modelId="{487962BC-D58A-426A-B13D-0C4CDCD804C7}" type="pres">
      <dgm:prSet presAssocID="{349BEBE0-F4C7-4B27-8559-B8E188285587}" presName="vert1" presStyleCnt="0"/>
      <dgm:spPr/>
    </dgm:pt>
    <dgm:pt modelId="{C9285906-CC81-458F-AE20-EF79C978540E}" type="pres">
      <dgm:prSet presAssocID="{8F711EBE-AE58-4CD6-A6AA-C509BDBF82F7}" presName="thickLine" presStyleLbl="alignNode1" presStyleIdx="3" presStyleCnt="4"/>
      <dgm:spPr/>
    </dgm:pt>
    <dgm:pt modelId="{8A5B864D-5BF5-4AF4-BBBE-F5BD3AA69CAC}" type="pres">
      <dgm:prSet presAssocID="{8F711EBE-AE58-4CD6-A6AA-C509BDBF82F7}" presName="horz1" presStyleCnt="0"/>
      <dgm:spPr/>
    </dgm:pt>
    <dgm:pt modelId="{362B4818-ACB2-422A-8063-1DA5AC15E533}" type="pres">
      <dgm:prSet presAssocID="{8F711EBE-AE58-4CD6-A6AA-C509BDBF82F7}" presName="tx1" presStyleLbl="revTx" presStyleIdx="3" presStyleCnt="4"/>
      <dgm:spPr/>
    </dgm:pt>
    <dgm:pt modelId="{DA861F73-5F54-482F-B151-3DCC1F433FF1}" type="pres">
      <dgm:prSet presAssocID="{8F711EBE-AE58-4CD6-A6AA-C509BDBF82F7}" presName="vert1" presStyleCnt="0"/>
      <dgm:spPr/>
    </dgm:pt>
  </dgm:ptLst>
  <dgm:cxnLst>
    <dgm:cxn modelId="{FD336C02-B1F3-4C0B-B612-E4296FE146EE}" srcId="{EB2F2010-AF18-4218-819B-272D5E7B09EC}" destId="{8F711EBE-AE58-4CD6-A6AA-C509BDBF82F7}" srcOrd="3" destOrd="0" parTransId="{F2BEAAF9-1A6F-4C0E-92AF-25BEFEB02FF9}" sibTransId="{B6F16C9E-9CCC-4427-B2B1-DACC3F7079CF}"/>
    <dgm:cxn modelId="{1A5D8C11-9AA8-41E4-94C7-A3CC0A2818FC}" type="presOf" srcId="{128CF598-4C47-4DAF-B30E-B19FBCF707BD}" destId="{551D2545-5C60-4127-8D93-CFD1085F4575}" srcOrd="0" destOrd="0" presId="urn:microsoft.com/office/officeart/2008/layout/LinedList"/>
    <dgm:cxn modelId="{57954927-73C1-43F0-835D-8EA2E95D0295}" type="presOf" srcId="{349BEBE0-F4C7-4B27-8559-B8E188285587}" destId="{913A2891-B998-4C8D-A8BE-2C69BDA5F7F3}" srcOrd="0" destOrd="0" presId="urn:microsoft.com/office/officeart/2008/layout/LinedList"/>
    <dgm:cxn modelId="{98728C3C-1BD0-472A-84DF-336DC0C307DD}" type="presOf" srcId="{467BA82C-D74A-4C61-8BAC-87EFEDCC1BE8}" destId="{9C7587B0-9592-43FC-B218-A0B571177175}" srcOrd="0" destOrd="0" presId="urn:microsoft.com/office/officeart/2008/layout/LinedList"/>
    <dgm:cxn modelId="{9977C341-37F8-4F26-B804-41EB0ACD796A}" srcId="{EB2F2010-AF18-4218-819B-272D5E7B09EC}" destId="{128CF598-4C47-4DAF-B30E-B19FBCF707BD}" srcOrd="0" destOrd="0" parTransId="{074CDBD3-1CBA-4393-A7D6-DA89C8649CC5}" sibTransId="{A4324839-3052-4019-9062-E9E79AE945E9}"/>
    <dgm:cxn modelId="{25E9B77D-BA67-4E6B-857A-A82ECFBD766B}" type="presOf" srcId="{EB2F2010-AF18-4218-819B-272D5E7B09EC}" destId="{D8A929EA-CBA0-4726-A9F7-F207F47FC0E1}" srcOrd="0" destOrd="0" presId="urn:microsoft.com/office/officeart/2008/layout/LinedList"/>
    <dgm:cxn modelId="{27A5AD91-B3F9-429E-88A6-9B3B8915210C}" srcId="{EB2F2010-AF18-4218-819B-272D5E7B09EC}" destId="{467BA82C-D74A-4C61-8BAC-87EFEDCC1BE8}" srcOrd="1" destOrd="0" parTransId="{BE622D21-C04A-4FC1-AF35-83FED942BE16}" sibTransId="{91A2FC39-3EB2-4588-8746-0D3A1567378B}"/>
    <dgm:cxn modelId="{7039AEB4-248D-4996-AEE1-229BE86305BB}" type="presOf" srcId="{8F711EBE-AE58-4CD6-A6AA-C509BDBF82F7}" destId="{362B4818-ACB2-422A-8063-1DA5AC15E533}" srcOrd="0" destOrd="0" presId="urn:microsoft.com/office/officeart/2008/layout/LinedList"/>
    <dgm:cxn modelId="{F68E55FD-842A-474A-9483-962C07E0C748}" srcId="{EB2F2010-AF18-4218-819B-272D5E7B09EC}" destId="{349BEBE0-F4C7-4B27-8559-B8E188285587}" srcOrd="2" destOrd="0" parTransId="{A65D06B4-73F2-422C-B5D7-4AC15E354E2D}" sibTransId="{5E671887-50F2-453B-BFD1-0645A227BDA3}"/>
    <dgm:cxn modelId="{07BCC440-47C7-4990-A446-33B9EE59A255}" type="presParOf" srcId="{D8A929EA-CBA0-4726-A9F7-F207F47FC0E1}" destId="{1347A972-D198-49F9-8A16-11A08E0F0FB5}" srcOrd="0" destOrd="0" presId="urn:microsoft.com/office/officeart/2008/layout/LinedList"/>
    <dgm:cxn modelId="{938D86B8-B4F0-47FF-9B17-2C5A26D3EC2E}" type="presParOf" srcId="{D8A929EA-CBA0-4726-A9F7-F207F47FC0E1}" destId="{E638FCF5-B98B-4C09-ACB4-2AB04707F59A}" srcOrd="1" destOrd="0" presId="urn:microsoft.com/office/officeart/2008/layout/LinedList"/>
    <dgm:cxn modelId="{451419DF-7A6B-423B-BBCF-582C13DA3DA3}" type="presParOf" srcId="{E638FCF5-B98B-4C09-ACB4-2AB04707F59A}" destId="{551D2545-5C60-4127-8D93-CFD1085F4575}" srcOrd="0" destOrd="0" presId="urn:microsoft.com/office/officeart/2008/layout/LinedList"/>
    <dgm:cxn modelId="{4EF85052-0D80-46E0-A4FB-15841AF3D32E}" type="presParOf" srcId="{E638FCF5-B98B-4C09-ACB4-2AB04707F59A}" destId="{078BD4C8-6460-4066-8DA6-527B2BB34D28}" srcOrd="1" destOrd="0" presId="urn:microsoft.com/office/officeart/2008/layout/LinedList"/>
    <dgm:cxn modelId="{4734E91F-90D8-40F5-9B0A-EE178DE29E7E}" type="presParOf" srcId="{D8A929EA-CBA0-4726-A9F7-F207F47FC0E1}" destId="{94D91037-D80A-4DEB-85D7-ECFBC91CADD0}" srcOrd="2" destOrd="0" presId="urn:microsoft.com/office/officeart/2008/layout/LinedList"/>
    <dgm:cxn modelId="{95BF1480-A302-4306-A4E3-1D98876EABBA}" type="presParOf" srcId="{D8A929EA-CBA0-4726-A9F7-F207F47FC0E1}" destId="{453A079E-49C2-4309-8E88-3615E1CC8DB7}" srcOrd="3" destOrd="0" presId="urn:microsoft.com/office/officeart/2008/layout/LinedList"/>
    <dgm:cxn modelId="{52EF0D49-CF8C-4AB8-8815-7555CF37E62E}" type="presParOf" srcId="{453A079E-49C2-4309-8E88-3615E1CC8DB7}" destId="{9C7587B0-9592-43FC-B218-A0B571177175}" srcOrd="0" destOrd="0" presId="urn:microsoft.com/office/officeart/2008/layout/LinedList"/>
    <dgm:cxn modelId="{A9831496-8F2E-49FC-9BD4-AD3AA1A27EAE}" type="presParOf" srcId="{453A079E-49C2-4309-8E88-3615E1CC8DB7}" destId="{B5122BBB-7B51-4372-9E1D-2379C5D1C21A}" srcOrd="1" destOrd="0" presId="urn:microsoft.com/office/officeart/2008/layout/LinedList"/>
    <dgm:cxn modelId="{EF49E5CB-C75B-4765-9E67-2AA2D1663B3A}" type="presParOf" srcId="{D8A929EA-CBA0-4726-A9F7-F207F47FC0E1}" destId="{F9821A53-6F11-4F2F-BD32-BB63D7E1833D}" srcOrd="4" destOrd="0" presId="urn:microsoft.com/office/officeart/2008/layout/LinedList"/>
    <dgm:cxn modelId="{F4D68867-565F-4720-83D0-8CA86EB19AE4}" type="presParOf" srcId="{D8A929EA-CBA0-4726-A9F7-F207F47FC0E1}" destId="{72358078-74DA-4B0F-9A0E-0D9B3E6B24F0}" srcOrd="5" destOrd="0" presId="urn:microsoft.com/office/officeart/2008/layout/LinedList"/>
    <dgm:cxn modelId="{3B22FE6D-D905-4764-8C4F-8581120A339D}" type="presParOf" srcId="{72358078-74DA-4B0F-9A0E-0D9B3E6B24F0}" destId="{913A2891-B998-4C8D-A8BE-2C69BDA5F7F3}" srcOrd="0" destOrd="0" presId="urn:microsoft.com/office/officeart/2008/layout/LinedList"/>
    <dgm:cxn modelId="{579EB757-F2FD-42AC-BA7D-E5FC1957DE21}" type="presParOf" srcId="{72358078-74DA-4B0F-9A0E-0D9B3E6B24F0}" destId="{487962BC-D58A-426A-B13D-0C4CDCD804C7}" srcOrd="1" destOrd="0" presId="urn:microsoft.com/office/officeart/2008/layout/LinedList"/>
    <dgm:cxn modelId="{CFA14ED5-44A1-4580-9E42-D1C3C72F0DD4}" type="presParOf" srcId="{D8A929EA-CBA0-4726-A9F7-F207F47FC0E1}" destId="{C9285906-CC81-458F-AE20-EF79C978540E}" srcOrd="6" destOrd="0" presId="urn:microsoft.com/office/officeart/2008/layout/LinedList"/>
    <dgm:cxn modelId="{4C50572B-D2C3-4B7B-81BA-B14E02DB47BD}" type="presParOf" srcId="{D8A929EA-CBA0-4726-A9F7-F207F47FC0E1}" destId="{8A5B864D-5BF5-4AF4-BBBE-F5BD3AA69CAC}" srcOrd="7" destOrd="0" presId="urn:microsoft.com/office/officeart/2008/layout/LinedList"/>
    <dgm:cxn modelId="{CD102BDA-D581-4CDA-A2D1-A13711E9CC46}" type="presParOf" srcId="{8A5B864D-5BF5-4AF4-BBBE-F5BD3AA69CAC}" destId="{362B4818-ACB2-422A-8063-1DA5AC15E533}" srcOrd="0" destOrd="0" presId="urn:microsoft.com/office/officeart/2008/layout/LinedList"/>
    <dgm:cxn modelId="{D4059805-19BE-48B0-B1C7-9651F35C1562}" type="presParOf" srcId="{8A5B864D-5BF5-4AF4-BBBE-F5BD3AA69CAC}" destId="{DA861F73-5F54-482F-B151-3DCC1F433F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7DE78BA-C24B-438D-B596-500BC9408E9B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527F98A-5F47-4A91-BE4D-34BF8861DC29}">
      <dgm:prSet/>
      <dgm:spPr/>
      <dgm:t>
        <a:bodyPr/>
        <a:lstStyle/>
        <a:p>
          <a:r>
            <a:rPr lang="en-US"/>
            <a:t>Start</a:t>
          </a:r>
        </a:p>
      </dgm:t>
    </dgm:pt>
    <dgm:pt modelId="{4F8C278C-3E95-411C-86FD-F4BD9ECDAD03}" type="parTrans" cxnId="{9DCCDC4B-7772-488C-A403-4811B3B8850E}">
      <dgm:prSet/>
      <dgm:spPr/>
      <dgm:t>
        <a:bodyPr/>
        <a:lstStyle/>
        <a:p>
          <a:endParaRPr lang="en-US"/>
        </a:p>
      </dgm:t>
    </dgm:pt>
    <dgm:pt modelId="{95B73672-A8A6-45A4-8F10-04B11522EAE5}" type="sibTrans" cxnId="{9DCCDC4B-7772-488C-A403-4811B3B8850E}">
      <dgm:prSet/>
      <dgm:spPr/>
      <dgm:t>
        <a:bodyPr/>
        <a:lstStyle/>
        <a:p>
          <a:endParaRPr lang="en-US"/>
        </a:p>
      </dgm:t>
    </dgm:pt>
    <dgm:pt modelId="{765237E4-E86E-4A15-9F3A-A90B437F36B4}">
      <dgm:prSet/>
      <dgm:spPr/>
      <dgm:t>
        <a:bodyPr/>
        <a:lstStyle/>
        <a:p>
          <a:r>
            <a:rPr lang="en-US"/>
            <a:t>Start with risk and impact</a:t>
          </a:r>
        </a:p>
      </dgm:t>
    </dgm:pt>
    <dgm:pt modelId="{35539465-7B42-4AA4-A958-E32AB40CA1C7}" type="parTrans" cxnId="{00884622-2576-460B-869D-29437044ECFD}">
      <dgm:prSet/>
      <dgm:spPr/>
      <dgm:t>
        <a:bodyPr/>
        <a:lstStyle/>
        <a:p>
          <a:endParaRPr lang="en-US"/>
        </a:p>
      </dgm:t>
    </dgm:pt>
    <dgm:pt modelId="{4F35E049-6F8D-470D-99E4-9670457268D9}" type="sibTrans" cxnId="{00884622-2576-460B-869D-29437044ECFD}">
      <dgm:prSet/>
      <dgm:spPr/>
      <dgm:t>
        <a:bodyPr/>
        <a:lstStyle/>
        <a:p>
          <a:endParaRPr lang="en-US"/>
        </a:p>
      </dgm:t>
    </dgm:pt>
    <dgm:pt modelId="{4D9C9861-0E13-497C-84BA-A91C871C4B6A}">
      <dgm:prSet/>
      <dgm:spPr/>
      <dgm:t>
        <a:bodyPr/>
        <a:lstStyle/>
        <a:p>
          <a:r>
            <a:rPr lang="en-US"/>
            <a:t>Be</a:t>
          </a:r>
        </a:p>
      </dgm:t>
    </dgm:pt>
    <dgm:pt modelId="{9225CFD0-624E-4499-AB3A-A5CC597175AC}" type="parTrans" cxnId="{181AF26C-B8FC-4F36-B36A-15D61E0015F6}">
      <dgm:prSet/>
      <dgm:spPr/>
      <dgm:t>
        <a:bodyPr/>
        <a:lstStyle/>
        <a:p>
          <a:endParaRPr lang="en-US"/>
        </a:p>
      </dgm:t>
    </dgm:pt>
    <dgm:pt modelId="{51CB8754-387F-499A-8167-1255DE7D32E4}" type="sibTrans" cxnId="{181AF26C-B8FC-4F36-B36A-15D61E0015F6}">
      <dgm:prSet/>
      <dgm:spPr/>
      <dgm:t>
        <a:bodyPr/>
        <a:lstStyle/>
        <a:p>
          <a:endParaRPr lang="en-US"/>
        </a:p>
      </dgm:t>
    </dgm:pt>
    <dgm:pt modelId="{4B1FDF52-0272-4A21-BBD1-234E931315CF}">
      <dgm:prSet/>
      <dgm:spPr/>
      <dgm:t>
        <a:bodyPr/>
        <a:lstStyle/>
        <a:p>
          <a:r>
            <a:rPr lang="en-US"/>
            <a:t>Be concise and structured</a:t>
          </a:r>
        </a:p>
      </dgm:t>
    </dgm:pt>
    <dgm:pt modelId="{4CA56F0C-47EC-4694-9EFF-3424CBF8BA89}" type="parTrans" cxnId="{CD44ABE3-E3FF-42F1-B03A-A67799BA1F02}">
      <dgm:prSet/>
      <dgm:spPr/>
      <dgm:t>
        <a:bodyPr/>
        <a:lstStyle/>
        <a:p>
          <a:endParaRPr lang="en-US"/>
        </a:p>
      </dgm:t>
    </dgm:pt>
    <dgm:pt modelId="{F07E76AA-D5D8-4FDE-8521-52D92CBB47C4}" type="sibTrans" cxnId="{CD44ABE3-E3FF-42F1-B03A-A67799BA1F02}">
      <dgm:prSet/>
      <dgm:spPr/>
      <dgm:t>
        <a:bodyPr/>
        <a:lstStyle/>
        <a:p>
          <a:endParaRPr lang="en-US"/>
        </a:p>
      </dgm:t>
    </dgm:pt>
    <dgm:pt modelId="{7DFE5CF0-082B-4D3B-A009-B24BEB240205}">
      <dgm:prSet/>
      <dgm:spPr/>
      <dgm:t>
        <a:bodyPr/>
        <a:lstStyle/>
        <a:p>
          <a:r>
            <a:rPr lang="en-US"/>
            <a:t>Provide</a:t>
          </a:r>
        </a:p>
      </dgm:t>
    </dgm:pt>
    <dgm:pt modelId="{59AF0326-68B9-4D9D-8EA0-37100A5766C6}" type="parTrans" cxnId="{AA150BA2-5FF4-4C13-A241-CCEF64FC7696}">
      <dgm:prSet/>
      <dgm:spPr/>
      <dgm:t>
        <a:bodyPr/>
        <a:lstStyle/>
        <a:p>
          <a:endParaRPr lang="en-US"/>
        </a:p>
      </dgm:t>
    </dgm:pt>
    <dgm:pt modelId="{62C0C405-0FC3-4FEF-BEBD-E2C84461096F}" type="sibTrans" cxnId="{AA150BA2-5FF4-4C13-A241-CCEF64FC7696}">
      <dgm:prSet/>
      <dgm:spPr/>
      <dgm:t>
        <a:bodyPr/>
        <a:lstStyle/>
        <a:p>
          <a:endParaRPr lang="en-US"/>
        </a:p>
      </dgm:t>
    </dgm:pt>
    <dgm:pt modelId="{23A678C7-11D6-4FE9-A135-FD45B96B35A0}">
      <dgm:prSet/>
      <dgm:spPr/>
      <dgm:t>
        <a:bodyPr/>
        <a:lstStyle/>
        <a:p>
          <a:r>
            <a:rPr lang="en-US"/>
            <a:t>Provide recommendation</a:t>
          </a:r>
        </a:p>
      </dgm:t>
    </dgm:pt>
    <dgm:pt modelId="{40E7FD63-097F-47A1-8B68-D9382395CBAD}" type="parTrans" cxnId="{F88D6913-BD6A-417D-AA45-F06DE9CE1A15}">
      <dgm:prSet/>
      <dgm:spPr/>
      <dgm:t>
        <a:bodyPr/>
        <a:lstStyle/>
        <a:p>
          <a:endParaRPr lang="en-US"/>
        </a:p>
      </dgm:t>
    </dgm:pt>
    <dgm:pt modelId="{76536A78-CD7F-431E-91FF-6CF2DF8CA5CB}" type="sibTrans" cxnId="{F88D6913-BD6A-417D-AA45-F06DE9CE1A15}">
      <dgm:prSet/>
      <dgm:spPr/>
      <dgm:t>
        <a:bodyPr/>
        <a:lstStyle/>
        <a:p>
          <a:endParaRPr lang="en-US"/>
        </a:p>
      </dgm:t>
    </dgm:pt>
    <dgm:pt modelId="{D3033488-376E-488E-8129-D21B9987E79D}">
      <dgm:prSet/>
      <dgm:spPr/>
      <dgm:t>
        <a:bodyPr/>
        <a:lstStyle/>
        <a:p>
          <a:r>
            <a:rPr lang="en-US"/>
            <a:t>Focus on</a:t>
          </a:r>
        </a:p>
      </dgm:t>
    </dgm:pt>
    <dgm:pt modelId="{AD5241F1-616A-4466-911D-2EB02B4C3EE9}" type="parTrans" cxnId="{EDEB7CC4-D3D0-4291-B6F0-F4F37F2601F2}">
      <dgm:prSet/>
      <dgm:spPr/>
      <dgm:t>
        <a:bodyPr/>
        <a:lstStyle/>
        <a:p>
          <a:endParaRPr lang="en-US"/>
        </a:p>
      </dgm:t>
    </dgm:pt>
    <dgm:pt modelId="{01C37263-F08B-4C1E-B270-BC61DCB44F75}" type="sibTrans" cxnId="{EDEB7CC4-D3D0-4291-B6F0-F4F37F2601F2}">
      <dgm:prSet/>
      <dgm:spPr/>
      <dgm:t>
        <a:bodyPr/>
        <a:lstStyle/>
        <a:p>
          <a:endParaRPr lang="en-US"/>
        </a:p>
      </dgm:t>
    </dgm:pt>
    <dgm:pt modelId="{66B52854-8A87-4CC1-8375-3C56383ED3C2}">
      <dgm:prSet/>
      <dgm:spPr/>
      <dgm:t>
        <a:bodyPr/>
        <a:lstStyle/>
        <a:p>
          <a:r>
            <a:rPr lang="en-US"/>
            <a:t>Focus on decisions, not technical detail</a:t>
          </a:r>
        </a:p>
      </dgm:t>
    </dgm:pt>
    <dgm:pt modelId="{3C3CDEC7-F37F-49A7-BD1B-2ED73C9D549D}" type="parTrans" cxnId="{993745F8-F398-43B4-9763-BA4EF3EC9EBF}">
      <dgm:prSet/>
      <dgm:spPr/>
      <dgm:t>
        <a:bodyPr/>
        <a:lstStyle/>
        <a:p>
          <a:endParaRPr lang="en-US"/>
        </a:p>
      </dgm:t>
    </dgm:pt>
    <dgm:pt modelId="{478AC697-2613-443C-88D3-87233BC2FAF6}" type="sibTrans" cxnId="{993745F8-F398-43B4-9763-BA4EF3EC9EBF}">
      <dgm:prSet/>
      <dgm:spPr/>
      <dgm:t>
        <a:bodyPr/>
        <a:lstStyle/>
        <a:p>
          <a:endParaRPr lang="en-US"/>
        </a:p>
      </dgm:t>
    </dgm:pt>
    <dgm:pt modelId="{D117AF4C-60D1-4B93-B18D-790AA95A3249}" type="pres">
      <dgm:prSet presAssocID="{F7DE78BA-C24B-438D-B596-500BC9408E9B}" presName="Name0" presStyleCnt="0">
        <dgm:presLayoutVars>
          <dgm:dir/>
          <dgm:animLvl val="lvl"/>
          <dgm:resizeHandles val="exact"/>
        </dgm:presLayoutVars>
      </dgm:prSet>
      <dgm:spPr/>
    </dgm:pt>
    <dgm:pt modelId="{7E915D14-E6D6-4BA0-81E8-240AB341961E}" type="pres">
      <dgm:prSet presAssocID="{9527F98A-5F47-4A91-BE4D-34BF8861DC29}" presName="linNode" presStyleCnt="0"/>
      <dgm:spPr/>
    </dgm:pt>
    <dgm:pt modelId="{C7E76C9B-2283-4565-87BC-0FD1C367E11C}" type="pres">
      <dgm:prSet presAssocID="{9527F98A-5F47-4A91-BE4D-34BF8861DC29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76D91BA0-5808-4AD9-98BB-F140196314D1}" type="pres">
      <dgm:prSet presAssocID="{9527F98A-5F47-4A91-BE4D-34BF8861DC29}" presName="descendantText" presStyleLbl="alignNode1" presStyleIdx="0" presStyleCnt="4">
        <dgm:presLayoutVars>
          <dgm:bulletEnabled/>
        </dgm:presLayoutVars>
      </dgm:prSet>
      <dgm:spPr/>
    </dgm:pt>
    <dgm:pt modelId="{362127C9-A2FF-4E2A-BE52-7E55167D237A}" type="pres">
      <dgm:prSet presAssocID="{95B73672-A8A6-45A4-8F10-04B11522EAE5}" presName="sp" presStyleCnt="0"/>
      <dgm:spPr/>
    </dgm:pt>
    <dgm:pt modelId="{6D87C388-BD0B-45D5-BF8A-0AABDE5B6DF0}" type="pres">
      <dgm:prSet presAssocID="{4D9C9861-0E13-497C-84BA-A91C871C4B6A}" presName="linNode" presStyleCnt="0"/>
      <dgm:spPr/>
    </dgm:pt>
    <dgm:pt modelId="{0CDC21FD-7568-4935-9462-A978ADA83B67}" type="pres">
      <dgm:prSet presAssocID="{4D9C9861-0E13-497C-84BA-A91C871C4B6A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7DE0975B-7A2D-4DF5-8F2B-CEEE71583F28}" type="pres">
      <dgm:prSet presAssocID="{4D9C9861-0E13-497C-84BA-A91C871C4B6A}" presName="descendantText" presStyleLbl="alignNode1" presStyleIdx="1" presStyleCnt="4">
        <dgm:presLayoutVars>
          <dgm:bulletEnabled/>
        </dgm:presLayoutVars>
      </dgm:prSet>
      <dgm:spPr/>
    </dgm:pt>
    <dgm:pt modelId="{FBF5DA4A-4CD0-4D8C-9DE6-8A005E889F75}" type="pres">
      <dgm:prSet presAssocID="{51CB8754-387F-499A-8167-1255DE7D32E4}" presName="sp" presStyleCnt="0"/>
      <dgm:spPr/>
    </dgm:pt>
    <dgm:pt modelId="{254B5216-CEA2-48FF-8C36-F919E552711A}" type="pres">
      <dgm:prSet presAssocID="{7DFE5CF0-082B-4D3B-A009-B24BEB240205}" presName="linNode" presStyleCnt="0"/>
      <dgm:spPr/>
    </dgm:pt>
    <dgm:pt modelId="{FFDEDA66-3499-47DB-8F30-DB3FB44C3330}" type="pres">
      <dgm:prSet presAssocID="{7DFE5CF0-082B-4D3B-A009-B24BEB240205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D1070E88-F373-4906-AC00-296BD9F63355}" type="pres">
      <dgm:prSet presAssocID="{7DFE5CF0-082B-4D3B-A009-B24BEB240205}" presName="descendantText" presStyleLbl="alignNode1" presStyleIdx="2" presStyleCnt="4">
        <dgm:presLayoutVars>
          <dgm:bulletEnabled/>
        </dgm:presLayoutVars>
      </dgm:prSet>
      <dgm:spPr/>
    </dgm:pt>
    <dgm:pt modelId="{A33024BE-B6DD-4024-9ADE-C592356A5AFD}" type="pres">
      <dgm:prSet presAssocID="{62C0C405-0FC3-4FEF-BEBD-E2C84461096F}" presName="sp" presStyleCnt="0"/>
      <dgm:spPr/>
    </dgm:pt>
    <dgm:pt modelId="{A766629E-A721-43AF-B327-665F11A06855}" type="pres">
      <dgm:prSet presAssocID="{D3033488-376E-488E-8129-D21B9987E79D}" presName="linNode" presStyleCnt="0"/>
      <dgm:spPr/>
    </dgm:pt>
    <dgm:pt modelId="{F6BD910F-919B-46BA-9DC6-2B43D6429997}" type="pres">
      <dgm:prSet presAssocID="{D3033488-376E-488E-8129-D21B9987E79D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620E852B-1DD2-478E-9640-8C42E058CD44}" type="pres">
      <dgm:prSet presAssocID="{D3033488-376E-488E-8129-D21B9987E79D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7A81350F-2103-4C44-AEF2-D24297171454}" type="presOf" srcId="{765237E4-E86E-4A15-9F3A-A90B437F36B4}" destId="{76D91BA0-5808-4AD9-98BB-F140196314D1}" srcOrd="0" destOrd="0" presId="urn:microsoft.com/office/officeart/2016/7/layout/VerticalHollowActionList"/>
    <dgm:cxn modelId="{63158311-97A0-4ADB-A2FA-0B0A40320314}" type="presOf" srcId="{66B52854-8A87-4CC1-8375-3C56383ED3C2}" destId="{620E852B-1DD2-478E-9640-8C42E058CD44}" srcOrd="0" destOrd="0" presId="urn:microsoft.com/office/officeart/2016/7/layout/VerticalHollowActionList"/>
    <dgm:cxn modelId="{4DFEE912-FF44-4EC7-9F9B-95AF4C087F6E}" type="presOf" srcId="{23A678C7-11D6-4FE9-A135-FD45B96B35A0}" destId="{D1070E88-F373-4906-AC00-296BD9F63355}" srcOrd="0" destOrd="0" presId="urn:microsoft.com/office/officeart/2016/7/layout/VerticalHollowActionList"/>
    <dgm:cxn modelId="{F88D6913-BD6A-417D-AA45-F06DE9CE1A15}" srcId="{7DFE5CF0-082B-4D3B-A009-B24BEB240205}" destId="{23A678C7-11D6-4FE9-A135-FD45B96B35A0}" srcOrd="0" destOrd="0" parTransId="{40E7FD63-097F-47A1-8B68-D9382395CBAD}" sibTransId="{76536A78-CD7F-431E-91FF-6CF2DF8CA5CB}"/>
    <dgm:cxn modelId="{4BE2F31E-D968-4700-B37C-3C03D9730CFE}" type="presOf" srcId="{D3033488-376E-488E-8129-D21B9987E79D}" destId="{F6BD910F-919B-46BA-9DC6-2B43D6429997}" srcOrd="0" destOrd="0" presId="urn:microsoft.com/office/officeart/2016/7/layout/VerticalHollowActionList"/>
    <dgm:cxn modelId="{00884622-2576-460B-869D-29437044ECFD}" srcId="{9527F98A-5F47-4A91-BE4D-34BF8861DC29}" destId="{765237E4-E86E-4A15-9F3A-A90B437F36B4}" srcOrd="0" destOrd="0" parTransId="{35539465-7B42-4AA4-A958-E32AB40CA1C7}" sibTransId="{4F35E049-6F8D-470D-99E4-9670457268D9}"/>
    <dgm:cxn modelId="{9DCCDC4B-7772-488C-A403-4811B3B8850E}" srcId="{F7DE78BA-C24B-438D-B596-500BC9408E9B}" destId="{9527F98A-5F47-4A91-BE4D-34BF8861DC29}" srcOrd="0" destOrd="0" parTransId="{4F8C278C-3E95-411C-86FD-F4BD9ECDAD03}" sibTransId="{95B73672-A8A6-45A4-8F10-04B11522EAE5}"/>
    <dgm:cxn modelId="{181AF26C-B8FC-4F36-B36A-15D61E0015F6}" srcId="{F7DE78BA-C24B-438D-B596-500BC9408E9B}" destId="{4D9C9861-0E13-497C-84BA-A91C871C4B6A}" srcOrd="1" destOrd="0" parTransId="{9225CFD0-624E-4499-AB3A-A5CC597175AC}" sibTransId="{51CB8754-387F-499A-8167-1255DE7D32E4}"/>
    <dgm:cxn modelId="{1BFD7158-9621-4967-86E5-33526872FE37}" type="presOf" srcId="{9527F98A-5F47-4A91-BE4D-34BF8861DC29}" destId="{C7E76C9B-2283-4565-87BC-0FD1C367E11C}" srcOrd="0" destOrd="0" presId="urn:microsoft.com/office/officeart/2016/7/layout/VerticalHollowActionList"/>
    <dgm:cxn modelId="{52AD1EA1-BA78-4840-8067-C8EECCEC8BCB}" type="presOf" srcId="{7DFE5CF0-082B-4D3B-A009-B24BEB240205}" destId="{FFDEDA66-3499-47DB-8F30-DB3FB44C3330}" srcOrd="0" destOrd="0" presId="urn:microsoft.com/office/officeart/2016/7/layout/VerticalHollowActionList"/>
    <dgm:cxn modelId="{AA150BA2-5FF4-4C13-A241-CCEF64FC7696}" srcId="{F7DE78BA-C24B-438D-B596-500BC9408E9B}" destId="{7DFE5CF0-082B-4D3B-A009-B24BEB240205}" srcOrd="2" destOrd="0" parTransId="{59AF0326-68B9-4D9D-8EA0-37100A5766C6}" sibTransId="{62C0C405-0FC3-4FEF-BEBD-E2C84461096F}"/>
    <dgm:cxn modelId="{B69E60BA-5A01-46BE-94F1-BE01F85BEF4B}" type="presOf" srcId="{4B1FDF52-0272-4A21-BBD1-234E931315CF}" destId="{7DE0975B-7A2D-4DF5-8F2B-CEEE71583F28}" srcOrd="0" destOrd="0" presId="urn:microsoft.com/office/officeart/2016/7/layout/VerticalHollowActionList"/>
    <dgm:cxn modelId="{EDEB7CC4-D3D0-4291-B6F0-F4F37F2601F2}" srcId="{F7DE78BA-C24B-438D-B596-500BC9408E9B}" destId="{D3033488-376E-488E-8129-D21B9987E79D}" srcOrd="3" destOrd="0" parTransId="{AD5241F1-616A-4466-911D-2EB02B4C3EE9}" sibTransId="{01C37263-F08B-4C1E-B270-BC61DCB44F75}"/>
    <dgm:cxn modelId="{CD44ABE3-E3FF-42F1-B03A-A67799BA1F02}" srcId="{4D9C9861-0E13-497C-84BA-A91C871C4B6A}" destId="{4B1FDF52-0272-4A21-BBD1-234E931315CF}" srcOrd="0" destOrd="0" parTransId="{4CA56F0C-47EC-4694-9EFF-3424CBF8BA89}" sibTransId="{F07E76AA-D5D8-4FDE-8521-52D92CBB47C4}"/>
    <dgm:cxn modelId="{BB67D3F4-8C74-4D15-A042-D34BC2E18A5D}" type="presOf" srcId="{F7DE78BA-C24B-438D-B596-500BC9408E9B}" destId="{D117AF4C-60D1-4B93-B18D-790AA95A3249}" srcOrd="0" destOrd="0" presId="urn:microsoft.com/office/officeart/2016/7/layout/VerticalHollowActionList"/>
    <dgm:cxn modelId="{A9B2AFF5-3D44-466E-8A0B-0A61BD45AC05}" type="presOf" srcId="{4D9C9861-0E13-497C-84BA-A91C871C4B6A}" destId="{0CDC21FD-7568-4935-9462-A978ADA83B67}" srcOrd="0" destOrd="0" presId="urn:microsoft.com/office/officeart/2016/7/layout/VerticalHollowActionList"/>
    <dgm:cxn modelId="{993745F8-F398-43B4-9763-BA4EF3EC9EBF}" srcId="{D3033488-376E-488E-8129-D21B9987E79D}" destId="{66B52854-8A87-4CC1-8375-3C56383ED3C2}" srcOrd="0" destOrd="0" parTransId="{3C3CDEC7-F37F-49A7-BD1B-2ED73C9D549D}" sibTransId="{478AC697-2613-443C-88D3-87233BC2FAF6}"/>
    <dgm:cxn modelId="{474D1301-4DB3-4FF5-9B95-47AC81563B95}" type="presParOf" srcId="{D117AF4C-60D1-4B93-B18D-790AA95A3249}" destId="{7E915D14-E6D6-4BA0-81E8-240AB341961E}" srcOrd="0" destOrd="0" presId="urn:microsoft.com/office/officeart/2016/7/layout/VerticalHollowActionList"/>
    <dgm:cxn modelId="{E5393D89-2B95-463B-85EF-072B2502A177}" type="presParOf" srcId="{7E915D14-E6D6-4BA0-81E8-240AB341961E}" destId="{C7E76C9B-2283-4565-87BC-0FD1C367E11C}" srcOrd="0" destOrd="0" presId="urn:microsoft.com/office/officeart/2016/7/layout/VerticalHollowActionList"/>
    <dgm:cxn modelId="{FBB0255D-4734-4B64-B1A4-987482FA8592}" type="presParOf" srcId="{7E915D14-E6D6-4BA0-81E8-240AB341961E}" destId="{76D91BA0-5808-4AD9-98BB-F140196314D1}" srcOrd="1" destOrd="0" presId="urn:microsoft.com/office/officeart/2016/7/layout/VerticalHollowActionList"/>
    <dgm:cxn modelId="{75324142-1AA2-4EB7-83A3-C8EE4A36DBC2}" type="presParOf" srcId="{D117AF4C-60D1-4B93-B18D-790AA95A3249}" destId="{362127C9-A2FF-4E2A-BE52-7E55167D237A}" srcOrd="1" destOrd="0" presId="urn:microsoft.com/office/officeart/2016/7/layout/VerticalHollowActionList"/>
    <dgm:cxn modelId="{F060EFEC-E78A-4BB1-A19E-DC977DB91AD6}" type="presParOf" srcId="{D117AF4C-60D1-4B93-B18D-790AA95A3249}" destId="{6D87C388-BD0B-45D5-BF8A-0AABDE5B6DF0}" srcOrd="2" destOrd="0" presId="urn:microsoft.com/office/officeart/2016/7/layout/VerticalHollowActionList"/>
    <dgm:cxn modelId="{17B660AB-35FA-45E3-A049-08FACEEF81EA}" type="presParOf" srcId="{6D87C388-BD0B-45D5-BF8A-0AABDE5B6DF0}" destId="{0CDC21FD-7568-4935-9462-A978ADA83B67}" srcOrd="0" destOrd="0" presId="urn:microsoft.com/office/officeart/2016/7/layout/VerticalHollowActionList"/>
    <dgm:cxn modelId="{16A183EB-3CF8-4B8C-A4ED-81EE6D5E6393}" type="presParOf" srcId="{6D87C388-BD0B-45D5-BF8A-0AABDE5B6DF0}" destId="{7DE0975B-7A2D-4DF5-8F2B-CEEE71583F28}" srcOrd="1" destOrd="0" presId="urn:microsoft.com/office/officeart/2016/7/layout/VerticalHollowActionList"/>
    <dgm:cxn modelId="{24D0C3F6-5BA1-414E-A2FB-DC5BBDA2057F}" type="presParOf" srcId="{D117AF4C-60D1-4B93-B18D-790AA95A3249}" destId="{FBF5DA4A-4CD0-4D8C-9DE6-8A005E889F75}" srcOrd="3" destOrd="0" presId="urn:microsoft.com/office/officeart/2016/7/layout/VerticalHollowActionList"/>
    <dgm:cxn modelId="{30A51687-0C7B-44D5-B4C7-36155DB75FFE}" type="presParOf" srcId="{D117AF4C-60D1-4B93-B18D-790AA95A3249}" destId="{254B5216-CEA2-48FF-8C36-F919E552711A}" srcOrd="4" destOrd="0" presId="urn:microsoft.com/office/officeart/2016/7/layout/VerticalHollowActionList"/>
    <dgm:cxn modelId="{054C2DCE-6F9E-4FB8-8AB3-3D96E4F7CD91}" type="presParOf" srcId="{254B5216-CEA2-48FF-8C36-F919E552711A}" destId="{FFDEDA66-3499-47DB-8F30-DB3FB44C3330}" srcOrd="0" destOrd="0" presId="urn:microsoft.com/office/officeart/2016/7/layout/VerticalHollowActionList"/>
    <dgm:cxn modelId="{4D04316F-5299-412F-911F-5A02A510A1B5}" type="presParOf" srcId="{254B5216-CEA2-48FF-8C36-F919E552711A}" destId="{D1070E88-F373-4906-AC00-296BD9F63355}" srcOrd="1" destOrd="0" presId="urn:microsoft.com/office/officeart/2016/7/layout/VerticalHollowActionList"/>
    <dgm:cxn modelId="{4369A9F9-5B79-435C-B837-5F3B70231EAB}" type="presParOf" srcId="{D117AF4C-60D1-4B93-B18D-790AA95A3249}" destId="{A33024BE-B6DD-4024-9ADE-C592356A5AFD}" srcOrd="5" destOrd="0" presId="urn:microsoft.com/office/officeart/2016/7/layout/VerticalHollowActionList"/>
    <dgm:cxn modelId="{FF5AC688-3F5A-40BB-A09B-2AB7FBE54371}" type="presParOf" srcId="{D117AF4C-60D1-4B93-B18D-790AA95A3249}" destId="{A766629E-A721-43AF-B327-665F11A06855}" srcOrd="6" destOrd="0" presId="urn:microsoft.com/office/officeart/2016/7/layout/VerticalHollowActionList"/>
    <dgm:cxn modelId="{8941E906-6EF4-49C4-AB85-1507C2A7491F}" type="presParOf" srcId="{A766629E-A721-43AF-B327-665F11A06855}" destId="{F6BD910F-919B-46BA-9DC6-2B43D6429997}" srcOrd="0" destOrd="0" presId="urn:microsoft.com/office/officeart/2016/7/layout/VerticalHollowActionList"/>
    <dgm:cxn modelId="{766E8072-B59F-4E64-B782-44DA7DA2619B}" type="presParOf" srcId="{A766629E-A721-43AF-B327-665F11A06855}" destId="{620E852B-1DD2-478E-9640-8C42E058CD44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CB579F1-7D31-44F7-8623-72CE5AD24BF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44A38B0-6350-43E3-A80E-A45CDF96932F}">
      <dgm:prSet/>
      <dgm:spPr/>
      <dgm:t>
        <a:bodyPr/>
        <a:lstStyle/>
        <a:p>
          <a:r>
            <a:rPr lang="en-US"/>
            <a:t>With peers → collaboration and shared understanding</a:t>
          </a:r>
        </a:p>
      </dgm:t>
    </dgm:pt>
    <dgm:pt modelId="{8B54A1C8-B777-481E-95AA-C03FA185523B}" type="parTrans" cxnId="{C4908695-D500-41A1-86AF-B3489226F703}">
      <dgm:prSet/>
      <dgm:spPr/>
      <dgm:t>
        <a:bodyPr/>
        <a:lstStyle/>
        <a:p>
          <a:endParaRPr lang="en-US"/>
        </a:p>
      </dgm:t>
    </dgm:pt>
    <dgm:pt modelId="{8F98BC0F-9260-4A7B-B588-0C20E97EBAF9}" type="sibTrans" cxnId="{C4908695-D500-41A1-86AF-B3489226F703}">
      <dgm:prSet/>
      <dgm:spPr/>
      <dgm:t>
        <a:bodyPr/>
        <a:lstStyle/>
        <a:p>
          <a:endParaRPr lang="en-US"/>
        </a:p>
      </dgm:t>
    </dgm:pt>
    <dgm:pt modelId="{E22C3EE1-066E-4BC2-8185-23D6554ADE99}">
      <dgm:prSet/>
      <dgm:spPr/>
      <dgm:t>
        <a:bodyPr/>
        <a:lstStyle/>
        <a:p>
          <a:r>
            <a:rPr lang="en-US"/>
            <a:t>With leadership → risk and decision focus</a:t>
          </a:r>
        </a:p>
      </dgm:t>
    </dgm:pt>
    <dgm:pt modelId="{9CA29149-FF4A-4123-B5E2-755AA76B4315}" type="parTrans" cxnId="{56AF21A3-9A8A-41A6-AB11-DE88A5DAC8BC}">
      <dgm:prSet/>
      <dgm:spPr/>
      <dgm:t>
        <a:bodyPr/>
        <a:lstStyle/>
        <a:p>
          <a:endParaRPr lang="en-US"/>
        </a:p>
      </dgm:t>
    </dgm:pt>
    <dgm:pt modelId="{765C2F0C-CDB4-4E14-85FA-5113F4B73C24}" type="sibTrans" cxnId="{56AF21A3-9A8A-41A6-AB11-DE88A5DAC8BC}">
      <dgm:prSet/>
      <dgm:spPr/>
      <dgm:t>
        <a:bodyPr/>
        <a:lstStyle/>
        <a:p>
          <a:endParaRPr lang="en-US"/>
        </a:p>
      </dgm:t>
    </dgm:pt>
    <dgm:pt modelId="{942F1CFD-EB61-45F0-95C1-12753BBDE74E}">
      <dgm:prSet/>
      <dgm:spPr/>
      <dgm:t>
        <a:bodyPr/>
        <a:lstStyle/>
        <a:p>
          <a:r>
            <a:rPr lang="en-US"/>
            <a:t>With juniors → clarity and guidance</a:t>
          </a:r>
        </a:p>
      </dgm:t>
    </dgm:pt>
    <dgm:pt modelId="{7E038A6C-0860-476F-B8D5-6F364012F404}" type="parTrans" cxnId="{C4B937C9-95A6-487D-B68A-F1F64030F89C}">
      <dgm:prSet/>
      <dgm:spPr/>
      <dgm:t>
        <a:bodyPr/>
        <a:lstStyle/>
        <a:p>
          <a:endParaRPr lang="en-US"/>
        </a:p>
      </dgm:t>
    </dgm:pt>
    <dgm:pt modelId="{ED8A768D-9F3E-4AC4-B6DC-E1C5FFF414C1}" type="sibTrans" cxnId="{C4B937C9-95A6-487D-B68A-F1F64030F89C}">
      <dgm:prSet/>
      <dgm:spPr/>
      <dgm:t>
        <a:bodyPr/>
        <a:lstStyle/>
        <a:p>
          <a:endParaRPr lang="en-US"/>
        </a:p>
      </dgm:t>
    </dgm:pt>
    <dgm:pt modelId="{3C3FD38B-44C5-4E8A-ADB9-BE5F680F120A}">
      <dgm:prSet/>
      <dgm:spPr/>
      <dgm:t>
        <a:bodyPr/>
        <a:lstStyle/>
        <a:p>
          <a:r>
            <a:rPr lang="en-US"/>
            <a:t>With business teams → translation and impact framing</a:t>
          </a:r>
        </a:p>
      </dgm:t>
    </dgm:pt>
    <dgm:pt modelId="{7A8F7070-7F7B-497C-9BB4-F874687F1A37}" type="parTrans" cxnId="{1846D4B9-1610-4080-85E4-FD8441EA1C2B}">
      <dgm:prSet/>
      <dgm:spPr/>
      <dgm:t>
        <a:bodyPr/>
        <a:lstStyle/>
        <a:p>
          <a:endParaRPr lang="en-US"/>
        </a:p>
      </dgm:t>
    </dgm:pt>
    <dgm:pt modelId="{23DBE4BA-C0F5-4417-BAE1-AA6DDE74140C}" type="sibTrans" cxnId="{1846D4B9-1610-4080-85E4-FD8441EA1C2B}">
      <dgm:prSet/>
      <dgm:spPr/>
      <dgm:t>
        <a:bodyPr/>
        <a:lstStyle/>
        <a:p>
          <a:endParaRPr lang="en-US"/>
        </a:p>
      </dgm:t>
    </dgm:pt>
    <dgm:pt modelId="{F614973B-B4C5-46DE-907F-D6B1241833FD}" type="pres">
      <dgm:prSet presAssocID="{0CB579F1-7D31-44F7-8623-72CE5AD24BF5}" presName="root" presStyleCnt="0">
        <dgm:presLayoutVars>
          <dgm:dir/>
          <dgm:resizeHandles val="exact"/>
        </dgm:presLayoutVars>
      </dgm:prSet>
      <dgm:spPr/>
    </dgm:pt>
    <dgm:pt modelId="{6CF90C41-FBDA-4366-8FB7-9FEF01A125D4}" type="pres">
      <dgm:prSet presAssocID="{D44A38B0-6350-43E3-A80E-A45CDF96932F}" presName="compNode" presStyleCnt="0"/>
      <dgm:spPr/>
    </dgm:pt>
    <dgm:pt modelId="{68BF4862-896A-4133-8DE5-C0F0B334CBC7}" type="pres">
      <dgm:prSet presAssocID="{D44A38B0-6350-43E3-A80E-A45CDF96932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B53F0035-63D1-47FD-8C25-A37F85C5FA43}" type="pres">
      <dgm:prSet presAssocID="{D44A38B0-6350-43E3-A80E-A45CDF96932F}" presName="spaceRect" presStyleCnt="0"/>
      <dgm:spPr/>
    </dgm:pt>
    <dgm:pt modelId="{6CF29D83-DBE6-493E-9451-2F641FB7F784}" type="pres">
      <dgm:prSet presAssocID="{D44A38B0-6350-43E3-A80E-A45CDF96932F}" presName="textRect" presStyleLbl="revTx" presStyleIdx="0" presStyleCnt="4">
        <dgm:presLayoutVars>
          <dgm:chMax val="1"/>
          <dgm:chPref val="1"/>
        </dgm:presLayoutVars>
      </dgm:prSet>
      <dgm:spPr/>
    </dgm:pt>
    <dgm:pt modelId="{4D786E25-E780-4457-BEE2-91D8BE77AF14}" type="pres">
      <dgm:prSet presAssocID="{8F98BC0F-9260-4A7B-B588-0C20E97EBAF9}" presName="sibTrans" presStyleCnt="0"/>
      <dgm:spPr/>
    </dgm:pt>
    <dgm:pt modelId="{CE5EA252-626B-4B92-84FC-2EDA306A584C}" type="pres">
      <dgm:prSet presAssocID="{E22C3EE1-066E-4BC2-8185-23D6554ADE99}" presName="compNode" presStyleCnt="0"/>
      <dgm:spPr/>
    </dgm:pt>
    <dgm:pt modelId="{D184C360-6BB5-4990-9B83-BFA1D7C06947}" type="pres">
      <dgm:prSet presAssocID="{E22C3EE1-066E-4BC2-8185-23D6554ADE9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CA6F1C6-89A2-4685-B651-A81A57BFC7ED}" type="pres">
      <dgm:prSet presAssocID="{E22C3EE1-066E-4BC2-8185-23D6554ADE99}" presName="spaceRect" presStyleCnt="0"/>
      <dgm:spPr/>
    </dgm:pt>
    <dgm:pt modelId="{F559A71E-628B-448D-8017-7A568FF7AFF0}" type="pres">
      <dgm:prSet presAssocID="{E22C3EE1-066E-4BC2-8185-23D6554ADE99}" presName="textRect" presStyleLbl="revTx" presStyleIdx="1" presStyleCnt="4">
        <dgm:presLayoutVars>
          <dgm:chMax val="1"/>
          <dgm:chPref val="1"/>
        </dgm:presLayoutVars>
      </dgm:prSet>
      <dgm:spPr/>
    </dgm:pt>
    <dgm:pt modelId="{0A07DC9F-EE1E-4808-ACDD-C2EAE71B44FD}" type="pres">
      <dgm:prSet presAssocID="{765C2F0C-CDB4-4E14-85FA-5113F4B73C24}" presName="sibTrans" presStyleCnt="0"/>
      <dgm:spPr/>
    </dgm:pt>
    <dgm:pt modelId="{8C9F3E78-CBF4-4920-9B6F-2FDDEEF3FC5C}" type="pres">
      <dgm:prSet presAssocID="{942F1CFD-EB61-45F0-95C1-12753BBDE74E}" presName="compNode" presStyleCnt="0"/>
      <dgm:spPr/>
    </dgm:pt>
    <dgm:pt modelId="{8BC0E5D6-0E69-4EEE-A59C-93F23B68C768}" type="pres">
      <dgm:prSet presAssocID="{942F1CFD-EB61-45F0-95C1-12753BBDE74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621D715-0076-4A0C-95B3-F674C3791032}" type="pres">
      <dgm:prSet presAssocID="{942F1CFD-EB61-45F0-95C1-12753BBDE74E}" presName="spaceRect" presStyleCnt="0"/>
      <dgm:spPr/>
    </dgm:pt>
    <dgm:pt modelId="{905630C3-99C7-4C09-8836-96756759733F}" type="pres">
      <dgm:prSet presAssocID="{942F1CFD-EB61-45F0-95C1-12753BBDE74E}" presName="textRect" presStyleLbl="revTx" presStyleIdx="2" presStyleCnt="4">
        <dgm:presLayoutVars>
          <dgm:chMax val="1"/>
          <dgm:chPref val="1"/>
        </dgm:presLayoutVars>
      </dgm:prSet>
      <dgm:spPr/>
    </dgm:pt>
    <dgm:pt modelId="{C2575A43-8626-437F-8791-255508F3EA9C}" type="pres">
      <dgm:prSet presAssocID="{ED8A768D-9F3E-4AC4-B6DC-E1C5FFF414C1}" presName="sibTrans" presStyleCnt="0"/>
      <dgm:spPr/>
    </dgm:pt>
    <dgm:pt modelId="{F6207F86-484D-4E35-A8B4-C9E9766FCA19}" type="pres">
      <dgm:prSet presAssocID="{3C3FD38B-44C5-4E8A-ADB9-BE5F680F120A}" presName="compNode" presStyleCnt="0"/>
      <dgm:spPr/>
    </dgm:pt>
    <dgm:pt modelId="{C6D38241-7698-4C78-A08E-2FB20CC10D7B}" type="pres">
      <dgm:prSet presAssocID="{3C3FD38B-44C5-4E8A-ADB9-BE5F680F120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m"/>
        </a:ext>
      </dgm:extLst>
    </dgm:pt>
    <dgm:pt modelId="{FE0D6257-3E68-43B5-9A57-9EAE180A84CA}" type="pres">
      <dgm:prSet presAssocID="{3C3FD38B-44C5-4E8A-ADB9-BE5F680F120A}" presName="spaceRect" presStyleCnt="0"/>
      <dgm:spPr/>
    </dgm:pt>
    <dgm:pt modelId="{DF9FFAC6-56D6-49BB-9E3C-75679AEA9ED0}" type="pres">
      <dgm:prSet presAssocID="{3C3FD38B-44C5-4E8A-ADB9-BE5F680F120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4BC3406-792E-4DCB-83A5-FE79AB079E7B}" type="presOf" srcId="{E22C3EE1-066E-4BC2-8185-23D6554ADE99}" destId="{F559A71E-628B-448D-8017-7A568FF7AFF0}" srcOrd="0" destOrd="0" presId="urn:microsoft.com/office/officeart/2018/2/layout/IconLabelList"/>
    <dgm:cxn modelId="{7B2E6D25-22C3-4691-B73F-F90ADABAAE0A}" type="presOf" srcId="{0CB579F1-7D31-44F7-8623-72CE5AD24BF5}" destId="{F614973B-B4C5-46DE-907F-D6B1241833FD}" srcOrd="0" destOrd="0" presId="urn:microsoft.com/office/officeart/2018/2/layout/IconLabelList"/>
    <dgm:cxn modelId="{B9899E70-50B7-49D7-9D50-EF25EA9485D6}" type="presOf" srcId="{942F1CFD-EB61-45F0-95C1-12753BBDE74E}" destId="{905630C3-99C7-4C09-8836-96756759733F}" srcOrd="0" destOrd="0" presId="urn:microsoft.com/office/officeart/2018/2/layout/IconLabelList"/>
    <dgm:cxn modelId="{28DF2F80-8E66-4947-9EA7-9388525DB22A}" type="presOf" srcId="{3C3FD38B-44C5-4E8A-ADB9-BE5F680F120A}" destId="{DF9FFAC6-56D6-49BB-9E3C-75679AEA9ED0}" srcOrd="0" destOrd="0" presId="urn:microsoft.com/office/officeart/2018/2/layout/IconLabelList"/>
    <dgm:cxn modelId="{C4908695-D500-41A1-86AF-B3489226F703}" srcId="{0CB579F1-7D31-44F7-8623-72CE5AD24BF5}" destId="{D44A38B0-6350-43E3-A80E-A45CDF96932F}" srcOrd="0" destOrd="0" parTransId="{8B54A1C8-B777-481E-95AA-C03FA185523B}" sibTransId="{8F98BC0F-9260-4A7B-B588-0C20E97EBAF9}"/>
    <dgm:cxn modelId="{56AF21A3-9A8A-41A6-AB11-DE88A5DAC8BC}" srcId="{0CB579F1-7D31-44F7-8623-72CE5AD24BF5}" destId="{E22C3EE1-066E-4BC2-8185-23D6554ADE99}" srcOrd="1" destOrd="0" parTransId="{9CA29149-FF4A-4123-B5E2-755AA76B4315}" sibTransId="{765C2F0C-CDB4-4E14-85FA-5113F4B73C24}"/>
    <dgm:cxn modelId="{1846D4B9-1610-4080-85E4-FD8441EA1C2B}" srcId="{0CB579F1-7D31-44F7-8623-72CE5AD24BF5}" destId="{3C3FD38B-44C5-4E8A-ADB9-BE5F680F120A}" srcOrd="3" destOrd="0" parTransId="{7A8F7070-7F7B-497C-9BB4-F874687F1A37}" sibTransId="{23DBE4BA-C0F5-4417-BAE1-AA6DDE74140C}"/>
    <dgm:cxn modelId="{C4B937C9-95A6-487D-B68A-F1F64030F89C}" srcId="{0CB579F1-7D31-44F7-8623-72CE5AD24BF5}" destId="{942F1CFD-EB61-45F0-95C1-12753BBDE74E}" srcOrd="2" destOrd="0" parTransId="{7E038A6C-0860-476F-B8D5-6F364012F404}" sibTransId="{ED8A768D-9F3E-4AC4-B6DC-E1C5FFF414C1}"/>
    <dgm:cxn modelId="{AB4E93FA-50F9-4E76-B8C8-06EA2E728892}" type="presOf" srcId="{D44A38B0-6350-43E3-A80E-A45CDF96932F}" destId="{6CF29D83-DBE6-493E-9451-2F641FB7F784}" srcOrd="0" destOrd="0" presId="urn:microsoft.com/office/officeart/2018/2/layout/IconLabelList"/>
    <dgm:cxn modelId="{5489A506-6C89-40EA-8238-D1A64321E3A9}" type="presParOf" srcId="{F614973B-B4C5-46DE-907F-D6B1241833FD}" destId="{6CF90C41-FBDA-4366-8FB7-9FEF01A125D4}" srcOrd="0" destOrd="0" presId="urn:microsoft.com/office/officeart/2018/2/layout/IconLabelList"/>
    <dgm:cxn modelId="{C3CC3FE5-CADC-44D9-B0F7-AF9FB29845E0}" type="presParOf" srcId="{6CF90C41-FBDA-4366-8FB7-9FEF01A125D4}" destId="{68BF4862-896A-4133-8DE5-C0F0B334CBC7}" srcOrd="0" destOrd="0" presId="urn:microsoft.com/office/officeart/2018/2/layout/IconLabelList"/>
    <dgm:cxn modelId="{CE68A3DE-86C5-4596-9F5D-47DE58060D13}" type="presParOf" srcId="{6CF90C41-FBDA-4366-8FB7-9FEF01A125D4}" destId="{B53F0035-63D1-47FD-8C25-A37F85C5FA43}" srcOrd="1" destOrd="0" presId="urn:microsoft.com/office/officeart/2018/2/layout/IconLabelList"/>
    <dgm:cxn modelId="{C674A650-04A6-4E8A-AE10-6A3A5260CFFF}" type="presParOf" srcId="{6CF90C41-FBDA-4366-8FB7-9FEF01A125D4}" destId="{6CF29D83-DBE6-493E-9451-2F641FB7F784}" srcOrd="2" destOrd="0" presId="urn:microsoft.com/office/officeart/2018/2/layout/IconLabelList"/>
    <dgm:cxn modelId="{ABF3C0FB-5766-488F-ADF5-C01F6E42FEDD}" type="presParOf" srcId="{F614973B-B4C5-46DE-907F-D6B1241833FD}" destId="{4D786E25-E780-4457-BEE2-91D8BE77AF14}" srcOrd="1" destOrd="0" presId="urn:microsoft.com/office/officeart/2018/2/layout/IconLabelList"/>
    <dgm:cxn modelId="{69CCE40A-B0DB-407F-A518-2E5591574F70}" type="presParOf" srcId="{F614973B-B4C5-46DE-907F-D6B1241833FD}" destId="{CE5EA252-626B-4B92-84FC-2EDA306A584C}" srcOrd="2" destOrd="0" presId="urn:microsoft.com/office/officeart/2018/2/layout/IconLabelList"/>
    <dgm:cxn modelId="{C11ED6F6-AA58-48A4-BCA1-A592FDC74B56}" type="presParOf" srcId="{CE5EA252-626B-4B92-84FC-2EDA306A584C}" destId="{D184C360-6BB5-4990-9B83-BFA1D7C06947}" srcOrd="0" destOrd="0" presId="urn:microsoft.com/office/officeart/2018/2/layout/IconLabelList"/>
    <dgm:cxn modelId="{EEAA7362-B022-4212-9DFB-99CF46371E35}" type="presParOf" srcId="{CE5EA252-626B-4B92-84FC-2EDA306A584C}" destId="{1CA6F1C6-89A2-4685-B651-A81A57BFC7ED}" srcOrd="1" destOrd="0" presId="urn:microsoft.com/office/officeart/2018/2/layout/IconLabelList"/>
    <dgm:cxn modelId="{886D395A-D954-4F26-943A-DB75749F089B}" type="presParOf" srcId="{CE5EA252-626B-4B92-84FC-2EDA306A584C}" destId="{F559A71E-628B-448D-8017-7A568FF7AFF0}" srcOrd="2" destOrd="0" presId="urn:microsoft.com/office/officeart/2018/2/layout/IconLabelList"/>
    <dgm:cxn modelId="{346199BC-BC78-4233-A87C-2E547848537E}" type="presParOf" srcId="{F614973B-B4C5-46DE-907F-D6B1241833FD}" destId="{0A07DC9F-EE1E-4808-ACDD-C2EAE71B44FD}" srcOrd="3" destOrd="0" presId="urn:microsoft.com/office/officeart/2018/2/layout/IconLabelList"/>
    <dgm:cxn modelId="{F9A85EF8-3538-4673-9D25-07EDCE1A692E}" type="presParOf" srcId="{F614973B-B4C5-46DE-907F-D6B1241833FD}" destId="{8C9F3E78-CBF4-4920-9B6F-2FDDEEF3FC5C}" srcOrd="4" destOrd="0" presId="urn:microsoft.com/office/officeart/2018/2/layout/IconLabelList"/>
    <dgm:cxn modelId="{41AF041B-BA5B-4921-ABC4-9684B67E7C18}" type="presParOf" srcId="{8C9F3E78-CBF4-4920-9B6F-2FDDEEF3FC5C}" destId="{8BC0E5D6-0E69-4EEE-A59C-93F23B68C768}" srcOrd="0" destOrd="0" presId="urn:microsoft.com/office/officeart/2018/2/layout/IconLabelList"/>
    <dgm:cxn modelId="{53ADBD90-5B4D-49EE-AF32-3D92E05418D9}" type="presParOf" srcId="{8C9F3E78-CBF4-4920-9B6F-2FDDEEF3FC5C}" destId="{D621D715-0076-4A0C-95B3-F674C3791032}" srcOrd="1" destOrd="0" presId="urn:microsoft.com/office/officeart/2018/2/layout/IconLabelList"/>
    <dgm:cxn modelId="{63A67652-7254-49FB-9728-AA4945DA72B5}" type="presParOf" srcId="{8C9F3E78-CBF4-4920-9B6F-2FDDEEF3FC5C}" destId="{905630C3-99C7-4C09-8836-96756759733F}" srcOrd="2" destOrd="0" presId="urn:microsoft.com/office/officeart/2018/2/layout/IconLabelList"/>
    <dgm:cxn modelId="{B472CDB2-C813-4A5B-980B-03DD20A1345E}" type="presParOf" srcId="{F614973B-B4C5-46DE-907F-D6B1241833FD}" destId="{C2575A43-8626-437F-8791-255508F3EA9C}" srcOrd="5" destOrd="0" presId="urn:microsoft.com/office/officeart/2018/2/layout/IconLabelList"/>
    <dgm:cxn modelId="{AC7E4231-87DD-4C64-A09B-0B4972C728A5}" type="presParOf" srcId="{F614973B-B4C5-46DE-907F-D6B1241833FD}" destId="{F6207F86-484D-4E35-A8B4-C9E9766FCA19}" srcOrd="6" destOrd="0" presId="urn:microsoft.com/office/officeart/2018/2/layout/IconLabelList"/>
    <dgm:cxn modelId="{111871AD-1B2A-4FEF-ADB6-4F8BEF7D151E}" type="presParOf" srcId="{F6207F86-484D-4E35-A8B4-C9E9766FCA19}" destId="{C6D38241-7698-4C78-A08E-2FB20CC10D7B}" srcOrd="0" destOrd="0" presId="urn:microsoft.com/office/officeart/2018/2/layout/IconLabelList"/>
    <dgm:cxn modelId="{1A79D4B3-1369-4A31-BCCC-CFF7990E62CA}" type="presParOf" srcId="{F6207F86-484D-4E35-A8B4-C9E9766FCA19}" destId="{FE0D6257-3E68-43B5-9A57-9EAE180A84CA}" srcOrd="1" destOrd="0" presId="urn:microsoft.com/office/officeart/2018/2/layout/IconLabelList"/>
    <dgm:cxn modelId="{1B3DF1BB-8C5A-4988-8BFC-F883FCB810E4}" type="presParOf" srcId="{F6207F86-484D-4E35-A8B4-C9E9766FCA19}" destId="{DF9FFAC6-56D6-49BB-9E3C-75679AEA9ED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E3FD472-C2FA-4F36-8168-0AF9DF60069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81F005E-F5F2-4536-9875-0E38C77CCA53}">
      <dgm:prSet/>
      <dgm:spPr/>
      <dgm:t>
        <a:bodyPr/>
        <a:lstStyle/>
        <a:p>
          <a:r>
            <a:rPr lang="en-US"/>
            <a:t>Focus on evidence and risk</a:t>
          </a:r>
        </a:p>
      </dgm:t>
    </dgm:pt>
    <dgm:pt modelId="{1F62C7C4-9C49-48B2-A397-018DD91F460C}" type="parTrans" cxnId="{89A4948E-1F7F-4F58-B63D-259BB34DF0A2}">
      <dgm:prSet/>
      <dgm:spPr/>
      <dgm:t>
        <a:bodyPr/>
        <a:lstStyle/>
        <a:p>
          <a:endParaRPr lang="en-US"/>
        </a:p>
      </dgm:t>
    </dgm:pt>
    <dgm:pt modelId="{26905ECD-BC87-4C4C-A26B-2F61694A89D5}" type="sibTrans" cxnId="{89A4948E-1F7F-4F58-B63D-259BB34DF0A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AE9BB6C-4D6D-467F-8268-7E69AB4A13F6}">
      <dgm:prSet/>
      <dgm:spPr/>
      <dgm:t>
        <a:bodyPr/>
        <a:lstStyle/>
        <a:p>
          <a:r>
            <a:rPr lang="en-US"/>
            <a:t>Acknowledge perspectives</a:t>
          </a:r>
        </a:p>
      </dgm:t>
    </dgm:pt>
    <dgm:pt modelId="{8A82BA5D-1A4D-4F75-9578-E87BB501948B}" type="parTrans" cxnId="{9E1E67F5-1A0F-4805-B1C6-2929A7AC8078}">
      <dgm:prSet/>
      <dgm:spPr/>
      <dgm:t>
        <a:bodyPr/>
        <a:lstStyle/>
        <a:p>
          <a:endParaRPr lang="en-US"/>
        </a:p>
      </dgm:t>
    </dgm:pt>
    <dgm:pt modelId="{68776E51-887D-4AA5-A3DD-A65E52DD1176}" type="sibTrans" cxnId="{9E1E67F5-1A0F-4805-B1C6-2929A7AC807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A56085B-CB85-4E07-8FE9-B19D8FCB0EC9}">
      <dgm:prSet/>
      <dgm:spPr/>
      <dgm:t>
        <a:bodyPr/>
        <a:lstStyle/>
        <a:p>
          <a:r>
            <a:rPr lang="en-US"/>
            <a:t>Align on shared objective</a:t>
          </a:r>
        </a:p>
      </dgm:t>
    </dgm:pt>
    <dgm:pt modelId="{C4DF197C-84AA-44AD-9BE4-8651D9705AEF}" type="parTrans" cxnId="{81BDA019-3E1F-4BDA-9C7F-B879CC89B90E}">
      <dgm:prSet/>
      <dgm:spPr/>
      <dgm:t>
        <a:bodyPr/>
        <a:lstStyle/>
        <a:p>
          <a:endParaRPr lang="en-US"/>
        </a:p>
      </dgm:t>
    </dgm:pt>
    <dgm:pt modelId="{5D1919C1-9C58-4B3A-81CF-211585204B5C}" type="sibTrans" cxnId="{81BDA019-3E1F-4BDA-9C7F-B879CC89B90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D657AB3-1E4D-48E8-AF46-4B29C115A0FD}">
      <dgm:prSet/>
      <dgm:spPr/>
      <dgm:t>
        <a:bodyPr/>
        <a:lstStyle/>
        <a:p>
          <a:r>
            <a:rPr lang="en-US"/>
            <a:t>Propose solution alternatives</a:t>
          </a:r>
        </a:p>
      </dgm:t>
    </dgm:pt>
    <dgm:pt modelId="{B8F38BCF-1305-41D5-841A-21FFCD3E1818}" type="parTrans" cxnId="{CDB9C81B-6669-412A-91FD-E02D969209EC}">
      <dgm:prSet/>
      <dgm:spPr/>
      <dgm:t>
        <a:bodyPr/>
        <a:lstStyle/>
        <a:p>
          <a:endParaRPr lang="en-US"/>
        </a:p>
      </dgm:t>
    </dgm:pt>
    <dgm:pt modelId="{64C81913-6778-449A-A8A2-0B0507BCC394}" type="sibTrans" cxnId="{CDB9C81B-6669-412A-91FD-E02D969209E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D7E004E-D557-4D62-AA7D-4D723D764C89}" type="pres">
      <dgm:prSet presAssocID="{FE3FD472-C2FA-4F36-8168-0AF9DF600691}" presName="Name0" presStyleCnt="0">
        <dgm:presLayoutVars>
          <dgm:animLvl val="lvl"/>
          <dgm:resizeHandles val="exact"/>
        </dgm:presLayoutVars>
      </dgm:prSet>
      <dgm:spPr/>
    </dgm:pt>
    <dgm:pt modelId="{AD076D82-B5C1-43CE-8CA3-2AB63505265B}" type="pres">
      <dgm:prSet presAssocID="{381F005E-F5F2-4536-9875-0E38C77CCA53}" presName="compositeNode" presStyleCnt="0">
        <dgm:presLayoutVars>
          <dgm:bulletEnabled val="1"/>
        </dgm:presLayoutVars>
      </dgm:prSet>
      <dgm:spPr/>
    </dgm:pt>
    <dgm:pt modelId="{6E786CB3-ED89-4629-BEDD-8205971C4350}" type="pres">
      <dgm:prSet presAssocID="{381F005E-F5F2-4536-9875-0E38C77CCA53}" presName="bgRect" presStyleLbl="bgAccFollowNode1" presStyleIdx="0" presStyleCnt="4"/>
      <dgm:spPr/>
    </dgm:pt>
    <dgm:pt modelId="{10114E21-FB81-42D0-978B-7B17B3693574}" type="pres">
      <dgm:prSet presAssocID="{26905ECD-BC87-4C4C-A26B-2F61694A89D5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3DB2CA6B-5AA5-4B67-9BE8-59B3A45097E0}" type="pres">
      <dgm:prSet presAssocID="{381F005E-F5F2-4536-9875-0E38C77CCA53}" presName="bottomLine" presStyleLbl="alignNode1" presStyleIdx="1" presStyleCnt="8">
        <dgm:presLayoutVars/>
      </dgm:prSet>
      <dgm:spPr/>
    </dgm:pt>
    <dgm:pt modelId="{80CBF238-54AE-4956-8802-3EDD98F2BF5B}" type="pres">
      <dgm:prSet presAssocID="{381F005E-F5F2-4536-9875-0E38C77CCA53}" presName="nodeText" presStyleLbl="bgAccFollowNode1" presStyleIdx="0" presStyleCnt="4">
        <dgm:presLayoutVars>
          <dgm:bulletEnabled val="1"/>
        </dgm:presLayoutVars>
      </dgm:prSet>
      <dgm:spPr/>
    </dgm:pt>
    <dgm:pt modelId="{CA062995-4E03-45E4-8EB0-77B4E6661642}" type="pres">
      <dgm:prSet presAssocID="{26905ECD-BC87-4C4C-A26B-2F61694A89D5}" presName="sibTrans" presStyleCnt="0"/>
      <dgm:spPr/>
    </dgm:pt>
    <dgm:pt modelId="{08FA3669-F3D1-4C4D-91FB-4A4454375AA1}" type="pres">
      <dgm:prSet presAssocID="{5AE9BB6C-4D6D-467F-8268-7E69AB4A13F6}" presName="compositeNode" presStyleCnt="0">
        <dgm:presLayoutVars>
          <dgm:bulletEnabled val="1"/>
        </dgm:presLayoutVars>
      </dgm:prSet>
      <dgm:spPr/>
    </dgm:pt>
    <dgm:pt modelId="{8010B986-E629-4DC2-A132-DEF2549BCA34}" type="pres">
      <dgm:prSet presAssocID="{5AE9BB6C-4D6D-467F-8268-7E69AB4A13F6}" presName="bgRect" presStyleLbl="bgAccFollowNode1" presStyleIdx="1" presStyleCnt="4"/>
      <dgm:spPr/>
    </dgm:pt>
    <dgm:pt modelId="{A81C252D-272E-49C1-B521-33FE9FC9C891}" type="pres">
      <dgm:prSet presAssocID="{68776E51-887D-4AA5-A3DD-A65E52DD1176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8535134C-7F58-417C-9BC5-1690018A8055}" type="pres">
      <dgm:prSet presAssocID="{5AE9BB6C-4D6D-467F-8268-7E69AB4A13F6}" presName="bottomLine" presStyleLbl="alignNode1" presStyleIdx="3" presStyleCnt="8">
        <dgm:presLayoutVars/>
      </dgm:prSet>
      <dgm:spPr/>
    </dgm:pt>
    <dgm:pt modelId="{2484C119-A60C-44AA-A8CE-9721FE28B6B2}" type="pres">
      <dgm:prSet presAssocID="{5AE9BB6C-4D6D-467F-8268-7E69AB4A13F6}" presName="nodeText" presStyleLbl="bgAccFollowNode1" presStyleIdx="1" presStyleCnt="4">
        <dgm:presLayoutVars>
          <dgm:bulletEnabled val="1"/>
        </dgm:presLayoutVars>
      </dgm:prSet>
      <dgm:spPr/>
    </dgm:pt>
    <dgm:pt modelId="{7876BD49-DDEB-40DB-A95F-9B52EB71CD60}" type="pres">
      <dgm:prSet presAssocID="{68776E51-887D-4AA5-A3DD-A65E52DD1176}" presName="sibTrans" presStyleCnt="0"/>
      <dgm:spPr/>
    </dgm:pt>
    <dgm:pt modelId="{E530AED5-250E-4D82-8C3A-31F17E00A724}" type="pres">
      <dgm:prSet presAssocID="{BA56085B-CB85-4E07-8FE9-B19D8FCB0EC9}" presName="compositeNode" presStyleCnt="0">
        <dgm:presLayoutVars>
          <dgm:bulletEnabled val="1"/>
        </dgm:presLayoutVars>
      </dgm:prSet>
      <dgm:spPr/>
    </dgm:pt>
    <dgm:pt modelId="{953080D5-5C16-4F7D-AAC5-D1718088D375}" type="pres">
      <dgm:prSet presAssocID="{BA56085B-CB85-4E07-8FE9-B19D8FCB0EC9}" presName="bgRect" presStyleLbl="bgAccFollowNode1" presStyleIdx="2" presStyleCnt="4"/>
      <dgm:spPr/>
    </dgm:pt>
    <dgm:pt modelId="{3F61BAAF-61FA-43FD-B55A-20BB1AEE098F}" type="pres">
      <dgm:prSet presAssocID="{5D1919C1-9C58-4B3A-81CF-211585204B5C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D4D03C45-DCBB-47D1-BDCB-76A5F506334A}" type="pres">
      <dgm:prSet presAssocID="{BA56085B-CB85-4E07-8FE9-B19D8FCB0EC9}" presName="bottomLine" presStyleLbl="alignNode1" presStyleIdx="5" presStyleCnt="8">
        <dgm:presLayoutVars/>
      </dgm:prSet>
      <dgm:spPr/>
    </dgm:pt>
    <dgm:pt modelId="{73450761-B3B6-480E-B7FF-FFE7E8DE9293}" type="pres">
      <dgm:prSet presAssocID="{BA56085B-CB85-4E07-8FE9-B19D8FCB0EC9}" presName="nodeText" presStyleLbl="bgAccFollowNode1" presStyleIdx="2" presStyleCnt="4">
        <dgm:presLayoutVars>
          <dgm:bulletEnabled val="1"/>
        </dgm:presLayoutVars>
      </dgm:prSet>
      <dgm:spPr/>
    </dgm:pt>
    <dgm:pt modelId="{FD668F8C-B607-446A-A654-548D075D3AFE}" type="pres">
      <dgm:prSet presAssocID="{5D1919C1-9C58-4B3A-81CF-211585204B5C}" presName="sibTrans" presStyleCnt="0"/>
      <dgm:spPr/>
    </dgm:pt>
    <dgm:pt modelId="{1DB707BE-E1DE-41AE-BAB6-DF32E7A52EAF}" type="pres">
      <dgm:prSet presAssocID="{BD657AB3-1E4D-48E8-AF46-4B29C115A0FD}" presName="compositeNode" presStyleCnt="0">
        <dgm:presLayoutVars>
          <dgm:bulletEnabled val="1"/>
        </dgm:presLayoutVars>
      </dgm:prSet>
      <dgm:spPr/>
    </dgm:pt>
    <dgm:pt modelId="{10D94A4C-F0DB-4B2F-ABD8-847B22C5B4D5}" type="pres">
      <dgm:prSet presAssocID="{BD657AB3-1E4D-48E8-AF46-4B29C115A0FD}" presName="bgRect" presStyleLbl="bgAccFollowNode1" presStyleIdx="3" presStyleCnt="4"/>
      <dgm:spPr/>
    </dgm:pt>
    <dgm:pt modelId="{8A3085BF-6E0D-4EE4-B143-560045119DFA}" type="pres">
      <dgm:prSet presAssocID="{64C81913-6778-449A-A8A2-0B0507BCC394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767BBCE3-AE41-45EA-B09A-1F387C1416D6}" type="pres">
      <dgm:prSet presAssocID="{BD657AB3-1E4D-48E8-AF46-4B29C115A0FD}" presName="bottomLine" presStyleLbl="alignNode1" presStyleIdx="7" presStyleCnt="8">
        <dgm:presLayoutVars/>
      </dgm:prSet>
      <dgm:spPr/>
    </dgm:pt>
    <dgm:pt modelId="{8B3F4941-A667-4583-8135-D19C11CF0DAF}" type="pres">
      <dgm:prSet presAssocID="{BD657AB3-1E4D-48E8-AF46-4B29C115A0FD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2D5E6402-3601-4244-8CED-93EDFF2FEF7C}" type="presOf" srcId="{68776E51-887D-4AA5-A3DD-A65E52DD1176}" destId="{A81C252D-272E-49C1-B521-33FE9FC9C891}" srcOrd="0" destOrd="0" presId="urn:microsoft.com/office/officeart/2016/7/layout/BasicLinearProcessNumbered"/>
    <dgm:cxn modelId="{B172B605-3465-43E2-BE44-3DA9085EB6A8}" type="presOf" srcId="{381F005E-F5F2-4536-9875-0E38C77CCA53}" destId="{80CBF238-54AE-4956-8802-3EDD98F2BF5B}" srcOrd="1" destOrd="0" presId="urn:microsoft.com/office/officeart/2016/7/layout/BasicLinearProcessNumbered"/>
    <dgm:cxn modelId="{0782700B-054B-4565-B34D-5883B4D7DBA8}" type="presOf" srcId="{BD657AB3-1E4D-48E8-AF46-4B29C115A0FD}" destId="{8B3F4941-A667-4583-8135-D19C11CF0DAF}" srcOrd="1" destOrd="0" presId="urn:microsoft.com/office/officeart/2016/7/layout/BasicLinearProcessNumbered"/>
    <dgm:cxn modelId="{8C11B20C-D11D-4C9B-B4FD-E40AAF959E9B}" type="presOf" srcId="{381F005E-F5F2-4536-9875-0E38C77CCA53}" destId="{6E786CB3-ED89-4629-BEDD-8205971C4350}" srcOrd="0" destOrd="0" presId="urn:microsoft.com/office/officeart/2016/7/layout/BasicLinearProcessNumbered"/>
    <dgm:cxn modelId="{81BDA019-3E1F-4BDA-9C7F-B879CC89B90E}" srcId="{FE3FD472-C2FA-4F36-8168-0AF9DF600691}" destId="{BA56085B-CB85-4E07-8FE9-B19D8FCB0EC9}" srcOrd="2" destOrd="0" parTransId="{C4DF197C-84AA-44AD-9BE4-8651D9705AEF}" sibTransId="{5D1919C1-9C58-4B3A-81CF-211585204B5C}"/>
    <dgm:cxn modelId="{CDB9C81B-6669-412A-91FD-E02D969209EC}" srcId="{FE3FD472-C2FA-4F36-8168-0AF9DF600691}" destId="{BD657AB3-1E4D-48E8-AF46-4B29C115A0FD}" srcOrd="3" destOrd="0" parTransId="{B8F38BCF-1305-41D5-841A-21FFCD3E1818}" sibTransId="{64C81913-6778-449A-A8A2-0B0507BCC394}"/>
    <dgm:cxn modelId="{85815A5D-32FB-4CBB-8E81-748954531525}" type="presOf" srcId="{BA56085B-CB85-4E07-8FE9-B19D8FCB0EC9}" destId="{953080D5-5C16-4F7D-AAC5-D1718088D375}" srcOrd="0" destOrd="0" presId="urn:microsoft.com/office/officeart/2016/7/layout/BasicLinearProcessNumbered"/>
    <dgm:cxn modelId="{F5147547-618D-4ED7-8455-7290164A131C}" type="presOf" srcId="{5AE9BB6C-4D6D-467F-8268-7E69AB4A13F6}" destId="{8010B986-E629-4DC2-A132-DEF2549BCA34}" srcOrd="0" destOrd="0" presId="urn:microsoft.com/office/officeart/2016/7/layout/BasicLinearProcessNumbered"/>
    <dgm:cxn modelId="{388F286A-E34B-4B56-8166-73DE7AD67ABA}" type="presOf" srcId="{5D1919C1-9C58-4B3A-81CF-211585204B5C}" destId="{3F61BAAF-61FA-43FD-B55A-20BB1AEE098F}" srcOrd="0" destOrd="0" presId="urn:microsoft.com/office/officeart/2016/7/layout/BasicLinearProcessNumbered"/>
    <dgm:cxn modelId="{E8F23472-FE9B-4AF7-9F27-83B0E03919F6}" type="presOf" srcId="{FE3FD472-C2FA-4F36-8168-0AF9DF600691}" destId="{ED7E004E-D557-4D62-AA7D-4D723D764C89}" srcOrd="0" destOrd="0" presId="urn:microsoft.com/office/officeart/2016/7/layout/BasicLinearProcessNumbered"/>
    <dgm:cxn modelId="{F28F7B53-8ED5-40AF-80E8-0DAE38FA04C0}" type="presOf" srcId="{5AE9BB6C-4D6D-467F-8268-7E69AB4A13F6}" destId="{2484C119-A60C-44AA-A8CE-9721FE28B6B2}" srcOrd="1" destOrd="0" presId="urn:microsoft.com/office/officeart/2016/7/layout/BasicLinearProcessNumbered"/>
    <dgm:cxn modelId="{45D9ED77-380E-4DCB-B2AD-EC186984AEF9}" type="presOf" srcId="{64C81913-6778-449A-A8A2-0B0507BCC394}" destId="{8A3085BF-6E0D-4EE4-B143-560045119DFA}" srcOrd="0" destOrd="0" presId="urn:microsoft.com/office/officeart/2016/7/layout/BasicLinearProcessNumbered"/>
    <dgm:cxn modelId="{02252D87-5FED-4378-84B6-237F6CBCEC03}" type="presOf" srcId="{BA56085B-CB85-4E07-8FE9-B19D8FCB0EC9}" destId="{73450761-B3B6-480E-B7FF-FFE7E8DE9293}" srcOrd="1" destOrd="0" presId="urn:microsoft.com/office/officeart/2016/7/layout/BasicLinearProcessNumbered"/>
    <dgm:cxn modelId="{89A4948E-1F7F-4F58-B63D-259BB34DF0A2}" srcId="{FE3FD472-C2FA-4F36-8168-0AF9DF600691}" destId="{381F005E-F5F2-4536-9875-0E38C77CCA53}" srcOrd="0" destOrd="0" parTransId="{1F62C7C4-9C49-48B2-A397-018DD91F460C}" sibTransId="{26905ECD-BC87-4C4C-A26B-2F61694A89D5}"/>
    <dgm:cxn modelId="{ADC959A0-05E2-4ADC-8302-4A129FE2DFDC}" type="presOf" srcId="{BD657AB3-1E4D-48E8-AF46-4B29C115A0FD}" destId="{10D94A4C-F0DB-4B2F-ABD8-847B22C5B4D5}" srcOrd="0" destOrd="0" presId="urn:microsoft.com/office/officeart/2016/7/layout/BasicLinearProcessNumbered"/>
    <dgm:cxn modelId="{88FF32EA-42A2-458A-A137-0C613CAD27A8}" type="presOf" srcId="{26905ECD-BC87-4C4C-A26B-2F61694A89D5}" destId="{10114E21-FB81-42D0-978B-7B17B3693574}" srcOrd="0" destOrd="0" presId="urn:microsoft.com/office/officeart/2016/7/layout/BasicLinearProcessNumbered"/>
    <dgm:cxn modelId="{9E1E67F5-1A0F-4805-B1C6-2929A7AC8078}" srcId="{FE3FD472-C2FA-4F36-8168-0AF9DF600691}" destId="{5AE9BB6C-4D6D-467F-8268-7E69AB4A13F6}" srcOrd="1" destOrd="0" parTransId="{8A82BA5D-1A4D-4F75-9578-E87BB501948B}" sibTransId="{68776E51-887D-4AA5-A3DD-A65E52DD1176}"/>
    <dgm:cxn modelId="{604B861E-B762-4BEC-A07E-DE3027F5BABF}" type="presParOf" srcId="{ED7E004E-D557-4D62-AA7D-4D723D764C89}" destId="{AD076D82-B5C1-43CE-8CA3-2AB63505265B}" srcOrd="0" destOrd="0" presId="urn:microsoft.com/office/officeart/2016/7/layout/BasicLinearProcessNumbered"/>
    <dgm:cxn modelId="{3C2511C2-53F0-499A-B707-27775CDA63EB}" type="presParOf" srcId="{AD076D82-B5C1-43CE-8CA3-2AB63505265B}" destId="{6E786CB3-ED89-4629-BEDD-8205971C4350}" srcOrd="0" destOrd="0" presId="urn:microsoft.com/office/officeart/2016/7/layout/BasicLinearProcessNumbered"/>
    <dgm:cxn modelId="{202E1036-D0FA-4B1E-A502-5835E889780D}" type="presParOf" srcId="{AD076D82-B5C1-43CE-8CA3-2AB63505265B}" destId="{10114E21-FB81-42D0-978B-7B17B3693574}" srcOrd="1" destOrd="0" presId="urn:microsoft.com/office/officeart/2016/7/layout/BasicLinearProcessNumbered"/>
    <dgm:cxn modelId="{55D074EE-F5B3-4BB0-9A8A-D2F583635D19}" type="presParOf" srcId="{AD076D82-B5C1-43CE-8CA3-2AB63505265B}" destId="{3DB2CA6B-5AA5-4B67-9BE8-59B3A45097E0}" srcOrd="2" destOrd="0" presId="urn:microsoft.com/office/officeart/2016/7/layout/BasicLinearProcessNumbered"/>
    <dgm:cxn modelId="{AA4B012D-1C0E-444A-9877-744A8288F590}" type="presParOf" srcId="{AD076D82-B5C1-43CE-8CA3-2AB63505265B}" destId="{80CBF238-54AE-4956-8802-3EDD98F2BF5B}" srcOrd="3" destOrd="0" presId="urn:microsoft.com/office/officeart/2016/7/layout/BasicLinearProcessNumbered"/>
    <dgm:cxn modelId="{F9D19107-E498-429F-8096-F8D38934531A}" type="presParOf" srcId="{ED7E004E-D557-4D62-AA7D-4D723D764C89}" destId="{CA062995-4E03-45E4-8EB0-77B4E6661642}" srcOrd="1" destOrd="0" presId="urn:microsoft.com/office/officeart/2016/7/layout/BasicLinearProcessNumbered"/>
    <dgm:cxn modelId="{FA0F0194-DBAE-415B-BED4-0BC6B47D6104}" type="presParOf" srcId="{ED7E004E-D557-4D62-AA7D-4D723D764C89}" destId="{08FA3669-F3D1-4C4D-91FB-4A4454375AA1}" srcOrd="2" destOrd="0" presId="urn:microsoft.com/office/officeart/2016/7/layout/BasicLinearProcessNumbered"/>
    <dgm:cxn modelId="{C7F83BF6-76F7-456B-96D4-F1FE12A9E357}" type="presParOf" srcId="{08FA3669-F3D1-4C4D-91FB-4A4454375AA1}" destId="{8010B986-E629-4DC2-A132-DEF2549BCA34}" srcOrd="0" destOrd="0" presId="urn:microsoft.com/office/officeart/2016/7/layout/BasicLinearProcessNumbered"/>
    <dgm:cxn modelId="{B4E7E0E6-6E65-4CC5-AB57-7E78A3E17B79}" type="presParOf" srcId="{08FA3669-F3D1-4C4D-91FB-4A4454375AA1}" destId="{A81C252D-272E-49C1-B521-33FE9FC9C891}" srcOrd="1" destOrd="0" presId="urn:microsoft.com/office/officeart/2016/7/layout/BasicLinearProcessNumbered"/>
    <dgm:cxn modelId="{8E38AC35-3FB7-443A-8D56-7843BB478626}" type="presParOf" srcId="{08FA3669-F3D1-4C4D-91FB-4A4454375AA1}" destId="{8535134C-7F58-417C-9BC5-1690018A8055}" srcOrd="2" destOrd="0" presId="urn:microsoft.com/office/officeart/2016/7/layout/BasicLinearProcessNumbered"/>
    <dgm:cxn modelId="{1DB85412-3F01-4269-BE11-8A046F04919C}" type="presParOf" srcId="{08FA3669-F3D1-4C4D-91FB-4A4454375AA1}" destId="{2484C119-A60C-44AA-A8CE-9721FE28B6B2}" srcOrd="3" destOrd="0" presId="urn:microsoft.com/office/officeart/2016/7/layout/BasicLinearProcessNumbered"/>
    <dgm:cxn modelId="{6B18909D-8FCE-4141-ADF0-8CF1C2CD60EF}" type="presParOf" srcId="{ED7E004E-D557-4D62-AA7D-4D723D764C89}" destId="{7876BD49-DDEB-40DB-A95F-9B52EB71CD60}" srcOrd="3" destOrd="0" presId="urn:microsoft.com/office/officeart/2016/7/layout/BasicLinearProcessNumbered"/>
    <dgm:cxn modelId="{0581A277-700A-4ABF-902A-E640289E71DD}" type="presParOf" srcId="{ED7E004E-D557-4D62-AA7D-4D723D764C89}" destId="{E530AED5-250E-4D82-8C3A-31F17E00A724}" srcOrd="4" destOrd="0" presId="urn:microsoft.com/office/officeart/2016/7/layout/BasicLinearProcessNumbered"/>
    <dgm:cxn modelId="{7BFAAEDA-8D8E-46BB-B8C4-8F182F5141FA}" type="presParOf" srcId="{E530AED5-250E-4D82-8C3A-31F17E00A724}" destId="{953080D5-5C16-4F7D-AAC5-D1718088D375}" srcOrd="0" destOrd="0" presId="urn:microsoft.com/office/officeart/2016/7/layout/BasicLinearProcessNumbered"/>
    <dgm:cxn modelId="{7D7FD118-5865-40DB-B8EF-35ADA7ABFFB6}" type="presParOf" srcId="{E530AED5-250E-4D82-8C3A-31F17E00A724}" destId="{3F61BAAF-61FA-43FD-B55A-20BB1AEE098F}" srcOrd="1" destOrd="0" presId="urn:microsoft.com/office/officeart/2016/7/layout/BasicLinearProcessNumbered"/>
    <dgm:cxn modelId="{0EFBA5A8-259B-4E5A-993B-CC6252CA0EA2}" type="presParOf" srcId="{E530AED5-250E-4D82-8C3A-31F17E00A724}" destId="{D4D03C45-DCBB-47D1-BDCB-76A5F506334A}" srcOrd="2" destOrd="0" presId="urn:microsoft.com/office/officeart/2016/7/layout/BasicLinearProcessNumbered"/>
    <dgm:cxn modelId="{DBDFC46F-DDB2-4AF9-A625-CDA0C0DA63ED}" type="presParOf" srcId="{E530AED5-250E-4D82-8C3A-31F17E00A724}" destId="{73450761-B3B6-480E-B7FF-FFE7E8DE9293}" srcOrd="3" destOrd="0" presId="urn:microsoft.com/office/officeart/2016/7/layout/BasicLinearProcessNumbered"/>
    <dgm:cxn modelId="{CF852C8F-B635-4659-87ED-0BB855F28F42}" type="presParOf" srcId="{ED7E004E-D557-4D62-AA7D-4D723D764C89}" destId="{FD668F8C-B607-446A-A654-548D075D3AFE}" srcOrd="5" destOrd="0" presId="urn:microsoft.com/office/officeart/2016/7/layout/BasicLinearProcessNumbered"/>
    <dgm:cxn modelId="{B4AEC72F-92F7-43D7-8B07-D84E0A478995}" type="presParOf" srcId="{ED7E004E-D557-4D62-AA7D-4D723D764C89}" destId="{1DB707BE-E1DE-41AE-BAB6-DF32E7A52EAF}" srcOrd="6" destOrd="0" presId="urn:microsoft.com/office/officeart/2016/7/layout/BasicLinearProcessNumbered"/>
    <dgm:cxn modelId="{D73D1781-E33E-4792-ACE3-677D003899AF}" type="presParOf" srcId="{1DB707BE-E1DE-41AE-BAB6-DF32E7A52EAF}" destId="{10D94A4C-F0DB-4B2F-ABD8-847B22C5B4D5}" srcOrd="0" destOrd="0" presId="urn:microsoft.com/office/officeart/2016/7/layout/BasicLinearProcessNumbered"/>
    <dgm:cxn modelId="{2578507D-47D8-4411-B748-11AE62C3E55E}" type="presParOf" srcId="{1DB707BE-E1DE-41AE-BAB6-DF32E7A52EAF}" destId="{8A3085BF-6E0D-4EE4-B143-560045119DFA}" srcOrd="1" destOrd="0" presId="urn:microsoft.com/office/officeart/2016/7/layout/BasicLinearProcessNumbered"/>
    <dgm:cxn modelId="{73D64FEA-20C4-4992-8279-1FACB3020C0C}" type="presParOf" srcId="{1DB707BE-E1DE-41AE-BAB6-DF32E7A52EAF}" destId="{767BBCE3-AE41-45EA-B09A-1F387C1416D6}" srcOrd="2" destOrd="0" presId="urn:microsoft.com/office/officeart/2016/7/layout/BasicLinearProcessNumbered"/>
    <dgm:cxn modelId="{93278431-03BF-46F2-ABEF-9DA61E24855F}" type="presParOf" srcId="{1DB707BE-E1DE-41AE-BAB6-DF32E7A52EAF}" destId="{8B3F4941-A667-4583-8135-D19C11CF0DA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4AD188D-5331-44B8-9FD4-C73DF04B6163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65BCBA7-2A65-4483-B047-2B42A9B5C73F}">
      <dgm:prSet/>
      <dgm:spPr/>
      <dgm:t>
        <a:bodyPr/>
        <a:lstStyle/>
        <a:p>
          <a:r>
            <a:rPr lang="en-US"/>
            <a:t>“I see your approach.”</a:t>
          </a:r>
        </a:p>
      </dgm:t>
    </dgm:pt>
    <dgm:pt modelId="{73CD7C6C-4A6D-4EBE-BF72-91D7C7CD1FC9}" type="parTrans" cxnId="{0D5A02A2-CBEB-4DBA-BC6C-67B41A54585C}">
      <dgm:prSet/>
      <dgm:spPr/>
      <dgm:t>
        <a:bodyPr/>
        <a:lstStyle/>
        <a:p>
          <a:endParaRPr lang="en-US"/>
        </a:p>
      </dgm:t>
    </dgm:pt>
    <dgm:pt modelId="{F43CDE25-9C1B-4F29-A208-40B7CA05B5FB}" type="sibTrans" cxnId="{0D5A02A2-CBEB-4DBA-BC6C-67B41A54585C}">
      <dgm:prSet/>
      <dgm:spPr/>
      <dgm:t>
        <a:bodyPr/>
        <a:lstStyle/>
        <a:p>
          <a:endParaRPr lang="en-US"/>
        </a:p>
      </dgm:t>
    </dgm:pt>
    <dgm:pt modelId="{A5C67070-0224-43D9-B8B0-1802E03A9B95}">
      <dgm:prSet/>
      <dgm:spPr/>
      <dgm:t>
        <a:bodyPr/>
        <a:lstStyle/>
        <a:p>
          <a:r>
            <a:rPr lang="en-US"/>
            <a:t>“Our shared objective is…”</a:t>
          </a:r>
        </a:p>
      </dgm:t>
    </dgm:pt>
    <dgm:pt modelId="{DAD6AF96-1539-4763-9D60-782099AE8C32}" type="parTrans" cxnId="{6A9835FE-0C69-403C-ACF1-FEF132AC57DB}">
      <dgm:prSet/>
      <dgm:spPr/>
      <dgm:t>
        <a:bodyPr/>
        <a:lstStyle/>
        <a:p>
          <a:endParaRPr lang="en-US"/>
        </a:p>
      </dgm:t>
    </dgm:pt>
    <dgm:pt modelId="{78C7E406-8B31-4D44-9D01-C1C7A0786A2B}" type="sibTrans" cxnId="{6A9835FE-0C69-403C-ACF1-FEF132AC57DB}">
      <dgm:prSet/>
      <dgm:spPr/>
      <dgm:t>
        <a:bodyPr/>
        <a:lstStyle/>
        <a:p>
          <a:endParaRPr lang="en-US"/>
        </a:p>
      </dgm:t>
    </dgm:pt>
    <dgm:pt modelId="{A6CD3403-4C18-4B80-8CE2-A29BED23492F}">
      <dgm:prSet/>
      <dgm:spPr/>
      <dgm:t>
        <a:bodyPr/>
        <a:lstStyle/>
        <a:p>
          <a:r>
            <a:rPr lang="en-US"/>
            <a:t>“My concern is the risk of…”</a:t>
          </a:r>
        </a:p>
      </dgm:t>
    </dgm:pt>
    <dgm:pt modelId="{60943ED3-8FDE-4F7B-B856-F757AD60E203}" type="parTrans" cxnId="{EDA146CA-BB6E-4322-A8D0-FF106EB60207}">
      <dgm:prSet/>
      <dgm:spPr/>
      <dgm:t>
        <a:bodyPr/>
        <a:lstStyle/>
        <a:p>
          <a:endParaRPr lang="en-US"/>
        </a:p>
      </dgm:t>
    </dgm:pt>
    <dgm:pt modelId="{E7A2F28C-22C3-4439-9CC1-E25F11656B97}" type="sibTrans" cxnId="{EDA146CA-BB6E-4322-A8D0-FF106EB60207}">
      <dgm:prSet/>
      <dgm:spPr/>
      <dgm:t>
        <a:bodyPr/>
        <a:lstStyle/>
        <a:p>
          <a:endParaRPr lang="en-US"/>
        </a:p>
      </dgm:t>
    </dgm:pt>
    <dgm:pt modelId="{765C2647-4413-4B4A-88C4-36B833327C81}">
      <dgm:prSet/>
      <dgm:spPr/>
      <dgm:t>
        <a:bodyPr/>
        <a:lstStyle/>
        <a:p>
          <a:r>
            <a:rPr lang="en-US"/>
            <a:t>“Here is the data supporting this view…”</a:t>
          </a:r>
        </a:p>
      </dgm:t>
    </dgm:pt>
    <dgm:pt modelId="{9339BC32-8CC8-4D29-90A6-E232B6A6F3B8}" type="parTrans" cxnId="{A877D344-0BF7-470B-9E4B-0F2FC83A3B7B}">
      <dgm:prSet/>
      <dgm:spPr/>
      <dgm:t>
        <a:bodyPr/>
        <a:lstStyle/>
        <a:p>
          <a:endParaRPr lang="en-US"/>
        </a:p>
      </dgm:t>
    </dgm:pt>
    <dgm:pt modelId="{9FCEC143-FC10-474F-8107-C2E86948BC74}" type="sibTrans" cxnId="{A877D344-0BF7-470B-9E4B-0F2FC83A3B7B}">
      <dgm:prSet/>
      <dgm:spPr/>
      <dgm:t>
        <a:bodyPr/>
        <a:lstStyle/>
        <a:p>
          <a:endParaRPr lang="en-US"/>
        </a:p>
      </dgm:t>
    </dgm:pt>
    <dgm:pt modelId="{8EA68B5B-4A5C-4A20-A8CA-27E4CDE772F0}">
      <dgm:prSet/>
      <dgm:spPr/>
      <dgm:t>
        <a:bodyPr/>
        <a:lstStyle/>
        <a:p>
          <a:r>
            <a:rPr lang="en-US"/>
            <a:t>“Can we combine both approaches?”</a:t>
          </a:r>
        </a:p>
      </dgm:t>
    </dgm:pt>
    <dgm:pt modelId="{2F8A7728-0BBE-42A8-B247-F86BBADB630E}" type="parTrans" cxnId="{DE3C7D80-FEEC-433C-8540-4D048DB9AC4D}">
      <dgm:prSet/>
      <dgm:spPr/>
      <dgm:t>
        <a:bodyPr/>
        <a:lstStyle/>
        <a:p>
          <a:endParaRPr lang="en-US"/>
        </a:p>
      </dgm:t>
    </dgm:pt>
    <dgm:pt modelId="{B813A29C-5EAF-4D57-84A3-2F017DC011F8}" type="sibTrans" cxnId="{DE3C7D80-FEEC-433C-8540-4D048DB9AC4D}">
      <dgm:prSet/>
      <dgm:spPr/>
      <dgm:t>
        <a:bodyPr/>
        <a:lstStyle/>
        <a:p>
          <a:endParaRPr lang="en-US"/>
        </a:p>
      </dgm:t>
    </dgm:pt>
    <dgm:pt modelId="{48436AD3-0D9C-4940-91AE-179247746D57}">
      <dgm:prSet/>
      <dgm:spPr/>
      <dgm:t>
        <a:bodyPr/>
        <a:lstStyle/>
        <a:p>
          <a:r>
            <a:rPr lang="en-US"/>
            <a:t>“Final aligned decision…”</a:t>
          </a:r>
        </a:p>
      </dgm:t>
    </dgm:pt>
    <dgm:pt modelId="{C12D4BF7-5F9E-4E40-9814-C7F3396D3B97}" type="parTrans" cxnId="{D150AAC2-63A6-49AD-B9E6-FAD7091451A7}">
      <dgm:prSet/>
      <dgm:spPr/>
      <dgm:t>
        <a:bodyPr/>
        <a:lstStyle/>
        <a:p>
          <a:endParaRPr lang="en-US"/>
        </a:p>
      </dgm:t>
    </dgm:pt>
    <dgm:pt modelId="{2D619DC2-9675-4E8C-991B-295E6ADE0BF1}" type="sibTrans" cxnId="{D150AAC2-63A6-49AD-B9E6-FAD7091451A7}">
      <dgm:prSet/>
      <dgm:spPr/>
      <dgm:t>
        <a:bodyPr/>
        <a:lstStyle/>
        <a:p>
          <a:endParaRPr lang="en-US"/>
        </a:p>
      </dgm:t>
    </dgm:pt>
    <dgm:pt modelId="{30FE41FB-B974-4131-A461-F3A5B18007A2}" type="pres">
      <dgm:prSet presAssocID="{E4AD188D-5331-44B8-9FD4-C73DF04B6163}" presName="cycle" presStyleCnt="0">
        <dgm:presLayoutVars>
          <dgm:dir/>
          <dgm:resizeHandles val="exact"/>
        </dgm:presLayoutVars>
      </dgm:prSet>
      <dgm:spPr/>
    </dgm:pt>
    <dgm:pt modelId="{FE0870B6-D107-4579-82C8-78AC09A1B9DE}" type="pres">
      <dgm:prSet presAssocID="{565BCBA7-2A65-4483-B047-2B42A9B5C73F}" presName="dummy" presStyleCnt="0"/>
      <dgm:spPr/>
    </dgm:pt>
    <dgm:pt modelId="{1C1E8BCD-8E13-4B2E-9CC8-52842C9E0B31}" type="pres">
      <dgm:prSet presAssocID="{565BCBA7-2A65-4483-B047-2B42A9B5C73F}" presName="node" presStyleLbl="revTx" presStyleIdx="0" presStyleCnt="6">
        <dgm:presLayoutVars>
          <dgm:bulletEnabled val="1"/>
        </dgm:presLayoutVars>
      </dgm:prSet>
      <dgm:spPr/>
    </dgm:pt>
    <dgm:pt modelId="{A06A7CD2-EA06-48EE-A565-A6B79869ED55}" type="pres">
      <dgm:prSet presAssocID="{F43CDE25-9C1B-4F29-A208-40B7CA05B5FB}" presName="sibTrans" presStyleLbl="node1" presStyleIdx="0" presStyleCnt="6"/>
      <dgm:spPr/>
    </dgm:pt>
    <dgm:pt modelId="{1134FDBF-E341-4F9A-AC9E-570BCB87C5F6}" type="pres">
      <dgm:prSet presAssocID="{A5C67070-0224-43D9-B8B0-1802E03A9B95}" presName="dummy" presStyleCnt="0"/>
      <dgm:spPr/>
    </dgm:pt>
    <dgm:pt modelId="{8601FC4A-09BC-49EB-818A-D31A81675318}" type="pres">
      <dgm:prSet presAssocID="{A5C67070-0224-43D9-B8B0-1802E03A9B95}" presName="node" presStyleLbl="revTx" presStyleIdx="1" presStyleCnt="6">
        <dgm:presLayoutVars>
          <dgm:bulletEnabled val="1"/>
        </dgm:presLayoutVars>
      </dgm:prSet>
      <dgm:spPr/>
    </dgm:pt>
    <dgm:pt modelId="{3ABD6542-CF89-4036-A3D2-99631E7F71A7}" type="pres">
      <dgm:prSet presAssocID="{78C7E406-8B31-4D44-9D01-C1C7A0786A2B}" presName="sibTrans" presStyleLbl="node1" presStyleIdx="1" presStyleCnt="6"/>
      <dgm:spPr/>
    </dgm:pt>
    <dgm:pt modelId="{755FD844-4374-43CE-B801-330AB11406BA}" type="pres">
      <dgm:prSet presAssocID="{A6CD3403-4C18-4B80-8CE2-A29BED23492F}" presName="dummy" presStyleCnt="0"/>
      <dgm:spPr/>
    </dgm:pt>
    <dgm:pt modelId="{A6EB6DFD-0111-47C5-AED3-79122A771D3E}" type="pres">
      <dgm:prSet presAssocID="{A6CD3403-4C18-4B80-8CE2-A29BED23492F}" presName="node" presStyleLbl="revTx" presStyleIdx="2" presStyleCnt="6">
        <dgm:presLayoutVars>
          <dgm:bulletEnabled val="1"/>
        </dgm:presLayoutVars>
      </dgm:prSet>
      <dgm:spPr/>
    </dgm:pt>
    <dgm:pt modelId="{45A46C70-5247-4DE1-8D0F-5002E30FEC43}" type="pres">
      <dgm:prSet presAssocID="{E7A2F28C-22C3-4439-9CC1-E25F11656B97}" presName="sibTrans" presStyleLbl="node1" presStyleIdx="2" presStyleCnt="6"/>
      <dgm:spPr/>
    </dgm:pt>
    <dgm:pt modelId="{D2C454C6-999B-46B7-A22E-CF8D0EFD8255}" type="pres">
      <dgm:prSet presAssocID="{765C2647-4413-4B4A-88C4-36B833327C81}" presName="dummy" presStyleCnt="0"/>
      <dgm:spPr/>
    </dgm:pt>
    <dgm:pt modelId="{46207805-5C2B-467E-B41D-167735E13CD3}" type="pres">
      <dgm:prSet presAssocID="{765C2647-4413-4B4A-88C4-36B833327C81}" presName="node" presStyleLbl="revTx" presStyleIdx="3" presStyleCnt="6">
        <dgm:presLayoutVars>
          <dgm:bulletEnabled val="1"/>
        </dgm:presLayoutVars>
      </dgm:prSet>
      <dgm:spPr/>
    </dgm:pt>
    <dgm:pt modelId="{0A0967B2-1ED4-41DC-ACDB-2BAE53AF80AD}" type="pres">
      <dgm:prSet presAssocID="{9FCEC143-FC10-474F-8107-C2E86948BC74}" presName="sibTrans" presStyleLbl="node1" presStyleIdx="3" presStyleCnt="6"/>
      <dgm:spPr/>
    </dgm:pt>
    <dgm:pt modelId="{EAF440A8-977D-4D96-8DDB-CB30B2A178C1}" type="pres">
      <dgm:prSet presAssocID="{8EA68B5B-4A5C-4A20-A8CA-27E4CDE772F0}" presName="dummy" presStyleCnt="0"/>
      <dgm:spPr/>
    </dgm:pt>
    <dgm:pt modelId="{E4F55FE3-42AA-4A99-AC38-B2ABFA2F881C}" type="pres">
      <dgm:prSet presAssocID="{8EA68B5B-4A5C-4A20-A8CA-27E4CDE772F0}" presName="node" presStyleLbl="revTx" presStyleIdx="4" presStyleCnt="6">
        <dgm:presLayoutVars>
          <dgm:bulletEnabled val="1"/>
        </dgm:presLayoutVars>
      </dgm:prSet>
      <dgm:spPr/>
    </dgm:pt>
    <dgm:pt modelId="{121E8211-809F-4928-9E6B-38C44F9286BE}" type="pres">
      <dgm:prSet presAssocID="{B813A29C-5EAF-4D57-84A3-2F017DC011F8}" presName="sibTrans" presStyleLbl="node1" presStyleIdx="4" presStyleCnt="6"/>
      <dgm:spPr/>
    </dgm:pt>
    <dgm:pt modelId="{6C3E5746-4C62-4D7E-97E5-823D2F20A444}" type="pres">
      <dgm:prSet presAssocID="{48436AD3-0D9C-4940-91AE-179247746D57}" presName="dummy" presStyleCnt="0"/>
      <dgm:spPr/>
    </dgm:pt>
    <dgm:pt modelId="{AFA34928-EE1D-45F3-B8C2-E218A267BEEE}" type="pres">
      <dgm:prSet presAssocID="{48436AD3-0D9C-4940-91AE-179247746D57}" presName="node" presStyleLbl="revTx" presStyleIdx="5" presStyleCnt="6">
        <dgm:presLayoutVars>
          <dgm:bulletEnabled val="1"/>
        </dgm:presLayoutVars>
      </dgm:prSet>
      <dgm:spPr/>
    </dgm:pt>
    <dgm:pt modelId="{AD7FFBD2-7341-404F-B889-B22C980473CC}" type="pres">
      <dgm:prSet presAssocID="{2D619DC2-9675-4E8C-991B-295E6ADE0BF1}" presName="sibTrans" presStyleLbl="node1" presStyleIdx="5" presStyleCnt="6"/>
      <dgm:spPr/>
    </dgm:pt>
  </dgm:ptLst>
  <dgm:cxnLst>
    <dgm:cxn modelId="{4A387B17-B085-4C59-A55B-B89633501E43}" type="presOf" srcId="{A6CD3403-4C18-4B80-8CE2-A29BED23492F}" destId="{A6EB6DFD-0111-47C5-AED3-79122A771D3E}" srcOrd="0" destOrd="0" presId="urn:microsoft.com/office/officeart/2005/8/layout/cycle1"/>
    <dgm:cxn modelId="{A6C1F426-E09D-46EE-912D-2097A1B09D63}" type="presOf" srcId="{2D619DC2-9675-4E8C-991B-295E6ADE0BF1}" destId="{AD7FFBD2-7341-404F-B889-B22C980473CC}" srcOrd="0" destOrd="0" presId="urn:microsoft.com/office/officeart/2005/8/layout/cycle1"/>
    <dgm:cxn modelId="{53F6BC3B-0DB4-4FB7-85E3-5078B43FBCD5}" type="presOf" srcId="{765C2647-4413-4B4A-88C4-36B833327C81}" destId="{46207805-5C2B-467E-B41D-167735E13CD3}" srcOrd="0" destOrd="0" presId="urn:microsoft.com/office/officeart/2005/8/layout/cycle1"/>
    <dgm:cxn modelId="{A877D344-0BF7-470B-9E4B-0F2FC83A3B7B}" srcId="{E4AD188D-5331-44B8-9FD4-C73DF04B6163}" destId="{765C2647-4413-4B4A-88C4-36B833327C81}" srcOrd="3" destOrd="0" parTransId="{9339BC32-8CC8-4D29-90A6-E232B6A6F3B8}" sibTransId="{9FCEC143-FC10-474F-8107-C2E86948BC74}"/>
    <dgm:cxn modelId="{0E0FFA67-D041-4A27-AAD2-FB567869A382}" type="presOf" srcId="{E7A2F28C-22C3-4439-9CC1-E25F11656B97}" destId="{45A46C70-5247-4DE1-8D0F-5002E30FEC43}" srcOrd="0" destOrd="0" presId="urn:microsoft.com/office/officeart/2005/8/layout/cycle1"/>
    <dgm:cxn modelId="{0554CF54-36AA-46A4-ABCC-CC073F737444}" type="presOf" srcId="{8EA68B5B-4A5C-4A20-A8CA-27E4CDE772F0}" destId="{E4F55FE3-42AA-4A99-AC38-B2ABFA2F881C}" srcOrd="0" destOrd="0" presId="urn:microsoft.com/office/officeart/2005/8/layout/cycle1"/>
    <dgm:cxn modelId="{DE3C7D80-FEEC-433C-8540-4D048DB9AC4D}" srcId="{E4AD188D-5331-44B8-9FD4-C73DF04B6163}" destId="{8EA68B5B-4A5C-4A20-A8CA-27E4CDE772F0}" srcOrd="4" destOrd="0" parTransId="{2F8A7728-0BBE-42A8-B247-F86BBADB630E}" sibTransId="{B813A29C-5EAF-4D57-84A3-2F017DC011F8}"/>
    <dgm:cxn modelId="{C0B76A9E-4297-4022-936D-5B9AEB472D6C}" type="presOf" srcId="{B813A29C-5EAF-4D57-84A3-2F017DC011F8}" destId="{121E8211-809F-4928-9E6B-38C44F9286BE}" srcOrd="0" destOrd="0" presId="urn:microsoft.com/office/officeart/2005/8/layout/cycle1"/>
    <dgm:cxn modelId="{D6477FA1-3C8D-4470-8076-4634E9BCE51B}" type="presOf" srcId="{F43CDE25-9C1B-4F29-A208-40B7CA05B5FB}" destId="{A06A7CD2-EA06-48EE-A565-A6B79869ED55}" srcOrd="0" destOrd="0" presId="urn:microsoft.com/office/officeart/2005/8/layout/cycle1"/>
    <dgm:cxn modelId="{0D5A02A2-CBEB-4DBA-BC6C-67B41A54585C}" srcId="{E4AD188D-5331-44B8-9FD4-C73DF04B6163}" destId="{565BCBA7-2A65-4483-B047-2B42A9B5C73F}" srcOrd="0" destOrd="0" parTransId="{73CD7C6C-4A6D-4EBE-BF72-91D7C7CD1FC9}" sibTransId="{F43CDE25-9C1B-4F29-A208-40B7CA05B5FB}"/>
    <dgm:cxn modelId="{F7DF9AAB-E059-49C3-B459-F9FE053DC63D}" type="presOf" srcId="{565BCBA7-2A65-4483-B047-2B42A9B5C73F}" destId="{1C1E8BCD-8E13-4B2E-9CC8-52842C9E0B31}" srcOrd="0" destOrd="0" presId="urn:microsoft.com/office/officeart/2005/8/layout/cycle1"/>
    <dgm:cxn modelId="{B38BA7B1-03F3-497A-A73A-0AA948DE8269}" type="presOf" srcId="{78C7E406-8B31-4D44-9D01-C1C7A0786A2B}" destId="{3ABD6542-CF89-4036-A3D2-99631E7F71A7}" srcOrd="0" destOrd="0" presId="urn:microsoft.com/office/officeart/2005/8/layout/cycle1"/>
    <dgm:cxn modelId="{D150AAC2-63A6-49AD-B9E6-FAD7091451A7}" srcId="{E4AD188D-5331-44B8-9FD4-C73DF04B6163}" destId="{48436AD3-0D9C-4940-91AE-179247746D57}" srcOrd="5" destOrd="0" parTransId="{C12D4BF7-5F9E-4E40-9814-C7F3396D3B97}" sibTransId="{2D619DC2-9675-4E8C-991B-295E6ADE0BF1}"/>
    <dgm:cxn modelId="{EDA146CA-BB6E-4322-A8D0-FF106EB60207}" srcId="{E4AD188D-5331-44B8-9FD4-C73DF04B6163}" destId="{A6CD3403-4C18-4B80-8CE2-A29BED23492F}" srcOrd="2" destOrd="0" parTransId="{60943ED3-8FDE-4F7B-B856-F757AD60E203}" sibTransId="{E7A2F28C-22C3-4439-9CC1-E25F11656B97}"/>
    <dgm:cxn modelId="{E70720CC-6ED2-4FA5-9F5F-293CA308EC0F}" type="presOf" srcId="{48436AD3-0D9C-4940-91AE-179247746D57}" destId="{AFA34928-EE1D-45F3-B8C2-E218A267BEEE}" srcOrd="0" destOrd="0" presId="urn:microsoft.com/office/officeart/2005/8/layout/cycle1"/>
    <dgm:cxn modelId="{79639FDE-236E-4A4B-9C78-00E6AA64D81D}" type="presOf" srcId="{A5C67070-0224-43D9-B8B0-1802E03A9B95}" destId="{8601FC4A-09BC-49EB-818A-D31A81675318}" srcOrd="0" destOrd="0" presId="urn:microsoft.com/office/officeart/2005/8/layout/cycle1"/>
    <dgm:cxn modelId="{2FF21CE1-C301-4D3D-AEB4-969D6D9CAA48}" type="presOf" srcId="{9FCEC143-FC10-474F-8107-C2E86948BC74}" destId="{0A0967B2-1ED4-41DC-ACDB-2BAE53AF80AD}" srcOrd="0" destOrd="0" presId="urn:microsoft.com/office/officeart/2005/8/layout/cycle1"/>
    <dgm:cxn modelId="{586B2CE3-9A0B-4B1C-BEFB-189579A199C0}" type="presOf" srcId="{E4AD188D-5331-44B8-9FD4-C73DF04B6163}" destId="{30FE41FB-B974-4131-A461-F3A5B18007A2}" srcOrd="0" destOrd="0" presId="urn:microsoft.com/office/officeart/2005/8/layout/cycle1"/>
    <dgm:cxn modelId="{6A9835FE-0C69-403C-ACF1-FEF132AC57DB}" srcId="{E4AD188D-5331-44B8-9FD4-C73DF04B6163}" destId="{A5C67070-0224-43D9-B8B0-1802E03A9B95}" srcOrd="1" destOrd="0" parTransId="{DAD6AF96-1539-4763-9D60-782099AE8C32}" sibTransId="{78C7E406-8B31-4D44-9D01-C1C7A0786A2B}"/>
    <dgm:cxn modelId="{D13FA921-80EC-46A9-941F-C4137B38BA2E}" type="presParOf" srcId="{30FE41FB-B974-4131-A461-F3A5B18007A2}" destId="{FE0870B6-D107-4579-82C8-78AC09A1B9DE}" srcOrd="0" destOrd="0" presId="urn:microsoft.com/office/officeart/2005/8/layout/cycle1"/>
    <dgm:cxn modelId="{5B63FDE1-1B68-4DD4-B84A-12AE537D55DB}" type="presParOf" srcId="{30FE41FB-B974-4131-A461-F3A5B18007A2}" destId="{1C1E8BCD-8E13-4B2E-9CC8-52842C9E0B31}" srcOrd="1" destOrd="0" presId="urn:microsoft.com/office/officeart/2005/8/layout/cycle1"/>
    <dgm:cxn modelId="{BCA9F8A3-0DE9-49E6-A820-A657F1CB9FBF}" type="presParOf" srcId="{30FE41FB-B974-4131-A461-F3A5B18007A2}" destId="{A06A7CD2-EA06-48EE-A565-A6B79869ED55}" srcOrd="2" destOrd="0" presId="urn:microsoft.com/office/officeart/2005/8/layout/cycle1"/>
    <dgm:cxn modelId="{DB9EE75C-0343-4A9B-BCE3-407CED340B64}" type="presParOf" srcId="{30FE41FB-B974-4131-A461-F3A5B18007A2}" destId="{1134FDBF-E341-4F9A-AC9E-570BCB87C5F6}" srcOrd="3" destOrd="0" presId="urn:microsoft.com/office/officeart/2005/8/layout/cycle1"/>
    <dgm:cxn modelId="{E8FC8880-19CF-475C-A3AD-107A6542708F}" type="presParOf" srcId="{30FE41FB-B974-4131-A461-F3A5B18007A2}" destId="{8601FC4A-09BC-49EB-818A-D31A81675318}" srcOrd="4" destOrd="0" presId="urn:microsoft.com/office/officeart/2005/8/layout/cycle1"/>
    <dgm:cxn modelId="{DC6411A6-FBB7-4A99-A80D-2A1B7CF88AAF}" type="presParOf" srcId="{30FE41FB-B974-4131-A461-F3A5B18007A2}" destId="{3ABD6542-CF89-4036-A3D2-99631E7F71A7}" srcOrd="5" destOrd="0" presId="urn:microsoft.com/office/officeart/2005/8/layout/cycle1"/>
    <dgm:cxn modelId="{42193B5C-3DD8-44EB-8B0A-4FA67A3E0100}" type="presParOf" srcId="{30FE41FB-B974-4131-A461-F3A5B18007A2}" destId="{755FD844-4374-43CE-B801-330AB11406BA}" srcOrd="6" destOrd="0" presId="urn:microsoft.com/office/officeart/2005/8/layout/cycle1"/>
    <dgm:cxn modelId="{AD668FE1-5841-418E-A71F-84B441CBF9E5}" type="presParOf" srcId="{30FE41FB-B974-4131-A461-F3A5B18007A2}" destId="{A6EB6DFD-0111-47C5-AED3-79122A771D3E}" srcOrd="7" destOrd="0" presId="urn:microsoft.com/office/officeart/2005/8/layout/cycle1"/>
    <dgm:cxn modelId="{40EE97BF-14E9-4A0C-A4F4-EC030538B8CE}" type="presParOf" srcId="{30FE41FB-B974-4131-A461-F3A5B18007A2}" destId="{45A46C70-5247-4DE1-8D0F-5002E30FEC43}" srcOrd="8" destOrd="0" presId="urn:microsoft.com/office/officeart/2005/8/layout/cycle1"/>
    <dgm:cxn modelId="{3ED22863-C10F-4FF0-AC7B-4B09501226AB}" type="presParOf" srcId="{30FE41FB-B974-4131-A461-F3A5B18007A2}" destId="{D2C454C6-999B-46B7-A22E-CF8D0EFD8255}" srcOrd="9" destOrd="0" presId="urn:microsoft.com/office/officeart/2005/8/layout/cycle1"/>
    <dgm:cxn modelId="{C9812FEA-F24A-4D0F-93D2-49ECC62B7DEA}" type="presParOf" srcId="{30FE41FB-B974-4131-A461-F3A5B18007A2}" destId="{46207805-5C2B-467E-B41D-167735E13CD3}" srcOrd="10" destOrd="0" presId="urn:microsoft.com/office/officeart/2005/8/layout/cycle1"/>
    <dgm:cxn modelId="{6A6153A6-CC5F-4014-B6C8-BC9FC872E775}" type="presParOf" srcId="{30FE41FB-B974-4131-A461-F3A5B18007A2}" destId="{0A0967B2-1ED4-41DC-ACDB-2BAE53AF80AD}" srcOrd="11" destOrd="0" presId="urn:microsoft.com/office/officeart/2005/8/layout/cycle1"/>
    <dgm:cxn modelId="{C003C660-7270-46CF-9CBF-B750F18C4422}" type="presParOf" srcId="{30FE41FB-B974-4131-A461-F3A5B18007A2}" destId="{EAF440A8-977D-4D96-8DDB-CB30B2A178C1}" srcOrd="12" destOrd="0" presId="urn:microsoft.com/office/officeart/2005/8/layout/cycle1"/>
    <dgm:cxn modelId="{9A64BF5D-9BEA-498B-9AE3-4A6A4EBEB6BA}" type="presParOf" srcId="{30FE41FB-B974-4131-A461-F3A5B18007A2}" destId="{E4F55FE3-42AA-4A99-AC38-B2ABFA2F881C}" srcOrd="13" destOrd="0" presId="urn:microsoft.com/office/officeart/2005/8/layout/cycle1"/>
    <dgm:cxn modelId="{82F09A1E-4802-4ED2-83BE-6299A0587F07}" type="presParOf" srcId="{30FE41FB-B974-4131-A461-F3A5B18007A2}" destId="{121E8211-809F-4928-9E6B-38C44F9286BE}" srcOrd="14" destOrd="0" presId="urn:microsoft.com/office/officeart/2005/8/layout/cycle1"/>
    <dgm:cxn modelId="{7B356082-5F13-4FB4-825F-6248D52C74A2}" type="presParOf" srcId="{30FE41FB-B974-4131-A461-F3A5B18007A2}" destId="{6C3E5746-4C62-4D7E-97E5-823D2F20A444}" srcOrd="15" destOrd="0" presId="urn:microsoft.com/office/officeart/2005/8/layout/cycle1"/>
    <dgm:cxn modelId="{0CE402A9-4DC9-4608-8BC5-8CF8E06B9B35}" type="presParOf" srcId="{30FE41FB-B974-4131-A461-F3A5B18007A2}" destId="{AFA34928-EE1D-45F3-B8C2-E218A267BEEE}" srcOrd="16" destOrd="0" presId="urn:microsoft.com/office/officeart/2005/8/layout/cycle1"/>
    <dgm:cxn modelId="{D084D88F-AE51-4941-9E64-53FF4AA65EE0}" type="presParOf" srcId="{30FE41FB-B974-4131-A461-F3A5B18007A2}" destId="{AD7FFBD2-7341-404F-B889-B22C980473CC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98BBFF8-2E79-40D7-907A-488D68BB281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1CD28B-77C7-4CAA-8B5F-EF0A2CC4B1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“Based on current data, risk level is…”</a:t>
          </a:r>
        </a:p>
      </dgm:t>
    </dgm:pt>
    <dgm:pt modelId="{A96052A5-9844-4018-9630-DAEAA34A850C}" type="parTrans" cxnId="{7D4DE0DE-3FD7-4EFE-B4C4-07906A9B6D9A}">
      <dgm:prSet/>
      <dgm:spPr/>
      <dgm:t>
        <a:bodyPr/>
        <a:lstStyle/>
        <a:p>
          <a:endParaRPr lang="en-US"/>
        </a:p>
      </dgm:t>
    </dgm:pt>
    <dgm:pt modelId="{51536655-343E-4C8D-AC98-41F1EF1FF87B}" type="sibTrans" cxnId="{7D4DE0DE-3FD7-4EFE-B4C4-07906A9B6D9A}">
      <dgm:prSet/>
      <dgm:spPr/>
      <dgm:t>
        <a:bodyPr/>
        <a:lstStyle/>
        <a:p>
          <a:endParaRPr lang="en-US"/>
        </a:p>
      </dgm:t>
    </dgm:pt>
    <dgm:pt modelId="{B9AEB144-A6AB-4AD5-B6B0-6B6524A667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“Potential business impact includes…”</a:t>
          </a:r>
        </a:p>
      </dgm:t>
    </dgm:pt>
    <dgm:pt modelId="{EA1B3F7B-32E2-40A5-93B2-05A871EBA82D}" type="parTrans" cxnId="{A66188BA-B1F8-4143-AF05-79EF6C2BAF4E}">
      <dgm:prSet/>
      <dgm:spPr/>
      <dgm:t>
        <a:bodyPr/>
        <a:lstStyle/>
        <a:p>
          <a:endParaRPr lang="en-US"/>
        </a:p>
      </dgm:t>
    </dgm:pt>
    <dgm:pt modelId="{71C59510-45DE-4CF1-AD86-E72A5852732B}" type="sibTrans" cxnId="{A66188BA-B1F8-4143-AF05-79EF6C2BAF4E}">
      <dgm:prSet/>
      <dgm:spPr/>
      <dgm:t>
        <a:bodyPr/>
        <a:lstStyle/>
        <a:p>
          <a:endParaRPr lang="en-US"/>
        </a:p>
      </dgm:t>
    </dgm:pt>
    <dgm:pt modelId="{07C88992-2ABF-436B-8FE4-5795F5D24B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“Recommended option…”</a:t>
          </a:r>
        </a:p>
      </dgm:t>
    </dgm:pt>
    <dgm:pt modelId="{89C8ED19-7522-4168-8E70-EC4911BA860C}" type="parTrans" cxnId="{CE73EEDB-1956-45A3-8A23-FF1D72FD8EA2}">
      <dgm:prSet/>
      <dgm:spPr/>
      <dgm:t>
        <a:bodyPr/>
        <a:lstStyle/>
        <a:p>
          <a:endParaRPr lang="en-US"/>
        </a:p>
      </dgm:t>
    </dgm:pt>
    <dgm:pt modelId="{CA515EE3-5A96-49D8-9FE6-8EBD191127CB}" type="sibTrans" cxnId="{CE73EEDB-1956-45A3-8A23-FF1D72FD8EA2}">
      <dgm:prSet/>
      <dgm:spPr/>
      <dgm:t>
        <a:bodyPr/>
        <a:lstStyle/>
        <a:p>
          <a:endParaRPr lang="en-US"/>
        </a:p>
      </dgm:t>
    </dgm:pt>
    <dgm:pt modelId="{98271F5E-E955-4946-A1AA-EEF73ED810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“Alternative options…”</a:t>
          </a:r>
        </a:p>
      </dgm:t>
    </dgm:pt>
    <dgm:pt modelId="{484E9EAF-0DB8-4188-9B10-D183EB54A880}" type="parTrans" cxnId="{B751C00F-3F09-4C26-AC56-C829568C42ED}">
      <dgm:prSet/>
      <dgm:spPr/>
      <dgm:t>
        <a:bodyPr/>
        <a:lstStyle/>
        <a:p>
          <a:endParaRPr lang="en-US"/>
        </a:p>
      </dgm:t>
    </dgm:pt>
    <dgm:pt modelId="{8CAEC71E-3F77-42F8-A38C-EF20F76B76FB}" type="sibTrans" cxnId="{B751C00F-3F09-4C26-AC56-C829568C42ED}">
      <dgm:prSet/>
      <dgm:spPr/>
      <dgm:t>
        <a:bodyPr/>
        <a:lstStyle/>
        <a:p>
          <a:endParaRPr lang="en-US"/>
        </a:p>
      </dgm:t>
    </dgm:pt>
    <dgm:pt modelId="{1510522D-89DB-4706-ACFF-A9AFAC237E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“Decision needed…”</a:t>
          </a:r>
        </a:p>
      </dgm:t>
    </dgm:pt>
    <dgm:pt modelId="{89685D3A-BAAA-4D8D-94EA-3CD116302551}" type="parTrans" cxnId="{51BF88F8-D3E3-43C6-AB05-B0C3BC5C1E3E}">
      <dgm:prSet/>
      <dgm:spPr/>
      <dgm:t>
        <a:bodyPr/>
        <a:lstStyle/>
        <a:p>
          <a:endParaRPr lang="en-US"/>
        </a:p>
      </dgm:t>
    </dgm:pt>
    <dgm:pt modelId="{95672C0A-A393-4F12-98C2-D1BA9E0DB65C}" type="sibTrans" cxnId="{51BF88F8-D3E3-43C6-AB05-B0C3BC5C1E3E}">
      <dgm:prSet/>
      <dgm:spPr/>
      <dgm:t>
        <a:bodyPr/>
        <a:lstStyle/>
        <a:p>
          <a:endParaRPr lang="en-US"/>
        </a:p>
      </dgm:t>
    </dgm:pt>
    <dgm:pt modelId="{8B572A4C-BE24-496B-B1AA-0203A66FCD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“Understood — proceeding with direction.”</a:t>
          </a:r>
        </a:p>
      </dgm:t>
    </dgm:pt>
    <dgm:pt modelId="{CA08687D-FE6F-41E3-B232-04BB72349EBF}" type="parTrans" cxnId="{C0E693C9-8B54-4F98-A3F0-508AD834BFF5}">
      <dgm:prSet/>
      <dgm:spPr/>
      <dgm:t>
        <a:bodyPr/>
        <a:lstStyle/>
        <a:p>
          <a:endParaRPr lang="en-US"/>
        </a:p>
      </dgm:t>
    </dgm:pt>
    <dgm:pt modelId="{95904648-AFBF-4692-95E3-BE469FAB4A5C}" type="sibTrans" cxnId="{C0E693C9-8B54-4F98-A3F0-508AD834BFF5}">
      <dgm:prSet/>
      <dgm:spPr/>
      <dgm:t>
        <a:bodyPr/>
        <a:lstStyle/>
        <a:p>
          <a:endParaRPr lang="en-US"/>
        </a:p>
      </dgm:t>
    </dgm:pt>
    <dgm:pt modelId="{EDFAA8FB-B27D-4D4E-ACE2-9762C660FD6B}" type="pres">
      <dgm:prSet presAssocID="{398BBFF8-2E79-40D7-907A-488D68BB281C}" presName="root" presStyleCnt="0">
        <dgm:presLayoutVars>
          <dgm:dir/>
          <dgm:resizeHandles val="exact"/>
        </dgm:presLayoutVars>
      </dgm:prSet>
      <dgm:spPr/>
    </dgm:pt>
    <dgm:pt modelId="{307EE913-68DF-4A6C-BA8A-932F042D9CC9}" type="pres">
      <dgm:prSet presAssocID="{431CD28B-77C7-4CAA-8B5F-EF0A2CC4B1F5}" presName="compNode" presStyleCnt="0"/>
      <dgm:spPr/>
    </dgm:pt>
    <dgm:pt modelId="{770652CD-76A7-4F1C-B8C0-436D5502051D}" type="pres">
      <dgm:prSet presAssocID="{431CD28B-77C7-4CAA-8B5F-EF0A2CC4B1F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08397240-CF92-47E3-A228-E5F8810121C8}" type="pres">
      <dgm:prSet presAssocID="{431CD28B-77C7-4CAA-8B5F-EF0A2CC4B1F5}" presName="spaceRect" presStyleCnt="0"/>
      <dgm:spPr/>
    </dgm:pt>
    <dgm:pt modelId="{050D91B0-B4D7-41F4-86BA-58708C443F36}" type="pres">
      <dgm:prSet presAssocID="{431CD28B-77C7-4CAA-8B5F-EF0A2CC4B1F5}" presName="textRect" presStyleLbl="revTx" presStyleIdx="0" presStyleCnt="6">
        <dgm:presLayoutVars>
          <dgm:chMax val="1"/>
          <dgm:chPref val="1"/>
        </dgm:presLayoutVars>
      </dgm:prSet>
      <dgm:spPr/>
    </dgm:pt>
    <dgm:pt modelId="{7182F036-BB03-4D10-A943-9A62B9A66C6D}" type="pres">
      <dgm:prSet presAssocID="{51536655-343E-4C8D-AC98-41F1EF1FF87B}" presName="sibTrans" presStyleCnt="0"/>
      <dgm:spPr/>
    </dgm:pt>
    <dgm:pt modelId="{3D163554-4F87-44EC-96FB-DBA608F61B6B}" type="pres">
      <dgm:prSet presAssocID="{B9AEB144-A6AB-4AD5-B6B0-6B6524A66721}" presName="compNode" presStyleCnt="0"/>
      <dgm:spPr/>
    </dgm:pt>
    <dgm:pt modelId="{E5DF89DC-D0A0-4B4E-B642-A60AB3CCE81A}" type="pres">
      <dgm:prSet presAssocID="{B9AEB144-A6AB-4AD5-B6B0-6B6524A6672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706B0342-3915-4516-B850-004ABCEEAFA2}" type="pres">
      <dgm:prSet presAssocID="{B9AEB144-A6AB-4AD5-B6B0-6B6524A66721}" presName="spaceRect" presStyleCnt="0"/>
      <dgm:spPr/>
    </dgm:pt>
    <dgm:pt modelId="{0BE9BA06-857A-4698-AA13-E2AE28AC0978}" type="pres">
      <dgm:prSet presAssocID="{B9AEB144-A6AB-4AD5-B6B0-6B6524A66721}" presName="textRect" presStyleLbl="revTx" presStyleIdx="1" presStyleCnt="6">
        <dgm:presLayoutVars>
          <dgm:chMax val="1"/>
          <dgm:chPref val="1"/>
        </dgm:presLayoutVars>
      </dgm:prSet>
      <dgm:spPr/>
    </dgm:pt>
    <dgm:pt modelId="{06011759-E80F-40A1-A040-3AB9AF9F1E4D}" type="pres">
      <dgm:prSet presAssocID="{71C59510-45DE-4CF1-AD86-E72A5852732B}" presName="sibTrans" presStyleCnt="0"/>
      <dgm:spPr/>
    </dgm:pt>
    <dgm:pt modelId="{8BDB4230-B0C1-42EC-831C-D02B1D271887}" type="pres">
      <dgm:prSet presAssocID="{07C88992-2ABF-436B-8FE4-5795F5D24B00}" presName="compNode" presStyleCnt="0"/>
      <dgm:spPr/>
    </dgm:pt>
    <dgm:pt modelId="{9EF6A6B6-1843-4BDF-A8C7-0752C2D29F53}" type="pres">
      <dgm:prSet presAssocID="{07C88992-2ABF-436B-8FE4-5795F5D24B0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ffic cone"/>
        </a:ext>
      </dgm:extLst>
    </dgm:pt>
    <dgm:pt modelId="{C749332B-BB7B-4A1D-BA16-34F4B3258957}" type="pres">
      <dgm:prSet presAssocID="{07C88992-2ABF-436B-8FE4-5795F5D24B00}" presName="spaceRect" presStyleCnt="0"/>
      <dgm:spPr/>
    </dgm:pt>
    <dgm:pt modelId="{1C9829AB-6BEF-4371-8791-37721AC6C4C5}" type="pres">
      <dgm:prSet presAssocID="{07C88992-2ABF-436B-8FE4-5795F5D24B00}" presName="textRect" presStyleLbl="revTx" presStyleIdx="2" presStyleCnt="6">
        <dgm:presLayoutVars>
          <dgm:chMax val="1"/>
          <dgm:chPref val="1"/>
        </dgm:presLayoutVars>
      </dgm:prSet>
      <dgm:spPr/>
    </dgm:pt>
    <dgm:pt modelId="{A1C891B9-EA30-44F1-BAE0-F209567BBAA8}" type="pres">
      <dgm:prSet presAssocID="{CA515EE3-5A96-49D8-9FE6-8EBD191127CB}" presName="sibTrans" presStyleCnt="0"/>
      <dgm:spPr/>
    </dgm:pt>
    <dgm:pt modelId="{4B611EE6-2AF5-431A-9B3E-56C76735B0D6}" type="pres">
      <dgm:prSet presAssocID="{98271F5E-E955-4946-A1AA-EEF73ED810F4}" presName="compNode" presStyleCnt="0"/>
      <dgm:spPr/>
    </dgm:pt>
    <dgm:pt modelId="{903D7B30-2C8C-4623-9D18-665F6F2FBC6A}" type="pres">
      <dgm:prSet presAssocID="{98271F5E-E955-4946-A1AA-EEF73ED810F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CC3E48EF-490D-4319-8552-81AEF7B5D8A8}" type="pres">
      <dgm:prSet presAssocID="{98271F5E-E955-4946-A1AA-EEF73ED810F4}" presName="spaceRect" presStyleCnt="0"/>
      <dgm:spPr/>
    </dgm:pt>
    <dgm:pt modelId="{239F174E-F903-46DA-B79A-5B626B189284}" type="pres">
      <dgm:prSet presAssocID="{98271F5E-E955-4946-A1AA-EEF73ED810F4}" presName="textRect" presStyleLbl="revTx" presStyleIdx="3" presStyleCnt="6">
        <dgm:presLayoutVars>
          <dgm:chMax val="1"/>
          <dgm:chPref val="1"/>
        </dgm:presLayoutVars>
      </dgm:prSet>
      <dgm:spPr/>
    </dgm:pt>
    <dgm:pt modelId="{6B98D479-3E68-4054-9DEB-3356808995D0}" type="pres">
      <dgm:prSet presAssocID="{8CAEC71E-3F77-42F8-A38C-EF20F76B76FB}" presName="sibTrans" presStyleCnt="0"/>
      <dgm:spPr/>
    </dgm:pt>
    <dgm:pt modelId="{37BF6770-C09E-4516-87CD-0227B964CB2D}" type="pres">
      <dgm:prSet presAssocID="{1510522D-89DB-4706-ACFF-A9AFAC237E0C}" presName="compNode" presStyleCnt="0"/>
      <dgm:spPr/>
    </dgm:pt>
    <dgm:pt modelId="{F9C12E1E-1C51-473A-A7C9-9287D9AE018E}" type="pres">
      <dgm:prSet presAssocID="{1510522D-89DB-4706-ACFF-A9AFAC237E0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57D3401E-3B36-44A6-8931-5C13AD754479}" type="pres">
      <dgm:prSet presAssocID="{1510522D-89DB-4706-ACFF-A9AFAC237E0C}" presName="spaceRect" presStyleCnt="0"/>
      <dgm:spPr/>
    </dgm:pt>
    <dgm:pt modelId="{5156CDDB-DBDD-4E60-904D-129077CFF006}" type="pres">
      <dgm:prSet presAssocID="{1510522D-89DB-4706-ACFF-A9AFAC237E0C}" presName="textRect" presStyleLbl="revTx" presStyleIdx="4" presStyleCnt="6">
        <dgm:presLayoutVars>
          <dgm:chMax val="1"/>
          <dgm:chPref val="1"/>
        </dgm:presLayoutVars>
      </dgm:prSet>
      <dgm:spPr/>
    </dgm:pt>
    <dgm:pt modelId="{B9706EDD-E957-46C5-9349-9CA77F60DE52}" type="pres">
      <dgm:prSet presAssocID="{95672C0A-A393-4F12-98C2-D1BA9E0DB65C}" presName="sibTrans" presStyleCnt="0"/>
      <dgm:spPr/>
    </dgm:pt>
    <dgm:pt modelId="{50FCA620-819C-405B-A4B1-4932CD04A0C1}" type="pres">
      <dgm:prSet presAssocID="{8B572A4C-BE24-496B-B1AA-0203A66FCD43}" presName="compNode" presStyleCnt="0"/>
      <dgm:spPr/>
    </dgm:pt>
    <dgm:pt modelId="{589B8FC6-A3EB-4C13-9F2B-ED9D6EB4C24C}" type="pres">
      <dgm:prSet presAssocID="{8B572A4C-BE24-496B-B1AA-0203A66FCD4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E783109D-900B-4160-9EE8-BA0A7D31E5FE}" type="pres">
      <dgm:prSet presAssocID="{8B572A4C-BE24-496B-B1AA-0203A66FCD43}" presName="spaceRect" presStyleCnt="0"/>
      <dgm:spPr/>
    </dgm:pt>
    <dgm:pt modelId="{A1B22C88-D608-4912-8C71-E7F0B216E3E6}" type="pres">
      <dgm:prSet presAssocID="{8B572A4C-BE24-496B-B1AA-0203A66FCD4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751C00F-3F09-4C26-AC56-C829568C42ED}" srcId="{398BBFF8-2E79-40D7-907A-488D68BB281C}" destId="{98271F5E-E955-4946-A1AA-EEF73ED810F4}" srcOrd="3" destOrd="0" parTransId="{484E9EAF-0DB8-4188-9B10-D183EB54A880}" sibTransId="{8CAEC71E-3F77-42F8-A38C-EF20F76B76FB}"/>
    <dgm:cxn modelId="{CED3A216-AB7E-4D0A-8D0D-2CF0E338781A}" type="presOf" srcId="{B9AEB144-A6AB-4AD5-B6B0-6B6524A66721}" destId="{0BE9BA06-857A-4698-AA13-E2AE28AC0978}" srcOrd="0" destOrd="0" presId="urn:microsoft.com/office/officeart/2018/2/layout/IconLabelList"/>
    <dgm:cxn modelId="{46F1DB6C-5F6E-4844-8C1D-A72C0DBE6B07}" type="presOf" srcId="{07C88992-2ABF-436B-8FE4-5795F5D24B00}" destId="{1C9829AB-6BEF-4371-8791-37721AC6C4C5}" srcOrd="0" destOrd="0" presId="urn:microsoft.com/office/officeart/2018/2/layout/IconLabelList"/>
    <dgm:cxn modelId="{C52D4672-1226-4E38-A3DE-456295570F74}" type="presOf" srcId="{98271F5E-E955-4946-A1AA-EEF73ED810F4}" destId="{239F174E-F903-46DA-B79A-5B626B189284}" srcOrd="0" destOrd="0" presId="urn:microsoft.com/office/officeart/2018/2/layout/IconLabelList"/>
    <dgm:cxn modelId="{91CB91A2-511D-47B3-BB1D-13FB1B1DE56C}" type="presOf" srcId="{431CD28B-77C7-4CAA-8B5F-EF0A2CC4B1F5}" destId="{050D91B0-B4D7-41F4-86BA-58708C443F36}" srcOrd="0" destOrd="0" presId="urn:microsoft.com/office/officeart/2018/2/layout/IconLabelList"/>
    <dgm:cxn modelId="{380BF3B6-E379-4974-982A-95260F616699}" type="presOf" srcId="{398BBFF8-2E79-40D7-907A-488D68BB281C}" destId="{EDFAA8FB-B27D-4D4E-ACE2-9762C660FD6B}" srcOrd="0" destOrd="0" presId="urn:microsoft.com/office/officeart/2018/2/layout/IconLabelList"/>
    <dgm:cxn modelId="{A66188BA-B1F8-4143-AF05-79EF6C2BAF4E}" srcId="{398BBFF8-2E79-40D7-907A-488D68BB281C}" destId="{B9AEB144-A6AB-4AD5-B6B0-6B6524A66721}" srcOrd="1" destOrd="0" parTransId="{EA1B3F7B-32E2-40A5-93B2-05A871EBA82D}" sibTransId="{71C59510-45DE-4CF1-AD86-E72A5852732B}"/>
    <dgm:cxn modelId="{C0E693C9-8B54-4F98-A3F0-508AD834BFF5}" srcId="{398BBFF8-2E79-40D7-907A-488D68BB281C}" destId="{8B572A4C-BE24-496B-B1AA-0203A66FCD43}" srcOrd="5" destOrd="0" parTransId="{CA08687D-FE6F-41E3-B232-04BB72349EBF}" sibTransId="{95904648-AFBF-4692-95E3-BE469FAB4A5C}"/>
    <dgm:cxn modelId="{4D2C58D4-EE03-44F9-984F-B2ED62B286AF}" type="presOf" srcId="{1510522D-89DB-4706-ACFF-A9AFAC237E0C}" destId="{5156CDDB-DBDD-4E60-904D-129077CFF006}" srcOrd="0" destOrd="0" presId="urn:microsoft.com/office/officeart/2018/2/layout/IconLabelList"/>
    <dgm:cxn modelId="{CE73EEDB-1956-45A3-8A23-FF1D72FD8EA2}" srcId="{398BBFF8-2E79-40D7-907A-488D68BB281C}" destId="{07C88992-2ABF-436B-8FE4-5795F5D24B00}" srcOrd="2" destOrd="0" parTransId="{89C8ED19-7522-4168-8E70-EC4911BA860C}" sibTransId="{CA515EE3-5A96-49D8-9FE6-8EBD191127CB}"/>
    <dgm:cxn modelId="{7D4DE0DE-3FD7-4EFE-B4C4-07906A9B6D9A}" srcId="{398BBFF8-2E79-40D7-907A-488D68BB281C}" destId="{431CD28B-77C7-4CAA-8B5F-EF0A2CC4B1F5}" srcOrd="0" destOrd="0" parTransId="{A96052A5-9844-4018-9630-DAEAA34A850C}" sibTransId="{51536655-343E-4C8D-AC98-41F1EF1FF87B}"/>
    <dgm:cxn modelId="{603B2FF1-EF66-4C5E-BF09-A1478B3F38CB}" type="presOf" srcId="{8B572A4C-BE24-496B-B1AA-0203A66FCD43}" destId="{A1B22C88-D608-4912-8C71-E7F0B216E3E6}" srcOrd="0" destOrd="0" presId="urn:microsoft.com/office/officeart/2018/2/layout/IconLabelList"/>
    <dgm:cxn modelId="{51BF88F8-D3E3-43C6-AB05-B0C3BC5C1E3E}" srcId="{398BBFF8-2E79-40D7-907A-488D68BB281C}" destId="{1510522D-89DB-4706-ACFF-A9AFAC237E0C}" srcOrd="4" destOrd="0" parTransId="{89685D3A-BAAA-4D8D-94EA-3CD116302551}" sibTransId="{95672C0A-A393-4F12-98C2-D1BA9E0DB65C}"/>
    <dgm:cxn modelId="{E1DC64B7-C710-41AE-9266-F6255359425E}" type="presParOf" srcId="{EDFAA8FB-B27D-4D4E-ACE2-9762C660FD6B}" destId="{307EE913-68DF-4A6C-BA8A-932F042D9CC9}" srcOrd="0" destOrd="0" presId="urn:microsoft.com/office/officeart/2018/2/layout/IconLabelList"/>
    <dgm:cxn modelId="{439DC6B9-3860-4BF7-B9EF-14F2BC7C659B}" type="presParOf" srcId="{307EE913-68DF-4A6C-BA8A-932F042D9CC9}" destId="{770652CD-76A7-4F1C-B8C0-436D5502051D}" srcOrd="0" destOrd="0" presId="urn:microsoft.com/office/officeart/2018/2/layout/IconLabelList"/>
    <dgm:cxn modelId="{D3142F84-5EBC-43FC-91A4-64EB532A32BE}" type="presParOf" srcId="{307EE913-68DF-4A6C-BA8A-932F042D9CC9}" destId="{08397240-CF92-47E3-A228-E5F8810121C8}" srcOrd="1" destOrd="0" presId="urn:microsoft.com/office/officeart/2018/2/layout/IconLabelList"/>
    <dgm:cxn modelId="{252B01AD-84D3-43C0-9E1F-9902C808C459}" type="presParOf" srcId="{307EE913-68DF-4A6C-BA8A-932F042D9CC9}" destId="{050D91B0-B4D7-41F4-86BA-58708C443F36}" srcOrd="2" destOrd="0" presId="urn:microsoft.com/office/officeart/2018/2/layout/IconLabelList"/>
    <dgm:cxn modelId="{1D2F1830-5ACA-4059-BFEE-85B1CF41B227}" type="presParOf" srcId="{EDFAA8FB-B27D-4D4E-ACE2-9762C660FD6B}" destId="{7182F036-BB03-4D10-A943-9A62B9A66C6D}" srcOrd="1" destOrd="0" presId="urn:microsoft.com/office/officeart/2018/2/layout/IconLabelList"/>
    <dgm:cxn modelId="{A5F1ABF3-AA4A-421F-983A-2919E0775845}" type="presParOf" srcId="{EDFAA8FB-B27D-4D4E-ACE2-9762C660FD6B}" destId="{3D163554-4F87-44EC-96FB-DBA608F61B6B}" srcOrd="2" destOrd="0" presId="urn:microsoft.com/office/officeart/2018/2/layout/IconLabelList"/>
    <dgm:cxn modelId="{EBFF8F6B-FC8C-4E3B-917B-05DCD832C946}" type="presParOf" srcId="{3D163554-4F87-44EC-96FB-DBA608F61B6B}" destId="{E5DF89DC-D0A0-4B4E-B642-A60AB3CCE81A}" srcOrd="0" destOrd="0" presId="urn:microsoft.com/office/officeart/2018/2/layout/IconLabelList"/>
    <dgm:cxn modelId="{7ACF8C9B-2AD0-4BEC-A95F-056EB2E8F82F}" type="presParOf" srcId="{3D163554-4F87-44EC-96FB-DBA608F61B6B}" destId="{706B0342-3915-4516-B850-004ABCEEAFA2}" srcOrd="1" destOrd="0" presId="urn:microsoft.com/office/officeart/2018/2/layout/IconLabelList"/>
    <dgm:cxn modelId="{684F5EEA-C849-45EA-A7CE-6D3F46572B39}" type="presParOf" srcId="{3D163554-4F87-44EC-96FB-DBA608F61B6B}" destId="{0BE9BA06-857A-4698-AA13-E2AE28AC0978}" srcOrd="2" destOrd="0" presId="urn:microsoft.com/office/officeart/2018/2/layout/IconLabelList"/>
    <dgm:cxn modelId="{4CDB13D8-D017-41C3-A002-330C1B6A601C}" type="presParOf" srcId="{EDFAA8FB-B27D-4D4E-ACE2-9762C660FD6B}" destId="{06011759-E80F-40A1-A040-3AB9AF9F1E4D}" srcOrd="3" destOrd="0" presId="urn:microsoft.com/office/officeart/2018/2/layout/IconLabelList"/>
    <dgm:cxn modelId="{C461C6AE-4C2D-4E42-A378-4C93E414020C}" type="presParOf" srcId="{EDFAA8FB-B27D-4D4E-ACE2-9762C660FD6B}" destId="{8BDB4230-B0C1-42EC-831C-D02B1D271887}" srcOrd="4" destOrd="0" presId="urn:microsoft.com/office/officeart/2018/2/layout/IconLabelList"/>
    <dgm:cxn modelId="{923D2C5E-00F6-460F-8D98-143C2563EED9}" type="presParOf" srcId="{8BDB4230-B0C1-42EC-831C-D02B1D271887}" destId="{9EF6A6B6-1843-4BDF-A8C7-0752C2D29F53}" srcOrd="0" destOrd="0" presId="urn:microsoft.com/office/officeart/2018/2/layout/IconLabelList"/>
    <dgm:cxn modelId="{482FAF1A-AABB-41CF-8A71-361CEB29933D}" type="presParOf" srcId="{8BDB4230-B0C1-42EC-831C-D02B1D271887}" destId="{C749332B-BB7B-4A1D-BA16-34F4B3258957}" srcOrd="1" destOrd="0" presId="urn:microsoft.com/office/officeart/2018/2/layout/IconLabelList"/>
    <dgm:cxn modelId="{29D1370D-5C7E-453D-A08F-5D6A9AD7ACC4}" type="presParOf" srcId="{8BDB4230-B0C1-42EC-831C-D02B1D271887}" destId="{1C9829AB-6BEF-4371-8791-37721AC6C4C5}" srcOrd="2" destOrd="0" presId="urn:microsoft.com/office/officeart/2018/2/layout/IconLabelList"/>
    <dgm:cxn modelId="{DE5217C8-6117-4310-AB8D-488A9A588860}" type="presParOf" srcId="{EDFAA8FB-B27D-4D4E-ACE2-9762C660FD6B}" destId="{A1C891B9-EA30-44F1-BAE0-F209567BBAA8}" srcOrd="5" destOrd="0" presId="urn:microsoft.com/office/officeart/2018/2/layout/IconLabelList"/>
    <dgm:cxn modelId="{1E3BB274-8AFA-4F3C-A530-9C322F0BAC93}" type="presParOf" srcId="{EDFAA8FB-B27D-4D4E-ACE2-9762C660FD6B}" destId="{4B611EE6-2AF5-431A-9B3E-56C76735B0D6}" srcOrd="6" destOrd="0" presId="urn:microsoft.com/office/officeart/2018/2/layout/IconLabelList"/>
    <dgm:cxn modelId="{80954DF6-8CAF-4BD7-ADD0-12B5E5668240}" type="presParOf" srcId="{4B611EE6-2AF5-431A-9B3E-56C76735B0D6}" destId="{903D7B30-2C8C-4623-9D18-665F6F2FBC6A}" srcOrd="0" destOrd="0" presId="urn:microsoft.com/office/officeart/2018/2/layout/IconLabelList"/>
    <dgm:cxn modelId="{EE45FAA4-ABBA-4B83-B17B-F923E5D7B619}" type="presParOf" srcId="{4B611EE6-2AF5-431A-9B3E-56C76735B0D6}" destId="{CC3E48EF-490D-4319-8552-81AEF7B5D8A8}" srcOrd="1" destOrd="0" presId="urn:microsoft.com/office/officeart/2018/2/layout/IconLabelList"/>
    <dgm:cxn modelId="{FF5C985B-3C29-4F3E-A161-EEC66D95FD3F}" type="presParOf" srcId="{4B611EE6-2AF5-431A-9B3E-56C76735B0D6}" destId="{239F174E-F903-46DA-B79A-5B626B189284}" srcOrd="2" destOrd="0" presId="urn:microsoft.com/office/officeart/2018/2/layout/IconLabelList"/>
    <dgm:cxn modelId="{97F8230E-E93E-4B95-8EF1-6DBAA6684173}" type="presParOf" srcId="{EDFAA8FB-B27D-4D4E-ACE2-9762C660FD6B}" destId="{6B98D479-3E68-4054-9DEB-3356808995D0}" srcOrd="7" destOrd="0" presId="urn:microsoft.com/office/officeart/2018/2/layout/IconLabelList"/>
    <dgm:cxn modelId="{7CA12778-2A9E-47D5-9CEC-838DE2AB72BB}" type="presParOf" srcId="{EDFAA8FB-B27D-4D4E-ACE2-9762C660FD6B}" destId="{37BF6770-C09E-4516-87CD-0227B964CB2D}" srcOrd="8" destOrd="0" presId="urn:microsoft.com/office/officeart/2018/2/layout/IconLabelList"/>
    <dgm:cxn modelId="{8E87BB61-5BB6-4627-822A-7653AE1B251F}" type="presParOf" srcId="{37BF6770-C09E-4516-87CD-0227B964CB2D}" destId="{F9C12E1E-1C51-473A-A7C9-9287D9AE018E}" srcOrd="0" destOrd="0" presId="urn:microsoft.com/office/officeart/2018/2/layout/IconLabelList"/>
    <dgm:cxn modelId="{BDE274A0-4455-4DC1-A262-DB429424104F}" type="presParOf" srcId="{37BF6770-C09E-4516-87CD-0227B964CB2D}" destId="{57D3401E-3B36-44A6-8931-5C13AD754479}" srcOrd="1" destOrd="0" presId="urn:microsoft.com/office/officeart/2018/2/layout/IconLabelList"/>
    <dgm:cxn modelId="{18D0ACE0-B650-4EA7-B6DF-C70418ADF46D}" type="presParOf" srcId="{37BF6770-C09E-4516-87CD-0227B964CB2D}" destId="{5156CDDB-DBDD-4E60-904D-129077CFF006}" srcOrd="2" destOrd="0" presId="urn:microsoft.com/office/officeart/2018/2/layout/IconLabelList"/>
    <dgm:cxn modelId="{49CC0AD7-EAB9-4965-97DF-05036E7E2EF5}" type="presParOf" srcId="{EDFAA8FB-B27D-4D4E-ACE2-9762C660FD6B}" destId="{B9706EDD-E957-46C5-9349-9CA77F60DE52}" srcOrd="9" destOrd="0" presId="urn:microsoft.com/office/officeart/2018/2/layout/IconLabelList"/>
    <dgm:cxn modelId="{93A51920-D65B-41BD-BAFB-4387F51DE322}" type="presParOf" srcId="{EDFAA8FB-B27D-4D4E-ACE2-9762C660FD6B}" destId="{50FCA620-819C-405B-A4B1-4932CD04A0C1}" srcOrd="10" destOrd="0" presId="urn:microsoft.com/office/officeart/2018/2/layout/IconLabelList"/>
    <dgm:cxn modelId="{864ADD50-A006-4676-8682-310B7D6B67B3}" type="presParOf" srcId="{50FCA620-819C-405B-A4B1-4932CD04A0C1}" destId="{589B8FC6-A3EB-4C13-9F2B-ED9D6EB4C24C}" srcOrd="0" destOrd="0" presId="urn:microsoft.com/office/officeart/2018/2/layout/IconLabelList"/>
    <dgm:cxn modelId="{BC29F502-A22E-43D5-8523-F472A01BA64B}" type="presParOf" srcId="{50FCA620-819C-405B-A4B1-4932CD04A0C1}" destId="{E783109D-900B-4160-9EE8-BA0A7D31E5FE}" srcOrd="1" destOrd="0" presId="urn:microsoft.com/office/officeart/2018/2/layout/IconLabelList"/>
    <dgm:cxn modelId="{60B4F98B-88BD-4ACF-9FDB-91967307DBD5}" type="presParOf" srcId="{50FCA620-819C-405B-A4B1-4932CD04A0C1}" destId="{A1B22C88-D608-4912-8C71-E7F0B216E3E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2C43AC0-36BA-4247-954C-D3A718E7749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2513AF-F1B6-4652-821E-FAFD6271E3E2}">
      <dgm:prSet/>
      <dgm:spPr/>
      <dgm:t>
        <a:bodyPr/>
        <a:lstStyle/>
        <a:p>
          <a:r>
            <a:rPr lang="en-US"/>
            <a:t>“Walk me through your reasoning.”</a:t>
          </a:r>
        </a:p>
      </dgm:t>
    </dgm:pt>
    <dgm:pt modelId="{D3CB2518-1F82-4261-8894-FED25FB72DD3}" type="parTrans" cxnId="{5747DDE0-896B-45E6-A7C4-C6C59C858F7B}">
      <dgm:prSet/>
      <dgm:spPr/>
      <dgm:t>
        <a:bodyPr/>
        <a:lstStyle/>
        <a:p>
          <a:endParaRPr lang="en-US"/>
        </a:p>
      </dgm:t>
    </dgm:pt>
    <dgm:pt modelId="{4E944A37-BA2F-43CE-8B9C-2A7335714B4F}" type="sibTrans" cxnId="{5747DDE0-896B-45E6-A7C4-C6C59C858F7B}">
      <dgm:prSet/>
      <dgm:spPr/>
      <dgm:t>
        <a:bodyPr/>
        <a:lstStyle/>
        <a:p>
          <a:endParaRPr lang="en-US"/>
        </a:p>
      </dgm:t>
    </dgm:pt>
    <dgm:pt modelId="{71309BC5-5EAE-4C20-9104-58EAF80E3A57}">
      <dgm:prSet/>
      <dgm:spPr/>
      <dgm:t>
        <a:bodyPr/>
        <a:lstStyle/>
        <a:p>
          <a:r>
            <a:rPr lang="en-US"/>
            <a:t>“Here is how I approached the situation…”</a:t>
          </a:r>
        </a:p>
      </dgm:t>
    </dgm:pt>
    <dgm:pt modelId="{7BB3D2C6-BCBC-4B4C-B7BB-2709D04CC9FD}" type="parTrans" cxnId="{780EB6EE-7C6D-4A4D-9EB4-CCCA00D14EB9}">
      <dgm:prSet/>
      <dgm:spPr/>
      <dgm:t>
        <a:bodyPr/>
        <a:lstStyle/>
        <a:p>
          <a:endParaRPr lang="en-US"/>
        </a:p>
      </dgm:t>
    </dgm:pt>
    <dgm:pt modelId="{BD01F949-17EF-4DC1-A932-402800BD11BB}" type="sibTrans" cxnId="{780EB6EE-7C6D-4A4D-9EB4-CCCA00D14EB9}">
      <dgm:prSet/>
      <dgm:spPr/>
      <dgm:t>
        <a:bodyPr/>
        <a:lstStyle/>
        <a:p>
          <a:endParaRPr lang="en-US"/>
        </a:p>
      </dgm:t>
    </dgm:pt>
    <dgm:pt modelId="{252FBF1B-4D9E-4721-AFD2-7AC199023DCF}">
      <dgm:prSet/>
      <dgm:spPr/>
      <dgm:t>
        <a:bodyPr/>
        <a:lstStyle/>
        <a:p>
          <a:r>
            <a:rPr lang="en-US"/>
            <a:t>“Key factor to consider…”</a:t>
          </a:r>
        </a:p>
      </dgm:t>
    </dgm:pt>
    <dgm:pt modelId="{DE8CF436-A91A-44BE-A8A1-D85739F6C58A}" type="parTrans" cxnId="{CFBB863C-8D26-40E7-8487-39348E8AF3A4}">
      <dgm:prSet/>
      <dgm:spPr/>
      <dgm:t>
        <a:bodyPr/>
        <a:lstStyle/>
        <a:p>
          <a:endParaRPr lang="en-US"/>
        </a:p>
      </dgm:t>
    </dgm:pt>
    <dgm:pt modelId="{90E84352-66CF-4106-BEBE-B20188385022}" type="sibTrans" cxnId="{CFBB863C-8D26-40E7-8487-39348E8AF3A4}">
      <dgm:prSet/>
      <dgm:spPr/>
      <dgm:t>
        <a:bodyPr/>
        <a:lstStyle/>
        <a:p>
          <a:endParaRPr lang="en-US"/>
        </a:p>
      </dgm:t>
    </dgm:pt>
    <dgm:pt modelId="{38264637-88E5-4780-AE00-A1DD460148F7}">
      <dgm:prSet/>
      <dgm:spPr/>
      <dgm:t>
        <a:bodyPr/>
        <a:lstStyle/>
        <a:p>
          <a:r>
            <a:rPr lang="en-US"/>
            <a:t>“Let’s evaluate outcomes together.”</a:t>
          </a:r>
        </a:p>
      </dgm:t>
    </dgm:pt>
    <dgm:pt modelId="{A68E86EF-9795-4192-BD22-00D10CB0F14A}" type="parTrans" cxnId="{E336DFFA-465F-49D6-9F03-924221DF60DD}">
      <dgm:prSet/>
      <dgm:spPr/>
      <dgm:t>
        <a:bodyPr/>
        <a:lstStyle/>
        <a:p>
          <a:endParaRPr lang="en-US"/>
        </a:p>
      </dgm:t>
    </dgm:pt>
    <dgm:pt modelId="{95B17476-0E03-49FE-9C2C-685F2B2D1AB1}" type="sibTrans" cxnId="{E336DFFA-465F-49D6-9F03-924221DF60DD}">
      <dgm:prSet/>
      <dgm:spPr/>
      <dgm:t>
        <a:bodyPr/>
        <a:lstStyle/>
        <a:p>
          <a:endParaRPr lang="en-US"/>
        </a:p>
      </dgm:t>
    </dgm:pt>
    <dgm:pt modelId="{05E1CAF1-D322-44FB-BA1C-FEADE8053532}">
      <dgm:prSet/>
      <dgm:spPr/>
      <dgm:t>
        <a:bodyPr/>
        <a:lstStyle/>
        <a:p>
          <a:r>
            <a:rPr lang="en-US"/>
            <a:t>“Recommended approach…”</a:t>
          </a:r>
        </a:p>
      </dgm:t>
    </dgm:pt>
    <dgm:pt modelId="{AAB2715C-C5CC-48FE-9B35-76FA6E198F6C}" type="parTrans" cxnId="{8FB19569-83A0-44E5-AA0B-A4EEDEDB5D0B}">
      <dgm:prSet/>
      <dgm:spPr/>
      <dgm:t>
        <a:bodyPr/>
        <a:lstStyle/>
        <a:p>
          <a:endParaRPr lang="en-US"/>
        </a:p>
      </dgm:t>
    </dgm:pt>
    <dgm:pt modelId="{9D5126AB-9F0E-4771-8478-3675DA173B4C}" type="sibTrans" cxnId="{8FB19569-83A0-44E5-AA0B-A4EEDEDB5D0B}">
      <dgm:prSet/>
      <dgm:spPr/>
      <dgm:t>
        <a:bodyPr/>
        <a:lstStyle/>
        <a:p>
          <a:endParaRPr lang="en-US"/>
        </a:p>
      </dgm:t>
    </dgm:pt>
    <dgm:pt modelId="{B7E55763-0245-4FC8-98B1-C94AA1928E2F}">
      <dgm:prSet/>
      <dgm:spPr/>
      <dgm:t>
        <a:bodyPr/>
        <a:lstStyle/>
        <a:p>
          <a:r>
            <a:rPr lang="en-US"/>
            <a:t>“What questions do you have?”</a:t>
          </a:r>
        </a:p>
      </dgm:t>
    </dgm:pt>
    <dgm:pt modelId="{183207A0-2E7B-4ECF-A76E-6DE58FAD5939}" type="parTrans" cxnId="{0D27F13B-6916-471E-BA43-D605D13C4C21}">
      <dgm:prSet/>
      <dgm:spPr/>
      <dgm:t>
        <a:bodyPr/>
        <a:lstStyle/>
        <a:p>
          <a:endParaRPr lang="en-US"/>
        </a:p>
      </dgm:t>
    </dgm:pt>
    <dgm:pt modelId="{8B976661-247B-4CC0-8621-5BD515DE8931}" type="sibTrans" cxnId="{0D27F13B-6916-471E-BA43-D605D13C4C21}">
      <dgm:prSet/>
      <dgm:spPr/>
      <dgm:t>
        <a:bodyPr/>
        <a:lstStyle/>
        <a:p>
          <a:endParaRPr lang="en-US"/>
        </a:p>
      </dgm:t>
    </dgm:pt>
    <dgm:pt modelId="{1E3FEDE7-B130-4619-8AED-661ACA86DFDF}" type="pres">
      <dgm:prSet presAssocID="{72C43AC0-36BA-4247-954C-D3A718E7749A}" presName="linear" presStyleCnt="0">
        <dgm:presLayoutVars>
          <dgm:animLvl val="lvl"/>
          <dgm:resizeHandles val="exact"/>
        </dgm:presLayoutVars>
      </dgm:prSet>
      <dgm:spPr/>
    </dgm:pt>
    <dgm:pt modelId="{1780498F-61ED-4933-8B52-0F47D38F2DB6}" type="pres">
      <dgm:prSet presAssocID="{012513AF-F1B6-4652-821E-FAFD6271E3E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36A95BD-47E7-4F3D-BA80-C627E5FB4E6C}" type="pres">
      <dgm:prSet presAssocID="{4E944A37-BA2F-43CE-8B9C-2A7335714B4F}" presName="spacer" presStyleCnt="0"/>
      <dgm:spPr/>
    </dgm:pt>
    <dgm:pt modelId="{0B59F648-773E-4A77-8295-179A035A0A26}" type="pres">
      <dgm:prSet presAssocID="{71309BC5-5EAE-4C20-9104-58EAF80E3A5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98A1ACD-4343-45E1-9F70-3DDCD53DE637}" type="pres">
      <dgm:prSet presAssocID="{BD01F949-17EF-4DC1-A932-402800BD11BB}" presName="spacer" presStyleCnt="0"/>
      <dgm:spPr/>
    </dgm:pt>
    <dgm:pt modelId="{1F0BDFCB-631C-4B86-932C-47960EA674B5}" type="pres">
      <dgm:prSet presAssocID="{252FBF1B-4D9E-4721-AFD2-7AC199023DC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4503ADA-4E1A-42F4-81F9-7D07173517E2}" type="pres">
      <dgm:prSet presAssocID="{90E84352-66CF-4106-BEBE-B20188385022}" presName="spacer" presStyleCnt="0"/>
      <dgm:spPr/>
    </dgm:pt>
    <dgm:pt modelId="{4E97771C-BCA5-48E0-99B2-24CEB10C276F}" type="pres">
      <dgm:prSet presAssocID="{38264637-88E5-4780-AE00-A1DD460148F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D18F751-F2C7-44DD-9093-EE8BB31DDCAF}" type="pres">
      <dgm:prSet presAssocID="{95B17476-0E03-49FE-9C2C-685F2B2D1AB1}" presName="spacer" presStyleCnt="0"/>
      <dgm:spPr/>
    </dgm:pt>
    <dgm:pt modelId="{7FBCF8ED-10F6-4212-9218-7CA1045573B8}" type="pres">
      <dgm:prSet presAssocID="{05E1CAF1-D322-44FB-BA1C-FEADE805353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97A296D-4144-464D-AC1A-B8D548E7C3D3}" type="pres">
      <dgm:prSet presAssocID="{9D5126AB-9F0E-4771-8478-3675DA173B4C}" presName="spacer" presStyleCnt="0"/>
      <dgm:spPr/>
    </dgm:pt>
    <dgm:pt modelId="{3FD2D09B-3C8C-42CF-99A7-F101EEBB7E48}" type="pres">
      <dgm:prSet presAssocID="{B7E55763-0245-4FC8-98B1-C94AA1928E2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780BC22-C38E-4BFB-BD75-39A0089E27CA}" type="presOf" srcId="{71309BC5-5EAE-4C20-9104-58EAF80E3A57}" destId="{0B59F648-773E-4A77-8295-179A035A0A26}" srcOrd="0" destOrd="0" presId="urn:microsoft.com/office/officeart/2005/8/layout/vList2"/>
    <dgm:cxn modelId="{0D27F13B-6916-471E-BA43-D605D13C4C21}" srcId="{72C43AC0-36BA-4247-954C-D3A718E7749A}" destId="{B7E55763-0245-4FC8-98B1-C94AA1928E2F}" srcOrd="5" destOrd="0" parTransId="{183207A0-2E7B-4ECF-A76E-6DE58FAD5939}" sibTransId="{8B976661-247B-4CC0-8621-5BD515DE8931}"/>
    <dgm:cxn modelId="{CFBB863C-8D26-40E7-8487-39348E8AF3A4}" srcId="{72C43AC0-36BA-4247-954C-D3A718E7749A}" destId="{252FBF1B-4D9E-4721-AFD2-7AC199023DCF}" srcOrd="2" destOrd="0" parTransId="{DE8CF436-A91A-44BE-A8A1-D85739F6C58A}" sibTransId="{90E84352-66CF-4106-BEBE-B20188385022}"/>
    <dgm:cxn modelId="{501DEA67-653A-4A32-80B5-0401D52191FA}" type="presOf" srcId="{05E1CAF1-D322-44FB-BA1C-FEADE8053532}" destId="{7FBCF8ED-10F6-4212-9218-7CA1045573B8}" srcOrd="0" destOrd="0" presId="urn:microsoft.com/office/officeart/2005/8/layout/vList2"/>
    <dgm:cxn modelId="{8FB19569-83A0-44E5-AA0B-A4EEDEDB5D0B}" srcId="{72C43AC0-36BA-4247-954C-D3A718E7749A}" destId="{05E1CAF1-D322-44FB-BA1C-FEADE8053532}" srcOrd="4" destOrd="0" parTransId="{AAB2715C-C5CC-48FE-9B35-76FA6E198F6C}" sibTransId="{9D5126AB-9F0E-4771-8478-3675DA173B4C}"/>
    <dgm:cxn modelId="{8389677F-C09D-4D20-8DAB-ECFFACCD47A8}" type="presOf" srcId="{72C43AC0-36BA-4247-954C-D3A718E7749A}" destId="{1E3FEDE7-B130-4619-8AED-661ACA86DFDF}" srcOrd="0" destOrd="0" presId="urn:microsoft.com/office/officeart/2005/8/layout/vList2"/>
    <dgm:cxn modelId="{FCEB61BA-4FED-43EE-B9FE-121B4E6FAB7D}" type="presOf" srcId="{252FBF1B-4D9E-4721-AFD2-7AC199023DCF}" destId="{1F0BDFCB-631C-4B86-932C-47960EA674B5}" srcOrd="0" destOrd="0" presId="urn:microsoft.com/office/officeart/2005/8/layout/vList2"/>
    <dgm:cxn modelId="{971377D4-5B92-4C0A-AC8F-E867D617F345}" type="presOf" srcId="{012513AF-F1B6-4652-821E-FAFD6271E3E2}" destId="{1780498F-61ED-4933-8B52-0F47D38F2DB6}" srcOrd="0" destOrd="0" presId="urn:microsoft.com/office/officeart/2005/8/layout/vList2"/>
    <dgm:cxn modelId="{5D84FFD9-35E5-4465-A5E9-BB6ABE49DCB5}" type="presOf" srcId="{38264637-88E5-4780-AE00-A1DD460148F7}" destId="{4E97771C-BCA5-48E0-99B2-24CEB10C276F}" srcOrd="0" destOrd="0" presId="urn:microsoft.com/office/officeart/2005/8/layout/vList2"/>
    <dgm:cxn modelId="{5747DDE0-896B-45E6-A7C4-C6C59C858F7B}" srcId="{72C43AC0-36BA-4247-954C-D3A718E7749A}" destId="{012513AF-F1B6-4652-821E-FAFD6271E3E2}" srcOrd="0" destOrd="0" parTransId="{D3CB2518-1F82-4261-8894-FED25FB72DD3}" sibTransId="{4E944A37-BA2F-43CE-8B9C-2A7335714B4F}"/>
    <dgm:cxn modelId="{6994E4E2-D2A7-40E8-A76D-50A1BFF309E7}" type="presOf" srcId="{B7E55763-0245-4FC8-98B1-C94AA1928E2F}" destId="{3FD2D09B-3C8C-42CF-99A7-F101EEBB7E48}" srcOrd="0" destOrd="0" presId="urn:microsoft.com/office/officeart/2005/8/layout/vList2"/>
    <dgm:cxn modelId="{780EB6EE-7C6D-4A4D-9EB4-CCCA00D14EB9}" srcId="{72C43AC0-36BA-4247-954C-D3A718E7749A}" destId="{71309BC5-5EAE-4C20-9104-58EAF80E3A57}" srcOrd="1" destOrd="0" parTransId="{7BB3D2C6-BCBC-4B4C-B7BB-2709D04CC9FD}" sibTransId="{BD01F949-17EF-4DC1-A932-402800BD11BB}"/>
    <dgm:cxn modelId="{E336DFFA-465F-49D6-9F03-924221DF60DD}" srcId="{72C43AC0-36BA-4247-954C-D3A718E7749A}" destId="{38264637-88E5-4780-AE00-A1DD460148F7}" srcOrd="3" destOrd="0" parTransId="{A68E86EF-9795-4192-BD22-00D10CB0F14A}" sibTransId="{95B17476-0E03-49FE-9C2C-685F2B2D1AB1}"/>
    <dgm:cxn modelId="{F539EB6A-33DA-4562-999B-A86823048B78}" type="presParOf" srcId="{1E3FEDE7-B130-4619-8AED-661ACA86DFDF}" destId="{1780498F-61ED-4933-8B52-0F47D38F2DB6}" srcOrd="0" destOrd="0" presId="urn:microsoft.com/office/officeart/2005/8/layout/vList2"/>
    <dgm:cxn modelId="{60F49A09-9885-4C2F-9F64-DB2F5B3B9876}" type="presParOf" srcId="{1E3FEDE7-B130-4619-8AED-661ACA86DFDF}" destId="{536A95BD-47E7-4F3D-BA80-C627E5FB4E6C}" srcOrd="1" destOrd="0" presId="urn:microsoft.com/office/officeart/2005/8/layout/vList2"/>
    <dgm:cxn modelId="{646D1E04-F93E-4476-9E32-A4D0F5686C5F}" type="presParOf" srcId="{1E3FEDE7-B130-4619-8AED-661ACA86DFDF}" destId="{0B59F648-773E-4A77-8295-179A035A0A26}" srcOrd="2" destOrd="0" presId="urn:microsoft.com/office/officeart/2005/8/layout/vList2"/>
    <dgm:cxn modelId="{DDEEB668-9610-4712-B6F1-814C29866788}" type="presParOf" srcId="{1E3FEDE7-B130-4619-8AED-661ACA86DFDF}" destId="{C98A1ACD-4343-45E1-9F70-3DDCD53DE637}" srcOrd="3" destOrd="0" presId="urn:microsoft.com/office/officeart/2005/8/layout/vList2"/>
    <dgm:cxn modelId="{E5F691F2-23B4-4EC4-9389-BFFC54ECFD4E}" type="presParOf" srcId="{1E3FEDE7-B130-4619-8AED-661ACA86DFDF}" destId="{1F0BDFCB-631C-4B86-932C-47960EA674B5}" srcOrd="4" destOrd="0" presId="urn:microsoft.com/office/officeart/2005/8/layout/vList2"/>
    <dgm:cxn modelId="{4FD258B0-EB19-4779-A6A4-56D68251182B}" type="presParOf" srcId="{1E3FEDE7-B130-4619-8AED-661ACA86DFDF}" destId="{A4503ADA-4E1A-42F4-81F9-7D07173517E2}" srcOrd="5" destOrd="0" presId="urn:microsoft.com/office/officeart/2005/8/layout/vList2"/>
    <dgm:cxn modelId="{D17C914C-30D2-42E2-8D28-79D9293DD32D}" type="presParOf" srcId="{1E3FEDE7-B130-4619-8AED-661ACA86DFDF}" destId="{4E97771C-BCA5-48E0-99B2-24CEB10C276F}" srcOrd="6" destOrd="0" presId="urn:microsoft.com/office/officeart/2005/8/layout/vList2"/>
    <dgm:cxn modelId="{F2F41983-8D01-4EBD-8A44-5F199A6ADD04}" type="presParOf" srcId="{1E3FEDE7-B130-4619-8AED-661ACA86DFDF}" destId="{4D18F751-F2C7-44DD-9093-EE8BB31DDCAF}" srcOrd="7" destOrd="0" presId="urn:microsoft.com/office/officeart/2005/8/layout/vList2"/>
    <dgm:cxn modelId="{AA75A5B1-DA5F-4494-864C-B59EED1D357B}" type="presParOf" srcId="{1E3FEDE7-B130-4619-8AED-661ACA86DFDF}" destId="{7FBCF8ED-10F6-4212-9218-7CA1045573B8}" srcOrd="8" destOrd="0" presId="urn:microsoft.com/office/officeart/2005/8/layout/vList2"/>
    <dgm:cxn modelId="{D0EB75A1-6F66-488E-9A47-CE224EDDE6FE}" type="presParOf" srcId="{1E3FEDE7-B130-4619-8AED-661ACA86DFDF}" destId="{897A296D-4144-464D-AC1A-B8D548E7C3D3}" srcOrd="9" destOrd="0" presId="urn:microsoft.com/office/officeart/2005/8/layout/vList2"/>
    <dgm:cxn modelId="{95133FA1-9DC0-40B3-A487-5CB851253F23}" type="presParOf" srcId="{1E3FEDE7-B130-4619-8AED-661ACA86DFDF}" destId="{3FD2D09B-3C8C-42CF-99A7-F101EEBB7E4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E20BD56-420D-4E7B-9105-D2C822D6601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A56BD07-7109-4148-BF1A-33EBDA07B696}">
      <dgm:prSet/>
      <dgm:spPr/>
      <dgm:t>
        <a:bodyPr/>
        <a:lstStyle/>
        <a:p>
          <a:r>
            <a:rPr lang="en-US"/>
            <a:t>Many employees experience miscommunication regularly</a:t>
          </a:r>
        </a:p>
      </dgm:t>
    </dgm:pt>
    <dgm:pt modelId="{A44195FE-9858-4816-A8C2-78795B785CE7}" type="parTrans" cxnId="{3BEEB3C0-E62E-4412-B6AE-E8A5D6756EDC}">
      <dgm:prSet/>
      <dgm:spPr/>
      <dgm:t>
        <a:bodyPr/>
        <a:lstStyle/>
        <a:p>
          <a:endParaRPr lang="en-US"/>
        </a:p>
      </dgm:t>
    </dgm:pt>
    <dgm:pt modelId="{A9576087-6273-4DA2-A5A1-13EA56E0D83B}" type="sibTrans" cxnId="{3BEEB3C0-E62E-4412-B6AE-E8A5D6756EDC}">
      <dgm:prSet/>
      <dgm:spPr/>
      <dgm:t>
        <a:bodyPr/>
        <a:lstStyle/>
        <a:p>
          <a:endParaRPr lang="en-US"/>
        </a:p>
      </dgm:t>
    </dgm:pt>
    <dgm:pt modelId="{C2D6BAB0-7099-42DC-9486-107F4A1D3042}">
      <dgm:prSet/>
      <dgm:spPr/>
      <dgm:t>
        <a:bodyPr/>
        <a:lstStyle/>
        <a:p>
          <a:r>
            <a:rPr lang="en-US"/>
            <a:t>People rarely believe they are the cause</a:t>
          </a:r>
        </a:p>
      </dgm:t>
    </dgm:pt>
    <dgm:pt modelId="{F9A54426-DC59-461C-8B01-AFA799207C64}" type="parTrans" cxnId="{CAC3D13C-9CDC-4EE5-BDC8-D4CB6FC75CC1}">
      <dgm:prSet/>
      <dgm:spPr/>
      <dgm:t>
        <a:bodyPr/>
        <a:lstStyle/>
        <a:p>
          <a:endParaRPr lang="en-US"/>
        </a:p>
      </dgm:t>
    </dgm:pt>
    <dgm:pt modelId="{125D0E63-EEB4-4C03-B430-2DFD47DC9E3A}" type="sibTrans" cxnId="{CAC3D13C-9CDC-4EE5-BDC8-D4CB6FC75CC1}">
      <dgm:prSet/>
      <dgm:spPr/>
      <dgm:t>
        <a:bodyPr/>
        <a:lstStyle/>
        <a:p>
          <a:endParaRPr lang="en-US"/>
        </a:p>
      </dgm:t>
    </dgm:pt>
    <dgm:pt modelId="{6AE6DED0-2B56-4D62-83A5-911A0C3CB061}">
      <dgm:prSet/>
      <dgm:spPr/>
      <dgm:t>
        <a:bodyPr/>
        <a:lstStyle/>
        <a:p>
          <a:r>
            <a:rPr lang="en-US"/>
            <a:t>Improving communication is shared responsibility</a:t>
          </a:r>
        </a:p>
      </dgm:t>
    </dgm:pt>
    <dgm:pt modelId="{672EB3F8-132C-46FB-98A2-F749A48625D7}" type="parTrans" cxnId="{F6EB89E4-706D-4C93-BA57-4A5B791166AA}">
      <dgm:prSet/>
      <dgm:spPr/>
      <dgm:t>
        <a:bodyPr/>
        <a:lstStyle/>
        <a:p>
          <a:endParaRPr lang="en-US"/>
        </a:p>
      </dgm:t>
    </dgm:pt>
    <dgm:pt modelId="{DB52AEDD-92E6-4629-AAA1-27E7CD8EA328}" type="sibTrans" cxnId="{F6EB89E4-706D-4C93-BA57-4A5B791166AA}">
      <dgm:prSet/>
      <dgm:spPr/>
      <dgm:t>
        <a:bodyPr/>
        <a:lstStyle/>
        <a:p>
          <a:endParaRPr lang="en-US"/>
        </a:p>
      </dgm:t>
    </dgm:pt>
    <dgm:pt modelId="{9F31B400-ACA4-41DB-830F-98974FA257C3}">
      <dgm:prSet/>
      <dgm:spPr/>
      <dgm:t>
        <a:bodyPr/>
        <a:lstStyle/>
        <a:p>
          <a:r>
            <a:rPr lang="en-US"/>
            <a:t>Open conversations improve engagement</a:t>
          </a:r>
        </a:p>
      </dgm:t>
    </dgm:pt>
    <dgm:pt modelId="{51376A59-C74C-4933-B24C-77CED0C91181}" type="parTrans" cxnId="{D799DD5B-F01B-46C1-936E-854011BE85E8}">
      <dgm:prSet/>
      <dgm:spPr/>
      <dgm:t>
        <a:bodyPr/>
        <a:lstStyle/>
        <a:p>
          <a:endParaRPr lang="en-US"/>
        </a:p>
      </dgm:t>
    </dgm:pt>
    <dgm:pt modelId="{2E7FD953-235A-4F8C-8C09-F1C275DCC7A8}" type="sibTrans" cxnId="{D799DD5B-F01B-46C1-936E-854011BE85E8}">
      <dgm:prSet/>
      <dgm:spPr/>
      <dgm:t>
        <a:bodyPr/>
        <a:lstStyle/>
        <a:p>
          <a:endParaRPr lang="en-US"/>
        </a:p>
      </dgm:t>
    </dgm:pt>
    <dgm:pt modelId="{96ADE5A8-A958-4C61-BC00-24E93053FA7C}" type="pres">
      <dgm:prSet presAssocID="{7E20BD56-420D-4E7B-9105-D2C822D66019}" presName="linear" presStyleCnt="0">
        <dgm:presLayoutVars>
          <dgm:animLvl val="lvl"/>
          <dgm:resizeHandles val="exact"/>
        </dgm:presLayoutVars>
      </dgm:prSet>
      <dgm:spPr/>
    </dgm:pt>
    <dgm:pt modelId="{120C92CC-D4FB-4488-B329-E79578993D8E}" type="pres">
      <dgm:prSet presAssocID="{EA56BD07-7109-4148-BF1A-33EBDA07B69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120938-8095-4B56-BB08-6B51D965A3B0}" type="pres">
      <dgm:prSet presAssocID="{A9576087-6273-4DA2-A5A1-13EA56E0D83B}" presName="spacer" presStyleCnt="0"/>
      <dgm:spPr/>
    </dgm:pt>
    <dgm:pt modelId="{A69070CD-852B-4F56-A5A1-E2DD19216845}" type="pres">
      <dgm:prSet presAssocID="{C2D6BAB0-7099-42DC-9486-107F4A1D304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DEAF6C-B1E7-45D5-84EB-05598451429E}" type="pres">
      <dgm:prSet presAssocID="{125D0E63-EEB4-4C03-B430-2DFD47DC9E3A}" presName="spacer" presStyleCnt="0"/>
      <dgm:spPr/>
    </dgm:pt>
    <dgm:pt modelId="{A028E6D8-3158-48C1-B7A9-8D2373EDC793}" type="pres">
      <dgm:prSet presAssocID="{6AE6DED0-2B56-4D62-83A5-911A0C3CB0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A79818-6176-4752-8638-A3C2B9FDB5B7}" type="pres">
      <dgm:prSet presAssocID="{DB52AEDD-92E6-4629-AAA1-27E7CD8EA328}" presName="spacer" presStyleCnt="0"/>
      <dgm:spPr/>
    </dgm:pt>
    <dgm:pt modelId="{DBE8F2E1-2FB6-4512-8F45-18DC3BA74ED6}" type="pres">
      <dgm:prSet presAssocID="{9F31B400-ACA4-41DB-830F-98974FA257C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65C2204-BDA0-44ED-81B1-AA9B72EB46B6}" type="presOf" srcId="{7E20BD56-420D-4E7B-9105-D2C822D66019}" destId="{96ADE5A8-A958-4C61-BC00-24E93053FA7C}" srcOrd="0" destOrd="0" presId="urn:microsoft.com/office/officeart/2005/8/layout/vList2"/>
    <dgm:cxn modelId="{AA7F3606-E8D7-4F83-841D-F778F8905C93}" type="presOf" srcId="{9F31B400-ACA4-41DB-830F-98974FA257C3}" destId="{DBE8F2E1-2FB6-4512-8F45-18DC3BA74ED6}" srcOrd="0" destOrd="0" presId="urn:microsoft.com/office/officeart/2005/8/layout/vList2"/>
    <dgm:cxn modelId="{0F38463C-CEF4-4DBF-91D8-691CC5FB844C}" type="presOf" srcId="{EA56BD07-7109-4148-BF1A-33EBDA07B696}" destId="{120C92CC-D4FB-4488-B329-E79578993D8E}" srcOrd="0" destOrd="0" presId="urn:microsoft.com/office/officeart/2005/8/layout/vList2"/>
    <dgm:cxn modelId="{CAC3D13C-9CDC-4EE5-BDC8-D4CB6FC75CC1}" srcId="{7E20BD56-420D-4E7B-9105-D2C822D66019}" destId="{C2D6BAB0-7099-42DC-9486-107F4A1D3042}" srcOrd="1" destOrd="0" parTransId="{F9A54426-DC59-461C-8B01-AFA799207C64}" sibTransId="{125D0E63-EEB4-4C03-B430-2DFD47DC9E3A}"/>
    <dgm:cxn modelId="{D799DD5B-F01B-46C1-936E-854011BE85E8}" srcId="{7E20BD56-420D-4E7B-9105-D2C822D66019}" destId="{9F31B400-ACA4-41DB-830F-98974FA257C3}" srcOrd="3" destOrd="0" parTransId="{51376A59-C74C-4933-B24C-77CED0C91181}" sibTransId="{2E7FD953-235A-4F8C-8C09-F1C275DCC7A8}"/>
    <dgm:cxn modelId="{E3DB264C-AACF-43C3-85DE-6F22074B4DE3}" type="presOf" srcId="{6AE6DED0-2B56-4D62-83A5-911A0C3CB061}" destId="{A028E6D8-3158-48C1-B7A9-8D2373EDC793}" srcOrd="0" destOrd="0" presId="urn:microsoft.com/office/officeart/2005/8/layout/vList2"/>
    <dgm:cxn modelId="{3BEEB3C0-E62E-4412-B6AE-E8A5D6756EDC}" srcId="{7E20BD56-420D-4E7B-9105-D2C822D66019}" destId="{EA56BD07-7109-4148-BF1A-33EBDA07B696}" srcOrd="0" destOrd="0" parTransId="{A44195FE-9858-4816-A8C2-78795B785CE7}" sibTransId="{A9576087-6273-4DA2-A5A1-13EA56E0D83B}"/>
    <dgm:cxn modelId="{23DB29DB-6C4D-49F9-B688-4FB4A7D27845}" type="presOf" srcId="{C2D6BAB0-7099-42DC-9486-107F4A1D3042}" destId="{A69070CD-852B-4F56-A5A1-E2DD19216845}" srcOrd="0" destOrd="0" presId="urn:microsoft.com/office/officeart/2005/8/layout/vList2"/>
    <dgm:cxn modelId="{F6EB89E4-706D-4C93-BA57-4A5B791166AA}" srcId="{7E20BD56-420D-4E7B-9105-D2C822D66019}" destId="{6AE6DED0-2B56-4D62-83A5-911A0C3CB061}" srcOrd="2" destOrd="0" parTransId="{672EB3F8-132C-46FB-98A2-F749A48625D7}" sibTransId="{DB52AEDD-92E6-4629-AAA1-27E7CD8EA328}"/>
    <dgm:cxn modelId="{D7BED307-E737-4774-BB20-920A27DDC852}" type="presParOf" srcId="{96ADE5A8-A958-4C61-BC00-24E93053FA7C}" destId="{120C92CC-D4FB-4488-B329-E79578993D8E}" srcOrd="0" destOrd="0" presId="urn:microsoft.com/office/officeart/2005/8/layout/vList2"/>
    <dgm:cxn modelId="{066C2B44-67EB-4972-A240-DD9EF741903C}" type="presParOf" srcId="{96ADE5A8-A958-4C61-BC00-24E93053FA7C}" destId="{54120938-8095-4B56-BB08-6B51D965A3B0}" srcOrd="1" destOrd="0" presId="urn:microsoft.com/office/officeart/2005/8/layout/vList2"/>
    <dgm:cxn modelId="{D894B58D-ADAB-4AFF-ABD9-7054B2DDB385}" type="presParOf" srcId="{96ADE5A8-A958-4C61-BC00-24E93053FA7C}" destId="{A69070CD-852B-4F56-A5A1-E2DD19216845}" srcOrd="2" destOrd="0" presId="urn:microsoft.com/office/officeart/2005/8/layout/vList2"/>
    <dgm:cxn modelId="{DA2B359E-B6A4-460A-9DCF-DC039A71B1E1}" type="presParOf" srcId="{96ADE5A8-A958-4C61-BC00-24E93053FA7C}" destId="{8BDEAF6C-B1E7-45D5-84EB-05598451429E}" srcOrd="3" destOrd="0" presId="urn:microsoft.com/office/officeart/2005/8/layout/vList2"/>
    <dgm:cxn modelId="{D2820FB2-5A4F-43AF-B249-AC167B5850A4}" type="presParOf" srcId="{96ADE5A8-A958-4C61-BC00-24E93053FA7C}" destId="{A028E6D8-3158-48C1-B7A9-8D2373EDC793}" srcOrd="4" destOrd="0" presId="urn:microsoft.com/office/officeart/2005/8/layout/vList2"/>
    <dgm:cxn modelId="{466E4AF2-F673-4BDC-AEA5-8A907AF007CB}" type="presParOf" srcId="{96ADE5A8-A958-4C61-BC00-24E93053FA7C}" destId="{A1A79818-6176-4752-8638-A3C2B9FDB5B7}" srcOrd="5" destOrd="0" presId="urn:microsoft.com/office/officeart/2005/8/layout/vList2"/>
    <dgm:cxn modelId="{40A6CB71-F632-472A-BF6B-7D5D4C01C3A4}" type="presParOf" srcId="{96ADE5A8-A958-4C61-BC00-24E93053FA7C}" destId="{DBE8F2E1-2FB6-4512-8F45-18DC3BA74ED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9BFE3FE-13AB-4C94-860E-F56D2A3C148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422123-A0E5-4B1C-B30A-E2A1214E79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structured communication (Situation → Risk → Action → Owner → Timeline)</a:t>
          </a:r>
        </a:p>
      </dgm:t>
    </dgm:pt>
    <dgm:pt modelId="{2A1B33D3-6AE9-4BF1-9AD1-1FF81DB7531B}" type="parTrans" cxnId="{7C49CF17-55E0-4386-903D-86E75C71A2DD}">
      <dgm:prSet/>
      <dgm:spPr/>
      <dgm:t>
        <a:bodyPr/>
        <a:lstStyle/>
        <a:p>
          <a:endParaRPr lang="en-US"/>
        </a:p>
      </dgm:t>
    </dgm:pt>
    <dgm:pt modelId="{B0C26204-9F11-4683-9627-5A1165122285}" type="sibTrans" cxnId="{7C49CF17-55E0-4386-903D-86E75C71A2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FC84FD9-27AF-4BB5-9D42-2989AFED38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Confirm understanding (ask others to repeat next steps)</a:t>
          </a:r>
        </a:p>
      </dgm:t>
    </dgm:pt>
    <dgm:pt modelId="{45E351A1-79F3-4A9B-87C0-52C135F746C4}" type="parTrans" cxnId="{09B2C702-E7FD-4155-8CEF-FBBE2E3921CC}">
      <dgm:prSet/>
      <dgm:spPr/>
      <dgm:t>
        <a:bodyPr/>
        <a:lstStyle/>
        <a:p>
          <a:endParaRPr lang="en-US"/>
        </a:p>
      </dgm:t>
    </dgm:pt>
    <dgm:pt modelId="{7C7A987B-7D28-438C-8418-B0C6849B3BE6}" type="sibTrans" cxnId="{09B2C702-E7FD-4155-8CEF-FBBE2E3921C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7394B9-1066-4AB4-8671-4152AB92C3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Avoid jargon — match message to audience</a:t>
          </a:r>
        </a:p>
      </dgm:t>
    </dgm:pt>
    <dgm:pt modelId="{ABC0FB7E-9765-453C-960B-A9A70DC17B71}" type="parTrans" cxnId="{FC56B6AA-5F49-418C-BD18-8BD771757EB3}">
      <dgm:prSet/>
      <dgm:spPr/>
      <dgm:t>
        <a:bodyPr/>
        <a:lstStyle/>
        <a:p>
          <a:endParaRPr lang="en-US"/>
        </a:p>
      </dgm:t>
    </dgm:pt>
    <dgm:pt modelId="{BE0A50DE-223A-45C1-BD82-6AB828262568}" type="sibTrans" cxnId="{FC56B6AA-5F49-418C-BD18-8BD771757EB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1DCDFA-5AD7-45BC-9D3E-5D8A283225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Document decisions and action items</a:t>
          </a:r>
        </a:p>
      </dgm:t>
    </dgm:pt>
    <dgm:pt modelId="{70F98FA9-A13E-4A11-923E-176B17A8AA0B}" type="parTrans" cxnId="{7604165A-ECC9-4A0F-8F76-179AA118CCA7}">
      <dgm:prSet/>
      <dgm:spPr/>
      <dgm:t>
        <a:bodyPr/>
        <a:lstStyle/>
        <a:p>
          <a:endParaRPr lang="en-US"/>
        </a:p>
      </dgm:t>
    </dgm:pt>
    <dgm:pt modelId="{2A9253D2-669D-4E6F-8E38-4B5135B6296D}" type="sibTrans" cxnId="{7604165A-ECC9-4A0F-8F76-179AA118CC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FA98945-744D-4537-B59B-B22E5ACA79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Encourage questions and clarification early</a:t>
          </a:r>
        </a:p>
      </dgm:t>
    </dgm:pt>
    <dgm:pt modelId="{44606486-1D35-4A53-89CF-AE580A714A70}" type="parTrans" cxnId="{BF110C46-A9C0-4748-854E-954753327B29}">
      <dgm:prSet/>
      <dgm:spPr/>
      <dgm:t>
        <a:bodyPr/>
        <a:lstStyle/>
        <a:p>
          <a:endParaRPr lang="en-US"/>
        </a:p>
      </dgm:t>
    </dgm:pt>
    <dgm:pt modelId="{C41DC185-46DD-4A15-A300-E5507B2B88EA}" type="sibTrans" cxnId="{BF110C46-A9C0-4748-854E-954753327B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AF398B4-C6B6-4FAE-B7E2-A064AC7458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Summarize key points at end of meetings</a:t>
          </a:r>
        </a:p>
      </dgm:t>
    </dgm:pt>
    <dgm:pt modelId="{2ED1A8B6-739B-4B4F-BE6B-3CDA8AFC66FF}" type="parTrans" cxnId="{C589BFB0-A2B9-43FA-B3BB-8EDE5E74DC82}">
      <dgm:prSet/>
      <dgm:spPr/>
      <dgm:t>
        <a:bodyPr/>
        <a:lstStyle/>
        <a:p>
          <a:endParaRPr lang="en-US"/>
        </a:p>
      </dgm:t>
    </dgm:pt>
    <dgm:pt modelId="{3C963890-56CF-489F-8D4A-10008800111B}" type="sibTrans" cxnId="{C589BFB0-A2B9-43FA-B3BB-8EDE5E74DC82}">
      <dgm:prSet/>
      <dgm:spPr/>
      <dgm:t>
        <a:bodyPr/>
        <a:lstStyle/>
        <a:p>
          <a:endParaRPr lang="en-US"/>
        </a:p>
      </dgm:t>
    </dgm:pt>
    <dgm:pt modelId="{FE746C2D-3971-4779-9EA6-8695807FE9D9}" type="pres">
      <dgm:prSet presAssocID="{39BFE3FE-13AB-4C94-860E-F56D2A3C148F}" presName="root" presStyleCnt="0">
        <dgm:presLayoutVars>
          <dgm:dir/>
          <dgm:resizeHandles val="exact"/>
        </dgm:presLayoutVars>
      </dgm:prSet>
      <dgm:spPr/>
    </dgm:pt>
    <dgm:pt modelId="{5B3965B4-7865-47BA-9A5D-79A6542BFF71}" type="pres">
      <dgm:prSet presAssocID="{39BFE3FE-13AB-4C94-860E-F56D2A3C148F}" presName="container" presStyleCnt="0">
        <dgm:presLayoutVars>
          <dgm:dir/>
          <dgm:resizeHandles val="exact"/>
        </dgm:presLayoutVars>
      </dgm:prSet>
      <dgm:spPr/>
    </dgm:pt>
    <dgm:pt modelId="{8C25EC8D-207E-42A3-B321-00B42667EE17}" type="pres">
      <dgm:prSet presAssocID="{F6422123-A0E5-4B1C-B30A-E2A1214E79AB}" presName="compNode" presStyleCnt="0"/>
      <dgm:spPr/>
    </dgm:pt>
    <dgm:pt modelId="{53BC75B9-E205-4286-9751-1C88B1C0DBA6}" type="pres">
      <dgm:prSet presAssocID="{F6422123-A0E5-4B1C-B30A-E2A1214E79AB}" presName="iconBgRect" presStyleLbl="bgShp" presStyleIdx="0" presStyleCnt="6"/>
      <dgm:spPr/>
    </dgm:pt>
    <dgm:pt modelId="{CAD53706-B0B6-472C-A04F-78EB2C966C80}" type="pres">
      <dgm:prSet presAssocID="{F6422123-A0E5-4B1C-B30A-E2A1214E79A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9988E24-0297-4376-8A07-996F19DEF731}" type="pres">
      <dgm:prSet presAssocID="{F6422123-A0E5-4B1C-B30A-E2A1214E79AB}" presName="spaceRect" presStyleCnt="0"/>
      <dgm:spPr/>
    </dgm:pt>
    <dgm:pt modelId="{6C7A6754-5F16-4116-A0C7-1C7093BDF8F0}" type="pres">
      <dgm:prSet presAssocID="{F6422123-A0E5-4B1C-B30A-E2A1214E79AB}" presName="textRect" presStyleLbl="revTx" presStyleIdx="0" presStyleCnt="6">
        <dgm:presLayoutVars>
          <dgm:chMax val="1"/>
          <dgm:chPref val="1"/>
        </dgm:presLayoutVars>
      </dgm:prSet>
      <dgm:spPr/>
    </dgm:pt>
    <dgm:pt modelId="{0D244ECD-AA46-42BD-800D-B500C6578BA8}" type="pres">
      <dgm:prSet presAssocID="{B0C26204-9F11-4683-9627-5A1165122285}" presName="sibTrans" presStyleLbl="sibTrans2D1" presStyleIdx="0" presStyleCnt="0"/>
      <dgm:spPr/>
    </dgm:pt>
    <dgm:pt modelId="{91A1C8E0-383C-40F9-894A-CE1E3EBF8C12}" type="pres">
      <dgm:prSet presAssocID="{FFC84FD9-27AF-4BB5-9D42-2989AFED383A}" presName="compNode" presStyleCnt="0"/>
      <dgm:spPr/>
    </dgm:pt>
    <dgm:pt modelId="{A90EE841-B87B-4967-B322-1332DDD9EFA9}" type="pres">
      <dgm:prSet presAssocID="{FFC84FD9-27AF-4BB5-9D42-2989AFED383A}" presName="iconBgRect" presStyleLbl="bgShp" presStyleIdx="1" presStyleCnt="6"/>
      <dgm:spPr/>
    </dgm:pt>
    <dgm:pt modelId="{C0859A35-EDE4-43A0-8257-8C9CE350B75D}" type="pres">
      <dgm:prSet presAssocID="{FFC84FD9-27AF-4BB5-9D42-2989AFED383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nce Steps"/>
        </a:ext>
      </dgm:extLst>
    </dgm:pt>
    <dgm:pt modelId="{F8C761DE-ABAA-43C1-A28C-2B8F81D31850}" type="pres">
      <dgm:prSet presAssocID="{FFC84FD9-27AF-4BB5-9D42-2989AFED383A}" presName="spaceRect" presStyleCnt="0"/>
      <dgm:spPr/>
    </dgm:pt>
    <dgm:pt modelId="{0A261779-DC30-40C7-89BD-3265A06E59BE}" type="pres">
      <dgm:prSet presAssocID="{FFC84FD9-27AF-4BB5-9D42-2989AFED383A}" presName="textRect" presStyleLbl="revTx" presStyleIdx="1" presStyleCnt="6">
        <dgm:presLayoutVars>
          <dgm:chMax val="1"/>
          <dgm:chPref val="1"/>
        </dgm:presLayoutVars>
      </dgm:prSet>
      <dgm:spPr/>
    </dgm:pt>
    <dgm:pt modelId="{08E33B34-7BF3-4297-B73F-96AAD72688B9}" type="pres">
      <dgm:prSet presAssocID="{7C7A987B-7D28-438C-8418-B0C6849B3BE6}" presName="sibTrans" presStyleLbl="sibTrans2D1" presStyleIdx="0" presStyleCnt="0"/>
      <dgm:spPr/>
    </dgm:pt>
    <dgm:pt modelId="{3B4C03E8-AEE4-4064-8F0B-CECD0AA280ED}" type="pres">
      <dgm:prSet presAssocID="{D87394B9-1066-4AB4-8671-4152AB92C37B}" presName="compNode" presStyleCnt="0"/>
      <dgm:spPr/>
    </dgm:pt>
    <dgm:pt modelId="{0DBB9DEF-0C26-4995-B2AF-1B04EDD60844}" type="pres">
      <dgm:prSet presAssocID="{D87394B9-1066-4AB4-8671-4152AB92C37B}" presName="iconBgRect" presStyleLbl="bgShp" presStyleIdx="2" presStyleCnt="6"/>
      <dgm:spPr/>
    </dgm:pt>
    <dgm:pt modelId="{E99139C8-0284-4FFC-A00D-80CEA1E7F147}" type="pres">
      <dgm:prSet presAssocID="{D87394B9-1066-4AB4-8671-4152AB92C37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A316D768-74FE-4DB5-A5DC-E1083BCAF0F9}" type="pres">
      <dgm:prSet presAssocID="{D87394B9-1066-4AB4-8671-4152AB92C37B}" presName="spaceRect" presStyleCnt="0"/>
      <dgm:spPr/>
    </dgm:pt>
    <dgm:pt modelId="{488D644C-8DA7-4E11-8D75-4242633AC74E}" type="pres">
      <dgm:prSet presAssocID="{D87394B9-1066-4AB4-8671-4152AB92C37B}" presName="textRect" presStyleLbl="revTx" presStyleIdx="2" presStyleCnt="6">
        <dgm:presLayoutVars>
          <dgm:chMax val="1"/>
          <dgm:chPref val="1"/>
        </dgm:presLayoutVars>
      </dgm:prSet>
      <dgm:spPr/>
    </dgm:pt>
    <dgm:pt modelId="{51468309-7299-4E0B-83D3-F2D651EE64F9}" type="pres">
      <dgm:prSet presAssocID="{BE0A50DE-223A-45C1-BD82-6AB828262568}" presName="sibTrans" presStyleLbl="sibTrans2D1" presStyleIdx="0" presStyleCnt="0"/>
      <dgm:spPr/>
    </dgm:pt>
    <dgm:pt modelId="{FA35D80C-0457-4A7D-A487-E31AA785ACA9}" type="pres">
      <dgm:prSet presAssocID="{BE1DCDFA-5AD7-45BC-9D3E-5D8A28322507}" presName="compNode" presStyleCnt="0"/>
      <dgm:spPr/>
    </dgm:pt>
    <dgm:pt modelId="{AF7D1B63-6173-414F-9DE6-F1193E96F7B8}" type="pres">
      <dgm:prSet presAssocID="{BE1DCDFA-5AD7-45BC-9D3E-5D8A28322507}" presName="iconBgRect" presStyleLbl="bgShp" presStyleIdx="3" presStyleCnt="6"/>
      <dgm:spPr/>
    </dgm:pt>
    <dgm:pt modelId="{9BB093A2-48B7-43B7-A5E6-D7D8DD5F8A3C}" type="pres">
      <dgm:prSet presAssocID="{BE1DCDFA-5AD7-45BC-9D3E-5D8A2832250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B754FFD-9D4F-433A-815E-3BBC446DAD23}" type="pres">
      <dgm:prSet presAssocID="{BE1DCDFA-5AD7-45BC-9D3E-5D8A28322507}" presName="spaceRect" presStyleCnt="0"/>
      <dgm:spPr/>
    </dgm:pt>
    <dgm:pt modelId="{F9590304-E15F-4EFF-B90A-0B281BB5C634}" type="pres">
      <dgm:prSet presAssocID="{BE1DCDFA-5AD7-45BC-9D3E-5D8A28322507}" presName="textRect" presStyleLbl="revTx" presStyleIdx="3" presStyleCnt="6">
        <dgm:presLayoutVars>
          <dgm:chMax val="1"/>
          <dgm:chPref val="1"/>
        </dgm:presLayoutVars>
      </dgm:prSet>
      <dgm:spPr/>
    </dgm:pt>
    <dgm:pt modelId="{4024C715-5510-47B7-9CC4-74C83E4458EC}" type="pres">
      <dgm:prSet presAssocID="{2A9253D2-669D-4E6F-8E38-4B5135B6296D}" presName="sibTrans" presStyleLbl="sibTrans2D1" presStyleIdx="0" presStyleCnt="0"/>
      <dgm:spPr/>
    </dgm:pt>
    <dgm:pt modelId="{C6D22B4A-E83F-4F0C-AA5D-807299426D1F}" type="pres">
      <dgm:prSet presAssocID="{CFA98945-744D-4537-B59B-B22E5ACA7906}" presName="compNode" presStyleCnt="0"/>
      <dgm:spPr/>
    </dgm:pt>
    <dgm:pt modelId="{B8F9EF47-75BE-406E-9C24-960BDB9DE22F}" type="pres">
      <dgm:prSet presAssocID="{CFA98945-744D-4537-B59B-B22E5ACA7906}" presName="iconBgRect" presStyleLbl="bgShp" presStyleIdx="4" presStyleCnt="6"/>
      <dgm:spPr/>
    </dgm:pt>
    <dgm:pt modelId="{D565116A-59EB-4E38-AA48-EA60E109E0F7}" type="pres">
      <dgm:prSet presAssocID="{CFA98945-744D-4537-B59B-B22E5ACA790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F4993E2A-7BA8-49A1-BBC7-22684D640E76}" type="pres">
      <dgm:prSet presAssocID="{CFA98945-744D-4537-B59B-B22E5ACA7906}" presName="spaceRect" presStyleCnt="0"/>
      <dgm:spPr/>
    </dgm:pt>
    <dgm:pt modelId="{2C801D92-CF88-465D-B359-78A3E6B1C96F}" type="pres">
      <dgm:prSet presAssocID="{CFA98945-744D-4537-B59B-B22E5ACA7906}" presName="textRect" presStyleLbl="revTx" presStyleIdx="4" presStyleCnt="6">
        <dgm:presLayoutVars>
          <dgm:chMax val="1"/>
          <dgm:chPref val="1"/>
        </dgm:presLayoutVars>
      </dgm:prSet>
      <dgm:spPr/>
    </dgm:pt>
    <dgm:pt modelId="{B24B58F8-7B69-4846-A459-F9718669ED28}" type="pres">
      <dgm:prSet presAssocID="{C41DC185-46DD-4A15-A300-E5507B2B88EA}" presName="sibTrans" presStyleLbl="sibTrans2D1" presStyleIdx="0" presStyleCnt="0"/>
      <dgm:spPr/>
    </dgm:pt>
    <dgm:pt modelId="{8F72056B-78DB-4F69-B340-1119A84901C3}" type="pres">
      <dgm:prSet presAssocID="{1AF398B4-C6B6-4FAE-B7E2-A064AC745813}" presName="compNode" presStyleCnt="0"/>
      <dgm:spPr/>
    </dgm:pt>
    <dgm:pt modelId="{77C9A265-8EED-4411-8555-F6751F29582C}" type="pres">
      <dgm:prSet presAssocID="{1AF398B4-C6B6-4FAE-B7E2-A064AC745813}" presName="iconBgRect" presStyleLbl="bgShp" presStyleIdx="5" presStyleCnt="6"/>
      <dgm:spPr/>
    </dgm:pt>
    <dgm:pt modelId="{A463BD64-D6E2-429C-8F25-0EA2B49104D1}" type="pres">
      <dgm:prSet presAssocID="{1AF398B4-C6B6-4FAE-B7E2-A064AC74581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01C58495-ED9E-4BB7-8A06-1673D869295A}" type="pres">
      <dgm:prSet presAssocID="{1AF398B4-C6B6-4FAE-B7E2-A064AC745813}" presName="spaceRect" presStyleCnt="0"/>
      <dgm:spPr/>
    </dgm:pt>
    <dgm:pt modelId="{38EFDDA6-7B12-4D4B-9EE5-977DFC11B0CA}" type="pres">
      <dgm:prSet presAssocID="{1AF398B4-C6B6-4FAE-B7E2-A064AC74581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9B2C702-E7FD-4155-8CEF-FBBE2E3921CC}" srcId="{39BFE3FE-13AB-4C94-860E-F56D2A3C148F}" destId="{FFC84FD9-27AF-4BB5-9D42-2989AFED383A}" srcOrd="1" destOrd="0" parTransId="{45E351A1-79F3-4A9B-87C0-52C135F746C4}" sibTransId="{7C7A987B-7D28-438C-8418-B0C6849B3BE6}"/>
    <dgm:cxn modelId="{6098D312-D29F-4034-BF92-DB6699B73141}" type="presOf" srcId="{FFC84FD9-27AF-4BB5-9D42-2989AFED383A}" destId="{0A261779-DC30-40C7-89BD-3265A06E59BE}" srcOrd="0" destOrd="0" presId="urn:microsoft.com/office/officeart/2018/2/layout/IconCircleList"/>
    <dgm:cxn modelId="{7C49CF17-55E0-4386-903D-86E75C71A2DD}" srcId="{39BFE3FE-13AB-4C94-860E-F56D2A3C148F}" destId="{F6422123-A0E5-4B1C-B30A-E2A1214E79AB}" srcOrd="0" destOrd="0" parTransId="{2A1B33D3-6AE9-4BF1-9AD1-1FF81DB7531B}" sibTransId="{B0C26204-9F11-4683-9627-5A1165122285}"/>
    <dgm:cxn modelId="{6E223A1A-8EAD-4CF1-BA83-322FB0AC6B45}" type="presOf" srcId="{BE1DCDFA-5AD7-45BC-9D3E-5D8A28322507}" destId="{F9590304-E15F-4EFF-B90A-0B281BB5C634}" srcOrd="0" destOrd="0" presId="urn:microsoft.com/office/officeart/2018/2/layout/IconCircleList"/>
    <dgm:cxn modelId="{DAFE8C1D-69C4-4F78-AC74-7D3E7DAE2BB0}" type="presOf" srcId="{C41DC185-46DD-4A15-A300-E5507B2B88EA}" destId="{B24B58F8-7B69-4846-A459-F9718669ED28}" srcOrd="0" destOrd="0" presId="urn:microsoft.com/office/officeart/2018/2/layout/IconCircleList"/>
    <dgm:cxn modelId="{83E6653C-2094-4BEA-A7C9-6E646F96E4EC}" type="presOf" srcId="{F6422123-A0E5-4B1C-B30A-E2A1214E79AB}" destId="{6C7A6754-5F16-4116-A0C7-1C7093BDF8F0}" srcOrd="0" destOrd="0" presId="urn:microsoft.com/office/officeart/2018/2/layout/IconCircleList"/>
    <dgm:cxn modelId="{A9332863-D536-470C-8879-D49D6C9A550A}" type="presOf" srcId="{1AF398B4-C6B6-4FAE-B7E2-A064AC745813}" destId="{38EFDDA6-7B12-4D4B-9EE5-977DFC11B0CA}" srcOrd="0" destOrd="0" presId="urn:microsoft.com/office/officeart/2018/2/layout/IconCircleList"/>
    <dgm:cxn modelId="{4BC44C44-9215-4E8A-9C62-BEE71948D37E}" type="presOf" srcId="{D87394B9-1066-4AB4-8671-4152AB92C37B}" destId="{488D644C-8DA7-4E11-8D75-4242633AC74E}" srcOrd="0" destOrd="0" presId="urn:microsoft.com/office/officeart/2018/2/layout/IconCircleList"/>
    <dgm:cxn modelId="{BF110C46-A9C0-4748-854E-954753327B29}" srcId="{39BFE3FE-13AB-4C94-860E-F56D2A3C148F}" destId="{CFA98945-744D-4537-B59B-B22E5ACA7906}" srcOrd="4" destOrd="0" parTransId="{44606486-1D35-4A53-89CF-AE580A714A70}" sibTransId="{C41DC185-46DD-4A15-A300-E5507B2B88EA}"/>
    <dgm:cxn modelId="{7604165A-ECC9-4A0F-8F76-179AA118CCA7}" srcId="{39BFE3FE-13AB-4C94-860E-F56D2A3C148F}" destId="{BE1DCDFA-5AD7-45BC-9D3E-5D8A28322507}" srcOrd="3" destOrd="0" parTransId="{70F98FA9-A13E-4A11-923E-176B17A8AA0B}" sibTransId="{2A9253D2-669D-4E6F-8E38-4B5135B6296D}"/>
    <dgm:cxn modelId="{4F40FA87-3FDA-4D5E-9F1A-20E8B19523BB}" type="presOf" srcId="{2A9253D2-669D-4E6F-8E38-4B5135B6296D}" destId="{4024C715-5510-47B7-9CC4-74C83E4458EC}" srcOrd="0" destOrd="0" presId="urn:microsoft.com/office/officeart/2018/2/layout/IconCircleList"/>
    <dgm:cxn modelId="{9E1859AA-A356-495E-9780-1BE2BE49CB60}" type="presOf" srcId="{39BFE3FE-13AB-4C94-860E-F56D2A3C148F}" destId="{FE746C2D-3971-4779-9EA6-8695807FE9D9}" srcOrd="0" destOrd="0" presId="urn:microsoft.com/office/officeart/2018/2/layout/IconCircleList"/>
    <dgm:cxn modelId="{FC56B6AA-5F49-418C-BD18-8BD771757EB3}" srcId="{39BFE3FE-13AB-4C94-860E-F56D2A3C148F}" destId="{D87394B9-1066-4AB4-8671-4152AB92C37B}" srcOrd="2" destOrd="0" parTransId="{ABC0FB7E-9765-453C-960B-A9A70DC17B71}" sibTransId="{BE0A50DE-223A-45C1-BD82-6AB828262568}"/>
    <dgm:cxn modelId="{C589BFB0-A2B9-43FA-B3BB-8EDE5E74DC82}" srcId="{39BFE3FE-13AB-4C94-860E-F56D2A3C148F}" destId="{1AF398B4-C6B6-4FAE-B7E2-A064AC745813}" srcOrd="5" destOrd="0" parTransId="{2ED1A8B6-739B-4B4F-BE6B-3CDA8AFC66FF}" sibTransId="{3C963890-56CF-489F-8D4A-10008800111B}"/>
    <dgm:cxn modelId="{800C20B3-6629-48DE-8424-2F9655F6F426}" type="presOf" srcId="{7C7A987B-7D28-438C-8418-B0C6849B3BE6}" destId="{08E33B34-7BF3-4297-B73F-96AAD72688B9}" srcOrd="0" destOrd="0" presId="urn:microsoft.com/office/officeart/2018/2/layout/IconCircleList"/>
    <dgm:cxn modelId="{FAC321BB-AD2E-4345-95CC-196E98836192}" type="presOf" srcId="{BE0A50DE-223A-45C1-BD82-6AB828262568}" destId="{51468309-7299-4E0B-83D3-F2D651EE64F9}" srcOrd="0" destOrd="0" presId="urn:microsoft.com/office/officeart/2018/2/layout/IconCircleList"/>
    <dgm:cxn modelId="{FB4195E3-8178-4279-BB93-9893907D9F11}" type="presOf" srcId="{B0C26204-9F11-4683-9627-5A1165122285}" destId="{0D244ECD-AA46-42BD-800D-B500C6578BA8}" srcOrd="0" destOrd="0" presId="urn:microsoft.com/office/officeart/2018/2/layout/IconCircleList"/>
    <dgm:cxn modelId="{BB1B6DF6-C0E8-441C-8F06-0F54DB0DF8DC}" type="presOf" srcId="{CFA98945-744D-4537-B59B-B22E5ACA7906}" destId="{2C801D92-CF88-465D-B359-78A3E6B1C96F}" srcOrd="0" destOrd="0" presId="urn:microsoft.com/office/officeart/2018/2/layout/IconCircleList"/>
    <dgm:cxn modelId="{C52ADA70-D87D-467A-8751-2C170766D95F}" type="presParOf" srcId="{FE746C2D-3971-4779-9EA6-8695807FE9D9}" destId="{5B3965B4-7865-47BA-9A5D-79A6542BFF71}" srcOrd="0" destOrd="0" presId="urn:microsoft.com/office/officeart/2018/2/layout/IconCircleList"/>
    <dgm:cxn modelId="{F4A9F202-0456-4C5B-B389-72D3F1D26ED4}" type="presParOf" srcId="{5B3965B4-7865-47BA-9A5D-79A6542BFF71}" destId="{8C25EC8D-207E-42A3-B321-00B42667EE17}" srcOrd="0" destOrd="0" presId="urn:microsoft.com/office/officeart/2018/2/layout/IconCircleList"/>
    <dgm:cxn modelId="{0BB45D2A-B528-4012-ACB2-3A6794AD997C}" type="presParOf" srcId="{8C25EC8D-207E-42A3-B321-00B42667EE17}" destId="{53BC75B9-E205-4286-9751-1C88B1C0DBA6}" srcOrd="0" destOrd="0" presId="urn:microsoft.com/office/officeart/2018/2/layout/IconCircleList"/>
    <dgm:cxn modelId="{443A8723-C6D1-409C-8D26-484BA5C3D33B}" type="presParOf" srcId="{8C25EC8D-207E-42A3-B321-00B42667EE17}" destId="{CAD53706-B0B6-472C-A04F-78EB2C966C80}" srcOrd="1" destOrd="0" presId="urn:microsoft.com/office/officeart/2018/2/layout/IconCircleList"/>
    <dgm:cxn modelId="{90E02E36-F2EC-4984-96C6-297BA5F53E58}" type="presParOf" srcId="{8C25EC8D-207E-42A3-B321-00B42667EE17}" destId="{79988E24-0297-4376-8A07-996F19DEF731}" srcOrd="2" destOrd="0" presId="urn:microsoft.com/office/officeart/2018/2/layout/IconCircleList"/>
    <dgm:cxn modelId="{F1E0B068-80DC-4A34-8378-2EB6A5179748}" type="presParOf" srcId="{8C25EC8D-207E-42A3-B321-00B42667EE17}" destId="{6C7A6754-5F16-4116-A0C7-1C7093BDF8F0}" srcOrd="3" destOrd="0" presId="urn:microsoft.com/office/officeart/2018/2/layout/IconCircleList"/>
    <dgm:cxn modelId="{BACB954E-A571-45D5-A88B-262C9A3F4680}" type="presParOf" srcId="{5B3965B4-7865-47BA-9A5D-79A6542BFF71}" destId="{0D244ECD-AA46-42BD-800D-B500C6578BA8}" srcOrd="1" destOrd="0" presId="urn:microsoft.com/office/officeart/2018/2/layout/IconCircleList"/>
    <dgm:cxn modelId="{ACE8B350-A498-4265-BAA7-2320C4112C8F}" type="presParOf" srcId="{5B3965B4-7865-47BA-9A5D-79A6542BFF71}" destId="{91A1C8E0-383C-40F9-894A-CE1E3EBF8C12}" srcOrd="2" destOrd="0" presId="urn:microsoft.com/office/officeart/2018/2/layout/IconCircleList"/>
    <dgm:cxn modelId="{5E4556E8-0800-47A9-843D-3F5CF0D8F803}" type="presParOf" srcId="{91A1C8E0-383C-40F9-894A-CE1E3EBF8C12}" destId="{A90EE841-B87B-4967-B322-1332DDD9EFA9}" srcOrd="0" destOrd="0" presId="urn:microsoft.com/office/officeart/2018/2/layout/IconCircleList"/>
    <dgm:cxn modelId="{C600A339-8565-4115-BB8F-A504F6988E7A}" type="presParOf" srcId="{91A1C8E0-383C-40F9-894A-CE1E3EBF8C12}" destId="{C0859A35-EDE4-43A0-8257-8C9CE350B75D}" srcOrd="1" destOrd="0" presId="urn:microsoft.com/office/officeart/2018/2/layout/IconCircleList"/>
    <dgm:cxn modelId="{9FA4890A-4BB9-444F-9DAE-26668BE72F2F}" type="presParOf" srcId="{91A1C8E0-383C-40F9-894A-CE1E3EBF8C12}" destId="{F8C761DE-ABAA-43C1-A28C-2B8F81D31850}" srcOrd="2" destOrd="0" presId="urn:microsoft.com/office/officeart/2018/2/layout/IconCircleList"/>
    <dgm:cxn modelId="{DE0355E1-3BF2-44EE-B938-0021C8B8A1D0}" type="presParOf" srcId="{91A1C8E0-383C-40F9-894A-CE1E3EBF8C12}" destId="{0A261779-DC30-40C7-89BD-3265A06E59BE}" srcOrd="3" destOrd="0" presId="urn:microsoft.com/office/officeart/2018/2/layout/IconCircleList"/>
    <dgm:cxn modelId="{FA944AB3-33EE-46BA-9C5B-FE3A97A2BDD7}" type="presParOf" srcId="{5B3965B4-7865-47BA-9A5D-79A6542BFF71}" destId="{08E33B34-7BF3-4297-B73F-96AAD72688B9}" srcOrd="3" destOrd="0" presId="urn:microsoft.com/office/officeart/2018/2/layout/IconCircleList"/>
    <dgm:cxn modelId="{119EB526-086B-4B09-901C-39612F7F8166}" type="presParOf" srcId="{5B3965B4-7865-47BA-9A5D-79A6542BFF71}" destId="{3B4C03E8-AEE4-4064-8F0B-CECD0AA280ED}" srcOrd="4" destOrd="0" presId="urn:microsoft.com/office/officeart/2018/2/layout/IconCircleList"/>
    <dgm:cxn modelId="{55A76091-209A-4029-8CF2-DE224ADD769A}" type="presParOf" srcId="{3B4C03E8-AEE4-4064-8F0B-CECD0AA280ED}" destId="{0DBB9DEF-0C26-4995-B2AF-1B04EDD60844}" srcOrd="0" destOrd="0" presId="urn:microsoft.com/office/officeart/2018/2/layout/IconCircleList"/>
    <dgm:cxn modelId="{990E21CE-393D-4F71-B904-55DBD59BACEA}" type="presParOf" srcId="{3B4C03E8-AEE4-4064-8F0B-CECD0AA280ED}" destId="{E99139C8-0284-4FFC-A00D-80CEA1E7F147}" srcOrd="1" destOrd="0" presId="urn:microsoft.com/office/officeart/2018/2/layout/IconCircleList"/>
    <dgm:cxn modelId="{ED09C05D-C05C-4F3E-853E-AD86F4183495}" type="presParOf" srcId="{3B4C03E8-AEE4-4064-8F0B-CECD0AA280ED}" destId="{A316D768-74FE-4DB5-A5DC-E1083BCAF0F9}" srcOrd="2" destOrd="0" presId="urn:microsoft.com/office/officeart/2018/2/layout/IconCircleList"/>
    <dgm:cxn modelId="{B1E9A744-492A-4370-8734-7F4CCBEEACC2}" type="presParOf" srcId="{3B4C03E8-AEE4-4064-8F0B-CECD0AA280ED}" destId="{488D644C-8DA7-4E11-8D75-4242633AC74E}" srcOrd="3" destOrd="0" presId="urn:microsoft.com/office/officeart/2018/2/layout/IconCircleList"/>
    <dgm:cxn modelId="{D84793ED-E9E1-482D-9FDD-652719521B83}" type="presParOf" srcId="{5B3965B4-7865-47BA-9A5D-79A6542BFF71}" destId="{51468309-7299-4E0B-83D3-F2D651EE64F9}" srcOrd="5" destOrd="0" presId="urn:microsoft.com/office/officeart/2018/2/layout/IconCircleList"/>
    <dgm:cxn modelId="{38A1D1BE-AECA-4B5D-AFE7-C0E7204201B6}" type="presParOf" srcId="{5B3965B4-7865-47BA-9A5D-79A6542BFF71}" destId="{FA35D80C-0457-4A7D-A487-E31AA785ACA9}" srcOrd="6" destOrd="0" presId="urn:microsoft.com/office/officeart/2018/2/layout/IconCircleList"/>
    <dgm:cxn modelId="{564793EB-DDEC-4F14-837B-FF1EA109F53C}" type="presParOf" srcId="{FA35D80C-0457-4A7D-A487-E31AA785ACA9}" destId="{AF7D1B63-6173-414F-9DE6-F1193E96F7B8}" srcOrd="0" destOrd="0" presId="urn:microsoft.com/office/officeart/2018/2/layout/IconCircleList"/>
    <dgm:cxn modelId="{7EDC4265-0C12-48E3-A0A4-8B924DF4304F}" type="presParOf" srcId="{FA35D80C-0457-4A7D-A487-E31AA785ACA9}" destId="{9BB093A2-48B7-43B7-A5E6-D7D8DD5F8A3C}" srcOrd="1" destOrd="0" presId="urn:microsoft.com/office/officeart/2018/2/layout/IconCircleList"/>
    <dgm:cxn modelId="{74FCC82B-BA4B-46C0-981B-4E5EFA762BDE}" type="presParOf" srcId="{FA35D80C-0457-4A7D-A487-E31AA785ACA9}" destId="{EB754FFD-9D4F-433A-815E-3BBC446DAD23}" srcOrd="2" destOrd="0" presId="urn:microsoft.com/office/officeart/2018/2/layout/IconCircleList"/>
    <dgm:cxn modelId="{13CFD685-EF53-48D8-97F5-5507C0124BC6}" type="presParOf" srcId="{FA35D80C-0457-4A7D-A487-E31AA785ACA9}" destId="{F9590304-E15F-4EFF-B90A-0B281BB5C634}" srcOrd="3" destOrd="0" presId="urn:microsoft.com/office/officeart/2018/2/layout/IconCircleList"/>
    <dgm:cxn modelId="{732E43A4-4280-4741-87A5-6C9CB44319E5}" type="presParOf" srcId="{5B3965B4-7865-47BA-9A5D-79A6542BFF71}" destId="{4024C715-5510-47B7-9CC4-74C83E4458EC}" srcOrd="7" destOrd="0" presId="urn:microsoft.com/office/officeart/2018/2/layout/IconCircleList"/>
    <dgm:cxn modelId="{AF23DBAE-7916-4E22-BFFE-91F8CB86FBB8}" type="presParOf" srcId="{5B3965B4-7865-47BA-9A5D-79A6542BFF71}" destId="{C6D22B4A-E83F-4F0C-AA5D-807299426D1F}" srcOrd="8" destOrd="0" presId="urn:microsoft.com/office/officeart/2018/2/layout/IconCircleList"/>
    <dgm:cxn modelId="{E25D0962-4BDA-4A66-B7BC-810C8EBC5503}" type="presParOf" srcId="{C6D22B4A-E83F-4F0C-AA5D-807299426D1F}" destId="{B8F9EF47-75BE-406E-9C24-960BDB9DE22F}" srcOrd="0" destOrd="0" presId="urn:microsoft.com/office/officeart/2018/2/layout/IconCircleList"/>
    <dgm:cxn modelId="{7F4BE585-07E1-4880-90CF-0259369C8D65}" type="presParOf" srcId="{C6D22B4A-E83F-4F0C-AA5D-807299426D1F}" destId="{D565116A-59EB-4E38-AA48-EA60E109E0F7}" srcOrd="1" destOrd="0" presId="urn:microsoft.com/office/officeart/2018/2/layout/IconCircleList"/>
    <dgm:cxn modelId="{2D1F61A0-A4E1-4BDA-B77F-C2071BD83650}" type="presParOf" srcId="{C6D22B4A-E83F-4F0C-AA5D-807299426D1F}" destId="{F4993E2A-7BA8-49A1-BBC7-22684D640E76}" srcOrd="2" destOrd="0" presId="urn:microsoft.com/office/officeart/2018/2/layout/IconCircleList"/>
    <dgm:cxn modelId="{3391634B-4157-48A9-B04E-7740FE183830}" type="presParOf" srcId="{C6D22B4A-E83F-4F0C-AA5D-807299426D1F}" destId="{2C801D92-CF88-465D-B359-78A3E6B1C96F}" srcOrd="3" destOrd="0" presId="urn:microsoft.com/office/officeart/2018/2/layout/IconCircleList"/>
    <dgm:cxn modelId="{AC975DDF-5A33-4E0E-A1B8-BEF4F2D839C8}" type="presParOf" srcId="{5B3965B4-7865-47BA-9A5D-79A6542BFF71}" destId="{B24B58F8-7B69-4846-A459-F9718669ED28}" srcOrd="9" destOrd="0" presId="urn:microsoft.com/office/officeart/2018/2/layout/IconCircleList"/>
    <dgm:cxn modelId="{D5492E38-71E6-4BA4-BF53-FE82D330B18D}" type="presParOf" srcId="{5B3965B4-7865-47BA-9A5D-79A6542BFF71}" destId="{8F72056B-78DB-4F69-B340-1119A84901C3}" srcOrd="10" destOrd="0" presId="urn:microsoft.com/office/officeart/2018/2/layout/IconCircleList"/>
    <dgm:cxn modelId="{A364D1C5-804A-4092-9DFF-54BC2E5A291E}" type="presParOf" srcId="{8F72056B-78DB-4F69-B340-1119A84901C3}" destId="{77C9A265-8EED-4411-8555-F6751F29582C}" srcOrd="0" destOrd="0" presId="urn:microsoft.com/office/officeart/2018/2/layout/IconCircleList"/>
    <dgm:cxn modelId="{11E27EB5-8E30-4650-823F-5C3BC3093325}" type="presParOf" srcId="{8F72056B-78DB-4F69-B340-1119A84901C3}" destId="{A463BD64-D6E2-429C-8F25-0EA2B49104D1}" srcOrd="1" destOrd="0" presId="urn:microsoft.com/office/officeart/2018/2/layout/IconCircleList"/>
    <dgm:cxn modelId="{C1551652-359A-4A4F-AD1C-13F3FBD03D2A}" type="presParOf" srcId="{8F72056B-78DB-4F69-B340-1119A84901C3}" destId="{01C58495-ED9E-4BB7-8A06-1673D869295A}" srcOrd="2" destOrd="0" presId="urn:microsoft.com/office/officeart/2018/2/layout/IconCircleList"/>
    <dgm:cxn modelId="{4D0C7070-A1C4-42F0-9ABF-52369F50B440}" type="presParOf" srcId="{8F72056B-78DB-4F69-B340-1119A84901C3}" destId="{38EFDDA6-7B12-4D4B-9EE5-977DFC11B0C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8184D12-66E5-40DA-8D8B-440D1E6C280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788DC90-43F3-49AA-8BD2-DBB6B778F6FE}">
      <dgm:prSet/>
      <dgm:spPr/>
      <dgm:t>
        <a:bodyPr/>
        <a:lstStyle/>
        <a:p>
          <a:r>
            <a:rPr lang="en-US"/>
            <a:t>Pause — do not react emotionally</a:t>
          </a:r>
        </a:p>
      </dgm:t>
    </dgm:pt>
    <dgm:pt modelId="{DC0E9F8D-3996-45DF-A7D8-6FC0D4C19F6C}" type="parTrans" cxnId="{825006E5-A747-4900-A06D-7BE900FC2B88}">
      <dgm:prSet/>
      <dgm:spPr/>
      <dgm:t>
        <a:bodyPr/>
        <a:lstStyle/>
        <a:p>
          <a:endParaRPr lang="en-US"/>
        </a:p>
      </dgm:t>
    </dgm:pt>
    <dgm:pt modelId="{0B62FE40-C3CF-4543-93D8-49520A0CFC94}" type="sibTrans" cxnId="{825006E5-A747-4900-A06D-7BE900FC2B88}">
      <dgm:prSet/>
      <dgm:spPr/>
      <dgm:t>
        <a:bodyPr/>
        <a:lstStyle/>
        <a:p>
          <a:endParaRPr lang="en-US"/>
        </a:p>
      </dgm:t>
    </dgm:pt>
    <dgm:pt modelId="{979DDD5B-05FD-4041-928F-6F0F53179ECC}">
      <dgm:prSet/>
      <dgm:spPr/>
      <dgm:t>
        <a:bodyPr/>
        <a:lstStyle/>
        <a:p>
          <a:r>
            <a:rPr lang="en-US"/>
            <a:t>Clarify facts: What was said? What was understood?</a:t>
          </a:r>
        </a:p>
      </dgm:t>
    </dgm:pt>
    <dgm:pt modelId="{4EEC08AD-150A-43D3-9B22-23AB28A23BEC}" type="parTrans" cxnId="{F27E5B1D-3042-4852-89E1-7C87A4CA8F7A}">
      <dgm:prSet/>
      <dgm:spPr/>
      <dgm:t>
        <a:bodyPr/>
        <a:lstStyle/>
        <a:p>
          <a:endParaRPr lang="en-US"/>
        </a:p>
      </dgm:t>
    </dgm:pt>
    <dgm:pt modelId="{7CFA242B-DE05-4214-9BB3-37E208B295D5}" type="sibTrans" cxnId="{F27E5B1D-3042-4852-89E1-7C87A4CA8F7A}">
      <dgm:prSet/>
      <dgm:spPr/>
      <dgm:t>
        <a:bodyPr/>
        <a:lstStyle/>
        <a:p>
          <a:endParaRPr lang="en-US"/>
        </a:p>
      </dgm:t>
    </dgm:pt>
    <dgm:pt modelId="{11613F6A-ADC3-4278-88C5-4B9567B43425}">
      <dgm:prSet/>
      <dgm:spPr/>
      <dgm:t>
        <a:bodyPr/>
        <a:lstStyle/>
        <a:p>
          <a:r>
            <a:rPr lang="en-US"/>
            <a:t>Restate the message clearly and simply</a:t>
          </a:r>
        </a:p>
      </dgm:t>
    </dgm:pt>
    <dgm:pt modelId="{62239E2D-79E5-4FC7-BF86-75835E6FC875}" type="parTrans" cxnId="{48067CFA-B030-421F-92EC-7621D18D62F0}">
      <dgm:prSet/>
      <dgm:spPr/>
      <dgm:t>
        <a:bodyPr/>
        <a:lstStyle/>
        <a:p>
          <a:endParaRPr lang="en-US"/>
        </a:p>
      </dgm:t>
    </dgm:pt>
    <dgm:pt modelId="{6FA74253-BA59-434F-9045-1F21F9737BBB}" type="sibTrans" cxnId="{48067CFA-B030-421F-92EC-7621D18D62F0}">
      <dgm:prSet/>
      <dgm:spPr/>
      <dgm:t>
        <a:bodyPr/>
        <a:lstStyle/>
        <a:p>
          <a:endParaRPr lang="en-US"/>
        </a:p>
      </dgm:t>
    </dgm:pt>
    <dgm:pt modelId="{474A8590-BA03-4EC0-B28A-ED4B94050E60}">
      <dgm:prSet/>
      <dgm:spPr/>
      <dgm:t>
        <a:bodyPr/>
        <a:lstStyle/>
        <a:p>
          <a:r>
            <a:rPr lang="en-US"/>
            <a:t>Align on shared goal or outcome</a:t>
          </a:r>
        </a:p>
      </dgm:t>
    </dgm:pt>
    <dgm:pt modelId="{7BB03612-41AF-4239-AA1B-8A21DD1AA650}" type="parTrans" cxnId="{8A1C2CAA-50DE-46C2-842D-15593D06A6F9}">
      <dgm:prSet/>
      <dgm:spPr/>
      <dgm:t>
        <a:bodyPr/>
        <a:lstStyle/>
        <a:p>
          <a:endParaRPr lang="en-US"/>
        </a:p>
      </dgm:t>
    </dgm:pt>
    <dgm:pt modelId="{B00B12A8-A0E8-419D-9FB5-A77E4485F65A}" type="sibTrans" cxnId="{8A1C2CAA-50DE-46C2-842D-15593D06A6F9}">
      <dgm:prSet/>
      <dgm:spPr/>
      <dgm:t>
        <a:bodyPr/>
        <a:lstStyle/>
        <a:p>
          <a:endParaRPr lang="en-US"/>
        </a:p>
      </dgm:t>
    </dgm:pt>
    <dgm:pt modelId="{DB11E46D-ADE9-4D19-8633-C670DA5EF9B3}">
      <dgm:prSet/>
      <dgm:spPr/>
      <dgm:t>
        <a:bodyPr/>
        <a:lstStyle/>
        <a:p>
          <a:r>
            <a:rPr lang="en-US"/>
            <a:t>Agree on corrected action and responsibilities</a:t>
          </a:r>
        </a:p>
      </dgm:t>
    </dgm:pt>
    <dgm:pt modelId="{A38D1F17-FB13-4DEA-8E25-9ECE045DEB2C}" type="parTrans" cxnId="{AAB4F0FB-4927-4106-975F-AD873DBBC9C6}">
      <dgm:prSet/>
      <dgm:spPr/>
      <dgm:t>
        <a:bodyPr/>
        <a:lstStyle/>
        <a:p>
          <a:endParaRPr lang="en-US"/>
        </a:p>
      </dgm:t>
    </dgm:pt>
    <dgm:pt modelId="{A19294D2-1CF7-4503-858F-409B2634BD4A}" type="sibTrans" cxnId="{AAB4F0FB-4927-4106-975F-AD873DBBC9C6}">
      <dgm:prSet/>
      <dgm:spPr/>
      <dgm:t>
        <a:bodyPr/>
        <a:lstStyle/>
        <a:p>
          <a:endParaRPr lang="en-US"/>
        </a:p>
      </dgm:t>
    </dgm:pt>
    <dgm:pt modelId="{F98A3989-088D-4E52-A6DD-F97DFB3C3599}">
      <dgm:prSet/>
      <dgm:spPr/>
      <dgm:t>
        <a:bodyPr/>
        <a:lstStyle/>
        <a:p>
          <a:r>
            <a:rPr lang="en-US"/>
            <a:t>Document the updated understanding</a:t>
          </a:r>
        </a:p>
      </dgm:t>
    </dgm:pt>
    <dgm:pt modelId="{454E8E16-C9B0-46BA-8F00-4D5D88A420D0}" type="parTrans" cxnId="{4D162EF3-C831-4745-A4FC-6F094D360416}">
      <dgm:prSet/>
      <dgm:spPr/>
      <dgm:t>
        <a:bodyPr/>
        <a:lstStyle/>
        <a:p>
          <a:endParaRPr lang="en-US"/>
        </a:p>
      </dgm:t>
    </dgm:pt>
    <dgm:pt modelId="{A36C2539-E33B-40C8-9FDA-9E19F5AE731F}" type="sibTrans" cxnId="{4D162EF3-C831-4745-A4FC-6F094D360416}">
      <dgm:prSet/>
      <dgm:spPr/>
      <dgm:t>
        <a:bodyPr/>
        <a:lstStyle/>
        <a:p>
          <a:endParaRPr lang="en-US"/>
        </a:p>
      </dgm:t>
    </dgm:pt>
    <dgm:pt modelId="{EA1F2793-D6B0-42FA-AEF6-E34A1C46F79E}" type="pres">
      <dgm:prSet presAssocID="{58184D12-66E5-40DA-8D8B-440D1E6C280F}" presName="root" presStyleCnt="0">
        <dgm:presLayoutVars>
          <dgm:dir/>
          <dgm:resizeHandles val="exact"/>
        </dgm:presLayoutVars>
      </dgm:prSet>
      <dgm:spPr/>
    </dgm:pt>
    <dgm:pt modelId="{73FE00D7-E1AA-4126-9687-AC6D1727D003}" type="pres">
      <dgm:prSet presAssocID="{58184D12-66E5-40DA-8D8B-440D1E6C280F}" presName="container" presStyleCnt="0">
        <dgm:presLayoutVars>
          <dgm:dir/>
          <dgm:resizeHandles val="exact"/>
        </dgm:presLayoutVars>
      </dgm:prSet>
      <dgm:spPr/>
    </dgm:pt>
    <dgm:pt modelId="{46A055BF-8342-4AFB-A7A1-768F0EB5B70B}" type="pres">
      <dgm:prSet presAssocID="{F788DC90-43F3-49AA-8BD2-DBB6B778F6FE}" presName="compNode" presStyleCnt="0"/>
      <dgm:spPr/>
    </dgm:pt>
    <dgm:pt modelId="{D33F37EA-2E4F-41D6-AAF7-EF13183BAC12}" type="pres">
      <dgm:prSet presAssocID="{F788DC90-43F3-49AA-8BD2-DBB6B778F6FE}" presName="iconBgRect" presStyleLbl="bgShp" presStyleIdx="0" presStyleCnt="6"/>
      <dgm:spPr/>
    </dgm:pt>
    <dgm:pt modelId="{A26A2AF1-4746-451A-B6A0-6783BA4C32D1}" type="pres">
      <dgm:prSet presAssocID="{F788DC90-43F3-49AA-8BD2-DBB6B778F6F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use"/>
        </a:ext>
      </dgm:extLst>
    </dgm:pt>
    <dgm:pt modelId="{3A16E873-2731-4939-A957-76FF9A788690}" type="pres">
      <dgm:prSet presAssocID="{F788DC90-43F3-49AA-8BD2-DBB6B778F6FE}" presName="spaceRect" presStyleCnt="0"/>
      <dgm:spPr/>
    </dgm:pt>
    <dgm:pt modelId="{E39EBDCC-6539-4012-9928-2507DD6DA7C7}" type="pres">
      <dgm:prSet presAssocID="{F788DC90-43F3-49AA-8BD2-DBB6B778F6FE}" presName="textRect" presStyleLbl="revTx" presStyleIdx="0" presStyleCnt="6">
        <dgm:presLayoutVars>
          <dgm:chMax val="1"/>
          <dgm:chPref val="1"/>
        </dgm:presLayoutVars>
      </dgm:prSet>
      <dgm:spPr/>
    </dgm:pt>
    <dgm:pt modelId="{4B97D8D5-2A7E-4CA0-954A-81611FB1EE17}" type="pres">
      <dgm:prSet presAssocID="{0B62FE40-C3CF-4543-93D8-49520A0CFC94}" presName="sibTrans" presStyleLbl="sibTrans2D1" presStyleIdx="0" presStyleCnt="0"/>
      <dgm:spPr/>
    </dgm:pt>
    <dgm:pt modelId="{896B4A5C-E6C0-4767-B9CB-B310A9308E1A}" type="pres">
      <dgm:prSet presAssocID="{979DDD5B-05FD-4041-928F-6F0F53179ECC}" presName="compNode" presStyleCnt="0"/>
      <dgm:spPr/>
    </dgm:pt>
    <dgm:pt modelId="{176DD146-D3EA-4257-97F8-D0D6C6696FA9}" type="pres">
      <dgm:prSet presAssocID="{979DDD5B-05FD-4041-928F-6F0F53179ECC}" presName="iconBgRect" presStyleLbl="bgShp" presStyleIdx="1" presStyleCnt="6"/>
      <dgm:spPr/>
    </dgm:pt>
    <dgm:pt modelId="{C219B8E4-66B3-4EB3-8E0E-7BE51FC8CF64}" type="pres">
      <dgm:prSet presAssocID="{979DDD5B-05FD-4041-928F-6F0F53179EC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1397662-653A-4C00-9302-0B0CC69CABD1}" type="pres">
      <dgm:prSet presAssocID="{979DDD5B-05FD-4041-928F-6F0F53179ECC}" presName="spaceRect" presStyleCnt="0"/>
      <dgm:spPr/>
    </dgm:pt>
    <dgm:pt modelId="{992772B0-647E-437E-935E-FD54DAEBAEF5}" type="pres">
      <dgm:prSet presAssocID="{979DDD5B-05FD-4041-928F-6F0F53179ECC}" presName="textRect" presStyleLbl="revTx" presStyleIdx="1" presStyleCnt="6">
        <dgm:presLayoutVars>
          <dgm:chMax val="1"/>
          <dgm:chPref val="1"/>
        </dgm:presLayoutVars>
      </dgm:prSet>
      <dgm:spPr/>
    </dgm:pt>
    <dgm:pt modelId="{7DC6834A-356A-436E-A891-2E2B48583C14}" type="pres">
      <dgm:prSet presAssocID="{7CFA242B-DE05-4214-9BB3-37E208B295D5}" presName="sibTrans" presStyleLbl="sibTrans2D1" presStyleIdx="0" presStyleCnt="0"/>
      <dgm:spPr/>
    </dgm:pt>
    <dgm:pt modelId="{61505FC3-16B2-46E4-B433-B72DE670C315}" type="pres">
      <dgm:prSet presAssocID="{11613F6A-ADC3-4278-88C5-4B9567B43425}" presName="compNode" presStyleCnt="0"/>
      <dgm:spPr/>
    </dgm:pt>
    <dgm:pt modelId="{E792FE84-BC66-430F-99C3-617F2D819260}" type="pres">
      <dgm:prSet presAssocID="{11613F6A-ADC3-4278-88C5-4B9567B43425}" presName="iconBgRect" presStyleLbl="bgShp" presStyleIdx="2" presStyleCnt="6"/>
      <dgm:spPr/>
    </dgm:pt>
    <dgm:pt modelId="{AA6E4A60-87F3-46B2-8682-4304F7B414B4}" type="pres">
      <dgm:prSet presAssocID="{11613F6A-ADC3-4278-88C5-4B9567B4342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AF0884F-B131-495C-9630-8AA96FB2BC28}" type="pres">
      <dgm:prSet presAssocID="{11613F6A-ADC3-4278-88C5-4B9567B43425}" presName="spaceRect" presStyleCnt="0"/>
      <dgm:spPr/>
    </dgm:pt>
    <dgm:pt modelId="{DCA19827-E004-4417-B7E9-FFF42F0ADABF}" type="pres">
      <dgm:prSet presAssocID="{11613F6A-ADC3-4278-88C5-4B9567B43425}" presName="textRect" presStyleLbl="revTx" presStyleIdx="2" presStyleCnt="6">
        <dgm:presLayoutVars>
          <dgm:chMax val="1"/>
          <dgm:chPref val="1"/>
        </dgm:presLayoutVars>
      </dgm:prSet>
      <dgm:spPr/>
    </dgm:pt>
    <dgm:pt modelId="{827032F9-725B-4B01-8937-556E94592E2A}" type="pres">
      <dgm:prSet presAssocID="{6FA74253-BA59-434F-9045-1F21F9737BBB}" presName="sibTrans" presStyleLbl="sibTrans2D1" presStyleIdx="0" presStyleCnt="0"/>
      <dgm:spPr/>
    </dgm:pt>
    <dgm:pt modelId="{B6DDC865-DBE7-4F61-9931-5A22701284A4}" type="pres">
      <dgm:prSet presAssocID="{474A8590-BA03-4EC0-B28A-ED4B94050E60}" presName="compNode" presStyleCnt="0"/>
      <dgm:spPr/>
    </dgm:pt>
    <dgm:pt modelId="{E826F74E-D30D-42CD-8E67-9891D9C3380E}" type="pres">
      <dgm:prSet presAssocID="{474A8590-BA03-4EC0-B28A-ED4B94050E60}" presName="iconBgRect" presStyleLbl="bgShp" presStyleIdx="3" presStyleCnt="6"/>
      <dgm:spPr/>
    </dgm:pt>
    <dgm:pt modelId="{26F5D76F-59AF-4331-9490-D0C3DAF58A89}" type="pres">
      <dgm:prSet presAssocID="{474A8590-BA03-4EC0-B28A-ED4B94050E6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B9DE128-3072-45EF-9C1B-DC7EEFA13826}" type="pres">
      <dgm:prSet presAssocID="{474A8590-BA03-4EC0-B28A-ED4B94050E60}" presName="spaceRect" presStyleCnt="0"/>
      <dgm:spPr/>
    </dgm:pt>
    <dgm:pt modelId="{8C1B3FED-75AC-42CA-B6C0-0E609C24EC03}" type="pres">
      <dgm:prSet presAssocID="{474A8590-BA03-4EC0-B28A-ED4B94050E60}" presName="textRect" presStyleLbl="revTx" presStyleIdx="3" presStyleCnt="6">
        <dgm:presLayoutVars>
          <dgm:chMax val="1"/>
          <dgm:chPref val="1"/>
        </dgm:presLayoutVars>
      </dgm:prSet>
      <dgm:spPr/>
    </dgm:pt>
    <dgm:pt modelId="{A33801CB-928F-488B-9D39-8473CCCF3057}" type="pres">
      <dgm:prSet presAssocID="{B00B12A8-A0E8-419D-9FB5-A77E4485F65A}" presName="sibTrans" presStyleLbl="sibTrans2D1" presStyleIdx="0" presStyleCnt="0"/>
      <dgm:spPr/>
    </dgm:pt>
    <dgm:pt modelId="{8D760A38-399E-4F66-8154-38CF05E5767A}" type="pres">
      <dgm:prSet presAssocID="{DB11E46D-ADE9-4D19-8633-C670DA5EF9B3}" presName="compNode" presStyleCnt="0"/>
      <dgm:spPr/>
    </dgm:pt>
    <dgm:pt modelId="{D308B0A8-EF1A-46AC-B6E2-F7A699B42AEA}" type="pres">
      <dgm:prSet presAssocID="{DB11E46D-ADE9-4D19-8633-C670DA5EF9B3}" presName="iconBgRect" presStyleLbl="bgShp" presStyleIdx="4" presStyleCnt="6"/>
      <dgm:spPr/>
    </dgm:pt>
    <dgm:pt modelId="{2B3480D0-C3DF-4921-BCC3-2DD52BDCF7DC}" type="pres">
      <dgm:prSet presAssocID="{DB11E46D-ADE9-4D19-8633-C670DA5EF9B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06666565-0496-45C5-88D2-F8ABD0306E20}" type="pres">
      <dgm:prSet presAssocID="{DB11E46D-ADE9-4D19-8633-C670DA5EF9B3}" presName="spaceRect" presStyleCnt="0"/>
      <dgm:spPr/>
    </dgm:pt>
    <dgm:pt modelId="{A4D4BD42-5C43-425E-A6FB-392901D071A1}" type="pres">
      <dgm:prSet presAssocID="{DB11E46D-ADE9-4D19-8633-C670DA5EF9B3}" presName="textRect" presStyleLbl="revTx" presStyleIdx="4" presStyleCnt="6">
        <dgm:presLayoutVars>
          <dgm:chMax val="1"/>
          <dgm:chPref val="1"/>
        </dgm:presLayoutVars>
      </dgm:prSet>
      <dgm:spPr/>
    </dgm:pt>
    <dgm:pt modelId="{4C13337D-C66B-41F5-81CB-97421EBD5A63}" type="pres">
      <dgm:prSet presAssocID="{A19294D2-1CF7-4503-858F-409B2634BD4A}" presName="sibTrans" presStyleLbl="sibTrans2D1" presStyleIdx="0" presStyleCnt="0"/>
      <dgm:spPr/>
    </dgm:pt>
    <dgm:pt modelId="{EF4AD2FF-0B24-4156-AA16-43AFB5CE900E}" type="pres">
      <dgm:prSet presAssocID="{F98A3989-088D-4E52-A6DD-F97DFB3C3599}" presName="compNode" presStyleCnt="0"/>
      <dgm:spPr/>
    </dgm:pt>
    <dgm:pt modelId="{BC909C1B-9DC5-45F3-AED7-7E1767D4AC16}" type="pres">
      <dgm:prSet presAssocID="{F98A3989-088D-4E52-A6DD-F97DFB3C3599}" presName="iconBgRect" presStyleLbl="bgShp" presStyleIdx="5" presStyleCnt="6"/>
      <dgm:spPr/>
    </dgm:pt>
    <dgm:pt modelId="{33DE1651-3946-4AC0-BB11-F7E9215FEA6F}" type="pres">
      <dgm:prSet presAssocID="{F98A3989-088D-4E52-A6DD-F97DFB3C359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0DB8B14-10FA-45D6-867A-1BD7CAFA9EDF}" type="pres">
      <dgm:prSet presAssocID="{F98A3989-088D-4E52-A6DD-F97DFB3C3599}" presName="spaceRect" presStyleCnt="0"/>
      <dgm:spPr/>
    </dgm:pt>
    <dgm:pt modelId="{181DEB1D-8774-4EC3-8B33-97CBF752D621}" type="pres">
      <dgm:prSet presAssocID="{F98A3989-088D-4E52-A6DD-F97DFB3C359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6978901-225C-46EF-ACB3-09A10C52DC19}" type="presOf" srcId="{0B62FE40-C3CF-4543-93D8-49520A0CFC94}" destId="{4B97D8D5-2A7E-4CA0-954A-81611FB1EE17}" srcOrd="0" destOrd="0" presId="urn:microsoft.com/office/officeart/2018/2/layout/IconCircleList"/>
    <dgm:cxn modelId="{47D40E09-D2FD-4A81-95C4-7582F26D7DF8}" type="presOf" srcId="{F788DC90-43F3-49AA-8BD2-DBB6B778F6FE}" destId="{E39EBDCC-6539-4012-9928-2507DD6DA7C7}" srcOrd="0" destOrd="0" presId="urn:microsoft.com/office/officeart/2018/2/layout/IconCircleList"/>
    <dgm:cxn modelId="{F27E5B1D-3042-4852-89E1-7C87A4CA8F7A}" srcId="{58184D12-66E5-40DA-8D8B-440D1E6C280F}" destId="{979DDD5B-05FD-4041-928F-6F0F53179ECC}" srcOrd="1" destOrd="0" parTransId="{4EEC08AD-150A-43D3-9B22-23AB28A23BEC}" sibTransId="{7CFA242B-DE05-4214-9BB3-37E208B295D5}"/>
    <dgm:cxn modelId="{C2F8E738-B486-44E8-BB5F-347B0447C347}" type="presOf" srcId="{474A8590-BA03-4EC0-B28A-ED4B94050E60}" destId="{8C1B3FED-75AC-42CA-B6C0-0E609C24EC03}" srcOrd="0" destOrd="0" presId="urn:microsoft.com/office/officeart/2018/2/layout/IconCircleList"/>
    <dgm:cxn modelId="{F5953545-983C-4F30-8614-4FB7B4774025}" type="presOf" srcId="{11613F6A-ADC3-4278-88C5-4B9567B43425}" destId="{DCA19827-E004-4417-B7E9-FFF42F0ADABF}" srcOrd="0" destOrd="0" presId="urn:microsoft.com/office/officeart/2018/2/layout/IconCircleList"/>
    <dgm:cxn modelId="{7F04B16C-67E5-4343-BEED-E90CF2682047}" type="presOf" srcId="{F98A3989-088D-4E52-A6DD-F97DFB3C3599}" destId="{181DEB1D-8774-4EC3-8B33-97CBF752D621}" srcOrd="0" destOrd="0" presId="urn:microsoft.com/office/officeart/2018/2/layout/IconCircleList"/>
    <dgm:cxn modelId="{CFC9766E-7C2F-4A69-BE83-184334719F83}" type="presOf" srcId="{979DDD5B-05FD-4041-928F-6F0F53179ECC}" destId="{992772B0-647E-437E-935E-FD54DAEBAEF5}" srcOrd="0" destOrd="0" presId="urn:microsoft.com/office/officeart/2018/2/layout/IconCircleList"/>
    <dgm:cxn modelId="{FF4AD458-9EAD-4300-8C2D-8B5806736550}" type="presOf" srcId="{7CFA242B-DE05-4214-9BB3-37E208B295D5}" destId="{7DC6834A-356A-436E-A891-2E2B48583C14}" srcOrd="0" destOrd="0" presId="urn:microsoft.com/office/officeart/2018/2/layout/IconCircleList"/>
    <dgm:cxn modelId="{7772357B-68C0-4DC9-B10D-0036CA1D8A1A}" type="presOf" srcId="{B00B12A8-A0E8-419D-9FB5-A77E4485F65A}" destId="{A33801CB-928F-488B-9D39-8473CCCF3057}" srcOrd="0" destOrd="0" presId="urn:microsoft.com/office/officeart/2018/2/layout/IconCircleList"/>
    <dgm:cxn modelId="{4D01BE7B-4BD4-4115-84D3-96028E4776B0}" type="presOf" srcId="{A19294D2-1CF7-4503-858F-409B2634BD4A}" destId="{4C13337D-C66B-41F5-81CB-97421EBD5A63}" srcOrd="0" destOrd="0" presId="urn:microsoft.com/office/officeart/2018/2/layout/IconCircleList"/>
    <dgm:cxn modelId="{8DC488A2-4B6F-4A94-981E-1F0DBF85FE4D}" type="presOf" srcId="{DB11E46D-ADE9-4D19-8633-C670DA5EF9B3}" destId="{A4D4BD42-5C43-425E-A6FB-392901D071A1}" srcOrd="0" destOrd="0" presId="urn:microsoft.com/office/officeart/2018/2/layout/IconCircleList"/>
    <dgm:cxn modelId="{8A1C2CAA-50DE-46C2-842D-15593D06A6F9}" srcId="{58184D12-66E5-40DA-8D8B-440D1E6C280F}" destId="{474A8590-BA03-4EC0-B28A-ED4B94050E60}" srcOrd="3" destOrd="0" parTransId="{7BB03612-41AF-4239-AA1B-8A21DD1AA650}" sibTransId="{B00B12A8-A0E8-419D-9FB5-A77E4485F65A}"/>
    <dgm:cxn modelId="{A6938DCB-F0A5-42F9-B2E6-0149D11AA5FB}" type="presOf" srcId="{6FA74253-BA59-434F-9045-1F21F9737BBB}" destId="{827032F9-725B-4B01-8937-556E94592E2A}" srcOrd="0" destOrd="0" presId="urn:microsoft.com/office/officeart/2018/2/layout/IconCircleList"/>
    <dgm:cxn modelId="{825006E5-A747-4900-A06D-7BE900FC2B88}" srcId="{58184D12-66E5-40DA-8D8B-440D1E6C280F}" destId="{F788DC90-43F3-49AA-8BD2-DBB6B778F6FE}" srcOrd="0" destOrd="0" parTransId="{DC0E9F8D-3996-45DF-A7D8-6FC0D4C19F6C}" sibTransId="{0B62FE40-C3CF-4543-93D8-49520A0CFC94}"/>
    <dgm:cxn modelId="{3C1523E5-590A-4505-A659-87D9C482189C}" type="presOf" srcId="{58184D12-66E5-40DA-8D8B-440D1E6C280F}" destId="{EA1F2793-D6B0-42FA-AEF6-E34A1C46F79E}" srcOrd="0" destOrd="0" presId="urn:microsoft.com/office/officeart/2018/2/layout/IconCircleList"/>
    <dgm:cxn modelId="{4D162EF3-C831-4745-A4FC-6F094D360416}" srcId="{58184D12-66E5-40DA-8D8B-440D1E6C280F}" destId="{F98A3989-088D-4E52-A6DD-F97DFB3C3599}" srcOrd="5" destOrd="0" parTransId="{454E8E16-C9B0-46BA-8F00-4D5D88A420D0}" sibTransId="{A36C2539-E33B-40C8-9FDA-9E19F5AE731F}"/>
    <dgm:cxn modelId="{48067CFA-B030-421F-92EC-7621D18D62F0}" srcId="{58184D12-66E5-40DA-8D8B-440D1E6C280F}" destId="{11613F6A-ADC3-4278-88C5-4B9567B43425}" srcOrd="2" destOrd="0" parTransId="{62239E2D-79E5-4FC7-BF86-75835E6FC875}" sibTransId="{6FA74253-BA59-434F-9045-1F21F9737BBB}"/>
    <dgm:cxn modelId="{AAB4F0FB-4927-4106-975F-AD873DBBC9C6}" srcId="{58184D12-66E5-40DA-8D8B-440D1E6C280F}" destId="{DB11E46D-ADE9-4D19-8633-C670DA5EF9B3}" srcOrd="4" destOrd="0" parTransId="{A38D1F17-FB13-4DEA-8E25-9ECE045DEB2C}" sibTransId="{A19294D2-1CF7-4503-858F-409B2634BD4A}"/>
    <dgm:cxn modelId="{EF01EF40-C060-42F3-BB5A-FE6AF896CD43}" type="presParOf" srcId="{EA1F2793-D6B0-42FA-AEF6-E34A1C46F79E}" destId="{73FE00D7-E1AA-4126-9687-AC6D1727D003}" srcOrd="0" destOrd="0" presId="urn:microsoft.com/office/officeart/2018/2/layout/IconCircleList"/>
    <dgm:cxn modelId="{E88431C3-2A59-43E6-A1EF-422D30653372}" type="presParOf" srcId="{73FE00D7-E1AA-4126-9687-AC6D1727D003}" destId="{46A055BF-8342-4AFB-A7A1-768F0EB5B70B}" srcOrd="0" destOrd="0" presId="urn:microsoft.com/office/officeart/2018/2/layout/IconCircleList"/>
    <dgm:cxn modelId="{682BEF79-9698-41B9-8004-ACA0C10986EA}" type="presParOf" srcId="{46A055BF-8342-4AFB-A7A1-768F0EB5B70B}" destId="{D33F37EA-2E4F-41D6-AAF7-EF13183BAC12}" srcOrd="0" destOrd="0" presId="urn:microsoft.com/office/officeart/2018/2/layout/IconCircleList"/>
    <dgm:cxn modelId="{DDAC2A8C-9DD1-4EC8-A1A2-90E01002644E}" type="presParOf" srcId="{46A055BF-8342-4AFB-A7A1-768F0EB5B70B}" destId="{A26A2AF1-4746-451A-B6A0-6783BA4C32D1}" srcOrd="1" destOrd="0" presId="urn:microsoft.com/office/officeart/2018/2/layout/IconCircleList"/>
    <dgm:cxn modelId="{80B5D4D1-1C44-40B4-B50C-532131FBF1C9}" type="presParOf" srcId="{46A055BF-8342-4AFB-A7A1-768F0EB5B70B}" destId="{3A16E873-2731-4939-A957-76FF9A788690}" srcOrd="2" destOrd="0" presId="urn:microsoft.com/office/officeart/2018/2/layout/IconCircleList"/>
    <dgm:cxn modelId="{A56BC819-F8DA-4AEF-B0FA-63EF784520D5}" type="presParOf" srcId="{46A055BF-8342-4AFB-A7A1-768F0EB5B70B}" destId="{E39EBDCC-6539-4012-9928-2507DD6DA7C7}" srcOrd="3" destOrd="0" presId="urn:microsoft.com/office/officeart/2018/2/layout/IconCircleList"/>
    <dgm:cxn modelId="{17DF1E4B-9DE7-4254-93D9-30D7F9FF1715}" type="presParOf" srcId="{73FE00D7-E1AA-4126-9687-AC6D1727D003}" destId="{4B97D8D5-2A7E-4CA0-954A-81611FB1EE17}" srcOrd="1" destOrd="0" presId="urn:microsoft.com/office/officeart/2018/2/layout/IconCircleList"/>
    <dgm:cxn modelId="{36F79278-7779-46F9-8F1C-81F1765ADB80}" type="presParOf" srcId="{73FE00D7-E1AA-4126-9687-AC6D1727D003}" destId="{896B4A5C-E6C0-4767-B9CB-B310A9308E1A}" srcOrd="2" destOrd="0" presId="urn:microsoft.com/office/officeart/2018/2/layout/IconCircleList"/>
    <dgm:cxn modelId="{6B890A29-A32C-4C37-AA3D-0D1832659148}" type="presParOf" srcId="{896B4A5C-E6C0-4767-B9CB-B310A9308E1A}" destId="{176DD146-D3EA-4257-97F8-D0D6C6696FA9}" srcOrd="0" destOrd="0" presId="urn:microsoft.com/office/officeart/2018/2/layout/IconCircleList"/>
    <dgm:cxn modelId="{7BDA0723-6A2C-4635-AEF3-D641D0BBDE48}" type="presParOf" srcId="{896B4A5C-E6C0-4767-B9CB-B310A9308E1A}" destId="{C219B8E4-66B3-4EB3-8E0E-7BE51FC8CF64}" srcOrd="1" destOrd="0" presId="urn:microsoft.com/office/officeart/2018/2/layout/IconCircleList"/>
    <dgm:cxn modelId="{946A67E3-F5DC-4207-9885-1DAFB62019AB}" type="presParOf" srcId="{896B4A5C-E6C0-4767-B9CB-B310A9308E1A}" destId="{21397662-653A-4C00-9302-0B0CC69CABD1}" srcOrd="2" destOrd="0" presId="urn:microsoft.com/office/officeart/2018/2/layout/IconCircleList"/>
    <dgm:cxn modelId="{00273714-FEC4-4FC8-A3A7-32CDBFFAB0A8}" type="presParOf" srcId="{896B4A5C-E6C0-4767-B9CB-B310A9308E1A}" destId="{992772B0-647E-437E-935E-FD54DAEBAEF5}" srcOrd="3" destOrd="0" presId="urn:microsoft.com/office/officeart/2018/2/layout/IconCircleList"/>
    <dgm:cxn modelId="{2E352D35-CB49-4768-91F7-EA0E8E0F75EC}" type="presParOf" srcId="{73FE00D7-E1AA-4126-9687-AC6D1727D003}" destId="{7DC6834A-356A-436E-A891-2E2B48583C14}" srcOrd="3" destOrd="0" presId="urn:microsoft.com/office/officeart/2018/2/layout/IconCircleList"/>
    <dgm:cxn modelId="{9F22194F-5FC7-4513-B783-65F05FAF9167}" type="presParOf" srcId="{73FE00D7-E1AA-4126-9687-AC6D1727D003}" destId="{61505FC3-16B2-46E4-B433-B72DE670C315}" srcOrd="4" destOrd="0" presId="urn:microsoft.com/office/officeart/2018/2/layout/IconCircleList"/>
    <dgm:cxn modelId="{3D274DFC-7570-4597-A5FA-8AB594CBEFF9}" type="presParOf" srcId="{61505FC3-16B2-46E4-B433-B72DE670C315}" destId="{E792FE84-BC66-430F-99C3-617F2D819260}" srcOrd="0" destOrd="0" presId="urn:microsoft.com/office/officeart/2018/2/layout/IconCircleList"/>
    <dgm:cxn modelId="{5A231E58-0A0B-4686-ADCA-03493188B293}" type="presParOf" srcId="{61505FC3-16B2-46E4-B433-B72DE670C315}" destId="{AA6E4A60-87F3-46B2-8682-4304F7B414B4}" srcOrd="1" destOrd="0" presId="urn:microsoft.com/office/officeart/2018/2/layout/IconCircleList"/>
    <dgm:cxn modelId="{9D2C4D05-CDE8-4D36-81EF-16E003B79BEB}" type="presParOf" srcId="{61505FC3-16B2-46E4-B433-B72DE670C315}" destId="{1AF0884F-B131-495C-9630-8AA96FB2BC28}" srcOrd="2" destOrd="0" presId="urn:microsoft.com/office/officeart/2018/2/layout/IconCircleList"/>
    <dgm:cxn modelId="{A7A927A8-9596-4B9C-9DB6-4647C50772F3}" type="presParOf" srcId="{61505FC3-16B2-46E4-B433-B72DE670C315}" destId="{DCA19827-E004-4417-B7E9-FFF42F0ADABF}" srcOrd="3" destOrd="0" presId="urn:microsoft.com/office/officeart/2018/2/layout/IconCircleList"/>
    <dgm:cxn modelId="{AC8B602D-8293-416C-A917-5F75A1D9B25E}" type="presParOf" srcId="{73FE00D7-E1AA-4126-9687-AC6D1727D003}" destId="{827032F9-725B-4B01-8937-556E94592E2A}" srcOrd="5" destOrd="0" presId="urn:microsoft.com/office/officeart/2018/2/layout/IconCircleList"/>
    <dgm:cxn modelId="{228425AD-FBA0-4EC3-AC39-C365C955F79C}" type="presParOf" srcId="{73FE00D7-E1AA-4126-9687-AC6D1727D003}" destId="{B6DDC865-DBE7-4F61-9931-5A22701284A4}" srcOrd="6" destOrd="0" presId="urn:microsoft.com/office/officeart/2018/2/layout/IconCircleList"/>
    <dgm:cxn modelId="{D3C7931E-541F-4FC2-A023-2D80DA35C6C8}" type="presParOf" srcId="{B6DDC865-DBE7-4F61-9931-5A22701284A4}" destId="{E826F74E-D30D-42CD-8E67-9891D9C3380E}" srcOrd="0" destOrd="0" presId="urn:microsoft.com/office/officeart/2018/2/layout/IconCircleList"/>
    <dgm:cxn modelId="{8C91220B-CEA0-4368-A375-A3F07572AB10}" type="presParOf" srcId="{B6DDC865-DBE7-4F61-9931-5A22701284A4}" destId="{26F5D76F-59AF-4331-9490-D0C3DAF58A89}" srcOrd="1" destOrd="0" presId="urn:microsoft.com/office/officeart/2018/2/layout/IconCircleList"/>
    <dgm:cxn modelId="{C43D95DC-3FC9-4E4B-8893-2C7EE258FDE2}" type="presParOf" srcId="{B6DDC865-DBE7-4F61-9931-5A22701284A4}" destId="{0B9DE128-3072-45EF-9C1B-DC7EEFA13826}" srcOrd="2" destOrd="0" presId="urn:microsoft.com/office/officeart/2018/2/layout/IconCircleList"/>
    <dgm:cxn modelId="{2BB91C29-8E0D-449F-B036-20C62AA1592A}" type="presParOf" srcId="{B6DDC865-DBE7-4F61-9931-5A22701284A4}" destId="{8C1B3FED-75AC-42CA-B6C0-0E609C24EC03}" srcOrd="3" destOrd="0" presId="urn:microsoft.com/office/officeart/2018/2/layout/IconCircleList"/>
    <dgm:cxn modelId="{B5EADA9B-65D1-4230-BBD4-8C742D64320C}" type="presParOf" srcId="{73FE00D7-E1AA-4126-9687-AC6D1727D003}" destId="{A33801CB-928F-488B-9D39-8473CCCF3057}" srcOrd="7" destOrd="0" presId="urn:microsoft.com/office/officeart/2018/2/layout/IconCircleList"/>
    <dgm:cxn modelId="{D2BCF0BA-FBF9-4144-B80C-47A7F09C249F}" type="presParOf" srcId="{73FE00D7-E1AA-4126-9687-AC6D1727D003}" destId="{8D760A38-399E-4F66-8154-38CF05E5767A}" srcOrd="8" destOrd="0" presId="urn:microsoft.com/office/officeart/2018/2/layout/IconCircleList"/>
    <dgm:cxn modelId="{6745BC20-4406-4738-8A12-8BE14FCAD82C}" type="presParOf" srcId="{8D760A38-399E-4F66-8154-38CF05E5767A}" destId="{D308B0A8-EF1A-46AC-B6E2-F7A699B42AEA}" srcOrd="0" destOrd="0" presId="urn:microsoft.com/office/officeart/2018/2/layout/IconCircleList"/>
    <dgm:cxn modelId="{1D8D438E-BA04-47A5-A5AD-CE7651EE015A}" type="presParOf" srcId="{8D760A38-399E-4F66-8154-38CF05E5767A}" destId="{2B3480D0-C3DF-4921-BCC3-2DD52BDCF7DC}" srcOrd="1" destOrd="0" presId="urn:microsoft.com/office/officeart/2018/2/layout/IconCircleList"/>
    <dgm:cxn modelId="{9179004D-F3F7-4BA8-817D-5F4B042A8D25}" type="presParOf" srcId="{8D760A38-399E-4F66-8154-38CF05E5767A}" destId="{06666565-0496-45C5-88D2-F8ABD0306E20}" srcOrd="2" destOrd="0" presId="urn:microsoft.com/office/officeart/2018/2/layout/IconCircleList"/>
    <dgm:cxn modelId="{02232B0E-9F27-402D-829D-AEEB4FECD2A1}" type="presParOf" srcId="{8D760A38-399E-4F66-8154-38CF05E5767A}" destId="{A4D4BD42-5C43-425E-A6FB-392901D071A1}" srcOrd="3" destOrd="0" presId="urn:microsoft.com/office/officeart/2018/2/layout/IconCircleList"/>
    <dgm:cxn modelId="{019E7C3D-F08C-4C2A-AA33-DF26AF825A58}" type="presParOf" srcId="{73FE00D7-E1AA-4126-9687-AC6D1727D003}" destId="{4C13337D-C66B-41F5-81CB-97421EBD5A63}" srcOrd="9" destOrd="0" presId="urn:microsoft.com/office/officeart/2018/2/layout/IconCircleList"/>
    <dgm:cxn modelId="{63718167-8899-4284-ACAD-C86829298FEE}" type="presParOf" srcId="{73FE00D7-E1AA-4126-9687-AC6D1727D003}" destId="{EF4AD2FF-0B24-4156-AA16-43AFB5CE900E}" srcOrd="10" destOrd="0" presId="urn:microsoft.com/office/officeart/2018/2/layout/IconCircleList"/>
    <dgm:cxn modelId="{F72E4473-429F-474B-9A56-97E7CD146E38}" type="presParOf" srcId="{EF4AD2FF-0B24-4156-AA16-43AFB5CE900E}" destId="{BC909C1B-9DC5-45F3-AED7-7E1767D4AC16}" srcOrd="0" destOrd="0" presId="urn:microsoft.com/office/officeart/2018/2/layout/IconCircleList"/>
    <dgm:cxn modelId="{4F019B26-1613-4D3A-B62E-441C5FC3B8F5}" type="presParOf" srcId="{EF4AD2FF-0B24-4156-AA16-43AFB5CE900E}" destId="{33DE1651-3946-4AC0-BB11-F7E9215FEA6F}" srcOrd="1" destOrd="0" presId="urn:microsoft.com/office/officeart/2018/2/layout/IconCircleList"/>
    <dgm:cxn modelId="{A2E77616-E1A0-416E-8133-6F2BE8C31EB9}" type="presParOf" srcId="{EF4AD2FF-0B24-4156-AA16-43AFB5CE900E}" destId="{C0DB8B14-10FA-45D6-867A-1BD7CAFA9EDF}" srcOrd="2" destOrd="0" presId="urn:microsoft.com/office/officeart/2018/2/layout/IconCircleList"/>
    <dgm:cxn modelId="{7FDBC85E-75DA-4952-B631-EFE6DC6910E1}" type="presParOf" srcId="{EF4AD2FF-0B24-4156-AA16-43AFB5CE900E}" destId="{181DEB1D-8774-4EC3-8B33-97CBF752D62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24132B6-BFF5-46C7-A266-C6BEA8F764E1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DA1CC46-CF66-4325-A847-5DB67FDD418B}">
      <dgm:prSet/>
      <dgm:spPr/>
      <dgm:t>
        <a:bodyPr/>
        <a:lstStyle/>
        <a:p>
          <a:r>
            <a:rPr lang="en-US"/>
            <a:t>Use</a:t>
          </a:r>
        </a:p>
      </dgm:t>
    </dgm:pt>
    <dgm:pt modelId="{4A20F527-9740-4AD2-87D0-7B37FD58AD15}" type="parTrans" cxnId="{1AB21394-8595-47A9-A62B-86F39F3AB039}">
      <dgm:prSet/>
      <dgm:spPr/>
      <dgm:t>
        <a:bodyPr/>
        <a:lstStyle/>
        <a:p>
          <a:endParaRPr lang="en-US"/>
        </a:p>
      </dgm:t>
    </dgm:pt>
    <dgm:pt modelId="{4EC274EC-0C22-4999-B306-49364CD23498}" type="sibTrans" cxnId="{1AB21394-8595-47A9-A62B-86F39F3AB039}">
      <dgm:prSet/>
      <dgm:spPr/>
      <dgm:t>
        <a:bodyPr/>
        <a:lstStyle/>
        <a:p>
          <a:endParaRPr lang="en-US"/>
        </a:p>
      </dgm:t>
    </dgm:pt>
    <dgm:pt modelId="{EC8817C4-560C-4EE8-A94D-8A696B0DFAB9}">
      <dgm:prSet/>
      <dgm:spPr/>
      <dgm:t>
        <a:bodyPr/>
        <a:lstStyle/>
        <a:p>
          <a:r>
            <a:rPr lang="en-US"/>
            <a:t>Use neutral language: focus on message, not person</a:t>
          </a:r>
        </a:p>
      </dgm:t>
    </dgm:pt>
    <dgm:pt modelId="{B50D2171-1E78-4D5F-A610-C09A94438C47}" type="parTrans" cxnId="{F3823E9E-D239-4FBA-90F6-723D19331042}">
      <dgm:prSet/>
      <dgm:spPr/>
      <dgm:t>
        <a:bodyPr/>
        <a:lstStyle/>
        <a:p>
          <a:endParaRPr lang="en-US"/>
        </a:p>
      </dgm:t>
    </dgm:pt>
    <dgm:pt modelId="{8CBC56FE-B0F8-4630-9A8B-766E707B300A}" type="sibTrans" cxnId="{F3823E9E-D239-4FBA-90F6-723D19331042}">
      <dgm:prSet/>
      <dgm:spPr/>
      <dgm:t>
        <a:bodyPr/>
        <a:lstStyle/>
        <a:p>
          <a:endParaRPr lang="en-US"/>
        </a:p>
      </dgm:t>
    </dgm:pt>
    <dgm:pt modelId="{344D4908-DF0A-47E3-B0D5-7505A026DD02}">
      <dgm:prSet/>
      <dgm:spPr/>
      <dgm:t>
        <a:bodyPr/>
        <a:lstStyle/>
        <a:p>
          <a:r>
            <a:rPr lang="en-US"/>
            <a:t>Say</a:t>
          </a:r>
        </a:p>
      </dgm:t>
    </dgm:pt>
    <dgm:pt modelId="{2DA5BD95-551F-47D2-A816-4D1A073A5FD7}" type="parTrans" cxnId="{057A46AC-DAC8-40C1-81C7-5A06D2DEFFBC}">
      <dgm:prSet/>
      <dgm:spPr/>
      <dgm:t>
        <a:bodyPr/>
        <a:lstStyle/>
        <a:p>
          <a:endParaRPr lang="en-US"/>
        </a:p>
      </dgm:t>
    </dgm:pt>
    <dgm:pt modelId="{56BEF248-26CF-4B4B-867A-CD043FB353B8}" type="sibTrans" cxnId="{057A46AC-DAC8-40C1-81C7-5A06D2DEFFBC}">
      <dgm:prSet/>
      <dgm:spPr/>
      <dgm:t>
        <a:bodyPr/>
        <a:lstStyle/>
        <a:p>
          <a:endParaRPr lang="en-US"/>
        </a:p>
      </dgm:t>
    </dgm:pt>
    <dgm:pt modelId="{E27BABFD-A6F9-4D91-8E12-19F2415D2AD0}">
      <dgm:prSet/>
      <dgm:spPr/>
      <dgm:t>
        <a:bodyPr/>
        <a:lstStyle/>
        <a:p>
          <a:r>
            <a:rPr lang="en-US"/>
            <a:t>Say: 'Let’s clarify to make sure we’re aligned'</a:t>
          </a:r>
        </a:p>
      </dgm:t>
    </dgm:pt>
    <dgm:pt modelId="{657F40AC-B699-405F-AEB1-62EF029F4322}" type="parTrans" cxnId="{BF8E1ADB-1499-4D03-8361-F770CF767B9A}">
      <dgm:prSet/>
      <dgm:spPr/>
      <dgm:t>
        <a:bodyPr/>
        <a:lstStyle/>
        <a:p>
          <a:endParaRPr lang="en-US"/>
        </a:p>
      </dgm:t>
    </dgm:pt>
    <dgm:pt modelId="{2FDED1EF-A7BE-4F82-B1D3-C71BF7EB5F25}" type="sibTrans" cxnId="{BF8E1ADB-1499-4D03-8361-F770CF767B9A}">
      <dgm:prSet/>
      <dgm:spPr/>
      <dgm:t>
        <a:bodyPr/>
        <a:lstStyle/>
        <a:p>
          <a:endParaRPr lang="en-US"/>
        </a:p>
      </dgm:t>
    </dgm:pt>
    <dgm:pt modelId="{4FC5CFA4-DB38-4A4D-8888-1728DC25DBC8}">
      <dgm:prSet/>
      <dgm:spPr/>
      <dgm:t>
        <a:bodyPr/>
        <a:lstStyle/>
        <a:p>
          <a:r>
            <a:rPr lang="en-US"/>
            <a:t>Take</a:t>
          </a:r>
        </a:p>
      </dgm:t>
    </dgm:pt>
    <dgm:pt modelId="{17D9277D-6B8A-4AFF-8E22-E405F75D8B8D}" type="parTrans" cxnId="{F5B5D4A4-009D-40E5-B6E7-744882D4F0A6}">
      <dgm:prSet/>
      <dgm:spPr/>
      <dgm:t>
        <a:bodyPr/>
        <a:lstStyle/>
        <a:p>
          <a:endParaRPr lang="en-US"/>
        </a:p>
      </dgm:t>
    </dgm:pt>
    <dgm:pt modelId="{49394E37-6DC4-418E-B12B-71576034B7F1}" type="sibTrans" cxnId="{F5B5D4A4-009D-40E5-B6E7-744882D4F0A6}">
      <dgm:prSet/>
      <dgm:spPr/>
      <dgm:t>
        <a:bodyPr/>
        <a:lstStyle/>
        <a:p>
          <a:endParaRPr lang="en-US"/>
        </a:p>
      </dgm:t>
    </dgm:pt>
    <dgm:pt modelId="{94B2E637-0406-4BF5-B834-F3E7B4681725}">
      <dgm:prSet/>
      <dgm:spPr/>
      <dgm:t>
        <a:bodyPr/>
        <a:lstStyle/>
        <a:p>
          <a:r>
            <a:rPr lang="en-US"/>
            <a:t>Take shared responsibility for clarity</a:t>
          </a:r>
        </a:p>
      </dgm:t>
    </dgm:pt>
    <dgm:pt modelId="{99AB63F2-2B47-479F-BABD-274B5AEE973B}" type="parTrans" cxnId="{2AC6446F-B67A-46D6-865C-9E0C3FB3CC04}">
      <dgm:prSet/>
      <dgm:spPr/>
      <dgm:t>
        <a:bodyPr/>
        <a:lstStyle/>
        <a:p>
          <a:endParaRPr lang="en-US"/>
        </a:p>
      </dgm:t>
    </dgm:pt>
    <dgm:pt modelId="{E9C4DE31-C952-47A3-A8CD-4F08B2DFA079}" type="sibTrans" cxnId="{2AC6446F-B67A-46D6-865C-9E0C3FB3CC04}">
      <dgm:prSet/>
      <dgm:spPr/>
      <dgm:t>
        <a:bodyPr/>
        <a:lstStyle/>
        <a:p>
          <a:endParaRPr lang="en-US"/>
        </a:p>
      </dgm:t>
    </dgm:pt>
    <dgm:pt modelId="{2A6022B6-AF01-47D1-8E68-BAFD0BD85AF1}">
      <dgm:prSet/>
      <dgm:spPr/>
      <dgm:t>
        <a:bodyPr/>
        <a:lstStyle/>
        <a:p>
          <a:r>
            <a:rPr lang="en-US"/>
            <a:t>Acknowledge</a:t>
          </a:r>
        </a:p>
      </dgm:t>
    </dgm:pt>
    <dgm:pt modelId="{F5703D6E-D54B-4AAF-A90A-37E709432E2B}" type="parTrans" cxnId="{8D513885-E25D-4BDB-83D5-578067CBB3E2}">
      <dgm:prSet/>
      <dgm:spPr/>
      <dgm:t>
        <a:bodyPr/>
        <a:lstStyle/>
        <a:p>
          <a:endParaRPr lang="en-US"/>
        </a:p>
      </dgm:t>
    </dgm:pt>
    <dgm:pt modelId="{1328FCFF-0EAE-4B9D-96F8-FBCCFAD642A5}" type="sibTrans" cxnId="{8D513885-E25D-4BDB-83D5-578067CBB3E2}">
      <dgm:prSet/>
      <dgm:spPr/>
      <dgm:t>
        <a:bodyPr/>
        <a:lstStyle/>
        <a:p>
          <a:endParaRPr lang="en-US"/>
        </a:p>
      </dgm:t>
    </dgm:pt>
    <dgm:pt modelId="{2965F477-00EA-4E9A-BC33-87DF5C4B3B0E}">
      <dgm:prSet/>
      <dgm:spPr/>
      <dgm:t>
        <a:bodyPr/>
        <a:lstStyle/>
        <a:p>
          <a:r>
            <a:rPr lang="en-US"/>
            <a:t>Acknowledge confusion without assigning fault</a:t>
          </a:r>
        </a:p>
      </dgm:t>
    </dgm:pt>
    <dgm:pt modelId="{887B27DF-E82B-41C9-8CD1-AF7D46A19931}" type="parTrans" cxnId="{073119F3-1CB3-406D-9EDE-7B668FEE2DDA}">
      <dgm:prSet/>
      <dgm:spPr/>
      <dgm:t>
        <a:bodyPr/>
        <a:lstStyle/>
        <a:p>
          <a:endParaRPr lang="en-US"/>
        </a:p>
      </dgm:t>
    </dgm:pt>
    <dgm:pt modelId="{F5AA085A-00E4-4DF8-B074-D5B073F7A8D6}" type="sibTrans" cxnId="{073119F3-1CB3-406D-9EDE-7B668FEE2DDA}">
      <dgm:prSet/>
      <dgm:spPr/>
      <dgm:t>
        <a:bodyPr/>
        <a:lstStyle/>
        <a:p>
          <a:endParaRPr lang="en-US"/>
        </a:p>
      </dgm:t>
    </dgm:pt>
    <dgm:pt modelId="{392F17FC-E912-4088-A3C0-80A1B212EF6B}">
      <dgm:prSet/>
      <dgm:spPr/>
      <dgm:t>
        <a:bodyPr/>
        <a:lstStyle/>
        <a:p>
          <a:r>
            <a:rPr lang="en-US"/>
            <a:t>Focus</a:t>
          </a:r>
        </a:p>
      </dgm:t>
    </dgm:pt>
    <dgm:pt modelId="{F7D4D17D-9677-4498-8400-E20D722A5FC3}" type="parTrans" cxnId="{856F8231-83EF-4189-A3EE-4B2FA56BBC4E}">
      <dgm:prSet/>
      <dgm:spPr/>
      <dgm:t>
        <a:bodyPr/>
        <a:lstStyle/>
        <a:p>
          <a:endParaRPr lang="en-US"/>
        </a:p>
      </dgm:t>
    </dgm:pt>
    <dgm:pt modelId="{D8E1D0CD-F358-472B-8540-4798049DE40E}" type="sibTrans" cxnId="{856F8231-83EF-4189-A3EE-4B2FA56BBC4E}">
      <dgm:prSet/>
      <dgm:spPr/>
      <dgm:t>
        <a:bodyPr/>
        <a:lstStyle/>
        <a:p>
          <a:endParaRPr lang="en-US"/>
        </a:p>
      </dgm:t>
    </dgm:pt>
    <dgm:pt modelId="{1C94551B-651B-4A2D-B6EF-12771A1D07A3}">
      <dgm:prSet/>
      <dgm:spPr/>
      <dgm:t>
        <a:bodyPr/>
        <a:lstStyle/>
        <a:p>
          <a:r>
            <a:rPr lang="en-US"/>
            <a:t>Focus conversation on solution and next steps</a:t>
          </a:r>
        </a:p>
      </dgm:t>
    </dgm:pt>
    <dgm:pt modelId="{0CC7A496-FBCB-492A-8775-BB97AB8CE256}" type="parTrans" cxnId="{C487380B-0690-4223-8B36-7A640A874B5A}">
      <dgm:prSet/>
      <dgm:spPr/>
      <dgm:t>
        <a:bodyPr/>
        <a:lstStyle/>
        <a:p>
          <a:endParaRPr lang="en-US"/>
        </a:p>
      </dgm:t>
    </dgm:pt>
    <dgm:pt modelId="{EA1301FA-C37E-4C69-8A8E-327ED8CFDAB0}" type="sibTrans" cxnId="{C487380B-0690-4223-8B36-7A640A874B5A}">
      <dgm:prSet/>
      <dgm:spPr/>
      <dgm:t>
        <a:bodyPr/>
        <a:lstStyle/>
        <a:p>
          <a:endParaRPr lang="en-US"/>
        </a:p>
      </dgm:t>
    </dgm:pt>
    <dgm:pt modelId="{BEEF3F9E-5407-4CEB-B052-0602976DE167}">
      <dgm:prSet/>
      <dgm:spPr/>
      <dgm:t>
        <a:bodyPr/>
        <a:lstStyle/>
        <a:p>
          <a:r>
            <a:rPr lang="en-US"/>
            <a:t>Close</a:t>
          </a:r>
        </a:p>
      </dgm:t>
    </dgm:pt>
    <dgm:pt modelId="{44AEA3DF-501E-4829-9A43-A7055B3CEA9B}" type="parTrans" cxnId="{90C02D18-9F0D-48B2-B818-32A91FB16CB0}">
      <dgm:prSet/>
      <dgm:spPr/>
      <dgm:t>
        <a:bodyPr/>
        <a:lstStyle/>
        <a:p>
          <a:endParaRPr lang="en-US"/>
        </a:p>
      </dgm:t>
    </dgm:pt>
    <dgm:pt modelId="{1719EE85-AA6D-4D5D-A34F-97CE5520BEA6}" type="sibTrans" cxnId="{90C02D18-9F0D-48B2-B818-32A91FB16CB0}">
      <dgm:prSet/>
      <dgm:spPr/>
      <dgm:t>
        <a:bodyPr/>
        <a:lstStyle/>
        <a:p>
          <a:endParaRPr lang="en-US"/>
        </a:p>
      </dgm:t>
    </dgm:pt>
    <dgm:pt modelId="{5C110E9A-C606-4554-AD22-BD8CBE91C963}">
      <dgm:prSet/>
      <dgm:spPr/>
      <dgm:t>
        <a:bodyPr/>
        <a:lstStyle/>
        <a:p>
          <a:r>
            <a:rPr lang="en-US"/>
            <a:t>Close with confirmation of understanding</a:t>
          </a:r>
        </a:p>
      </dgm:t>
    </dgm:pt>
    <dgm:pt modelId="{D556C4C6-439D-465A-92DF-4A376103A470}" type="parTrans" cxnId="{AA559C07-5950-47EA-BE00-296E0BB85E4C}">
      <dgm:prSet/>
      <dgm:spPr/>
      <dgm:t>
        <a:bodyPr/>
        <a:lstStyle/>
        <a:p>
          <a:endParaRPr lang="en-US"/>
        </a:p>
      </dgm:t>
    </dgm:pt>
    <dgm:pt modelId="{D36CE149-0DE0-4095-BDE9-861FD9725A35}" type="sibTrans" cxnId="{AA559C07-5950-47EA-BE00-296E0BB85E4C}">
      <dgm:prSet/>
      <dgm:spPr/>
      <dgm:t>
        <a:bodyPr/>
        <a:lstStyle/>
        <a:p>
          <a:endParaRPr lang="en-US"/>
        </a:p>
      </dgm:t>
    </dgm:pt>
    <dgm:pt modelId="{82DC77AC-7AFC-48F0-90FC-78079FCBF476}" type="pres">
      <dgm:prSet presAssocID="{624132B6-BFF5-46C7-A266-C6BEA8F764E1}" presName="Name0" presStyleCnt="0">
        <dgm:presLayoutVars>
          <dgm:dir/>
          <dgm:animLvl val="lvl"/>
          <dgm:resizeHandles val="exact"/>
        </dgm:presLayoutVars>
      </dgm:prSet>
      <dgm:spPr/>
    </dgm:pt>
    <dgm:pt modelId="{74D9F192-0CDD-487B-9261-FD6E04C2B22F}" type="pres">
      <dgm:prSet presAssocID="{6DA1CC46-CF66-4325-A847-5DB67FDD418B}" presName="linNode" presStyleCnt="0"/>
      <dgm:spPr/>
    </dgm:pt>
    <dgm:pt modelId="{112639FD-35D3-4FA3-A7C3-7FED8B03F019}" type="pres">
      <dgm:prSet presAssocID="{6DA1CC46-CF66-4325-A847-5DB67FDD418B}" presName="parentText" presStyleLbl="solidFgAcc1" presStyleIdx="0" presStyleCnt="6">
        <dgm:presLayoutVars>
          <dgm:chMax val="1"/>
          <dgm:bulletEnabled/>
        </dgm:presLayoutVars>
      </dgm:prSet>
      <dgm:spPr/>
    </dgm:pt>
    <dgm:pt modelId="{BF21439F-4450-4C2A-B29E-67E2B3356B4B}" type="pres">
      <dgm:prSet presAssocID="{6DA1CC46-CF66-4325-A847-5DB67FDD418B}" presName="descendantText" presStyleLbl="alignNode1" presStyleIdx="0" presStyleCnt="6">
        <dgm:presLayoutVars>
          <dgm:bulletEnabled/>
        </dgm:presLayoutVars>
      </dgm:prSet>
      <dgm:spPr/>
    </dgm:pt>
    <dgm:pt modelId="{6A1668DB-7642-4B2F-95E7-EDF2560864EE}" type="pres">
      <dgm:prSet presAssocID="{4EC274EC-0C22-4999-B306-49364CD23498}" presName="sp" presStyleCnt="0"/>
      <dgm:spPr/>
    </dgm:pt>
    <dgm:pt modelId="{9CA28199-F1D3-427E-A239-F96BFAB84D25}" type="pres">
      <dgm:prSet presAssocID="{344D4908-DF0A-47E3-B0D5-7505A026DD02}" presName="linNode" presStyleCnt="0"/>
      <dgm:spPr/>
    </dgm:pt>
    <dgm:pt modelId="{C42F7608-109A-40E4-9009-17B99A91C9A6}" type="pres">
      <dgm:prSet presAssocID="{344D4908-DF0A-47E3-B0D5-7505A026DD02}" presName="parentText" presStyleLbl="solidFgAcc1" presStyleIdx="1" presStyleCnt="6">
        <dgm:presLayoutVars>
          <dgm:chMax val="1"/>
          <dgm:bulletEnabled/>
        </dgm:presLayoutVars>
      </dgm:prSet>
      <dgm:spPr/>
    </dgm:pt>
    <dgm:pt modelId="{933055A3-2BF7-4772-A065-4E4748ADE15E}" type="pres">
      <dgm:prSet presAssocID="{344D4908-DF0A-47E3-B0D5-7505A026DD02}" presName="descendantText" presStyleLbl="alignNode1" presStyleIdx="1" presStyleCnt="6">
        <dgm:presLayoutVars>
          <dgm:bulletEnabled/>
        </dgm:presLayoutVars>
      </dgm:prSet>
      <dgm:spPr/>
    </dgm:pt>
    <dgm:pt modelId="{BA7FB694-F38A-464E-8225-A1A1ECDFB58A}" type="pres">
      <dgm:prSet presAssocID="{56BEF248-26CF-4B4B-867A-CD043FB353B8}" presName="sp" presStyleCnt="0"/>
      <dgm:spPr/>
    </dgm:pt>
    <dgm:pt modelId="{B65DC37B-937D-4AB6-82B7-F27B8E9F8AA4}" type="pres">
      <dgm:prSet presAssocID="{4FC5CFA4-DB38-4A4D-8888-1728DC25DBC8}" presName="linNode" presStyleCnt="0"/>
      <dgm:spPr/>
    </dgm:pt>
    <dgm:pt modelId="{327C4AF4-7859-49AE-8772-CC0402B13D81}" type="pres">
      <dgm:prSet presAssocID="{4FC5CFA4-DB38-4A4D-8888-1728DC25DBC8}" presName="parentText" presStyleLbl="solidFgAcc1" presStyleIdx="2" presStyleCnt="6">
        <dgm:presLayoutVars>
          <dgm:chMax val="1"/>
          <dgm:bulletEnabled/>
        </dgm:presLayoutVars>
      </dgm:prSet>
      <dgm:spPr/>
    </dgm:pt>
    <dgm:pt modelId="{3C92622A-BC06-4227-9E8E-346167E5D8BA}" type="pres">
      <dgm:prSet presAssocID="{4FC5CFA4-DB38-4A4D-8888-1728DC25DBC8}" presName="descendantText" presStyleLbl="alignNode1" presStyleIdx="2" presStyleCnt="6">
        <dgm:presLayoutVars>
          <dgm:bulletEnabled/>
        </dgm:presLayoutVars>
      </dgm:prSet>
      <dgm:spPr/>
    </dgm:pt>
    <dgm:pt modelId="{3303AB8C-3AAE-47D2-95D7-394DC65FFFDF}" type="pres">
      <dgm:prSet presAssocID="{49394E37-6DC4-418E-B12B-71576034B7F1}" presName="sp" presStyleCnt="0"/>
      <dgm:spPr/>
    </dgm:pt>
    <dgm:pt modelId="{0C7EADCD-A5E9-4AC1-863F-204813904B2D}" type="pres">
      <dgm:prSet presAssocID="{2A6022B6-AF01-47D1-8E68-BAFD0BD85AF1}" presName="linNode" presStyleCnt="0"/>
      <dgm:spPr/>
    </dgm:pt>
    <dgm:pt modelId="{AA93F05E-15BA-40A3-B8E8-F2398AC775F7}" type="pres">
      <dgm:prSet presAssocID="{2A6022B6-AF01-47D1-8E68-BAFD0BD85AF1}" presName="parentText" presStyleLbl="solidFgAcc1" presStyleIdx="3" presStyleCnt="6">
        <dgm:presLayoutVars>
          <dgm:chMax val="1"/>
          <dgm:bulletEnabled/>
        </dgm:presLayoutVars>
      </dgm:prSet>
      <dgm:spPr/>
    </dgm:pt>
    <dgm:pt modelId="{DB140FF6-AE90-451B-BEB9-D8A585FDC351}" type="pres">
      <dgm:prSet presAssocID="{2A6022B6-AF01-47D1-8E68-BAFD0BD85AF1}" presName="descendantText" presStyleLbl="alignNode1" presStyleIdx="3" presStyleCnt="6">
        <dgm:presLayoutVars>
          <dgm:bulletEnabled/>
        </dgm:presLayoutVars>
      </dgm:prSet>
      <dgm:spPr/>
    </dgm:pt>
    <dgm:pt modelId="{F152F360-1137-4F9F-AE56-00C2C8C1535B}" type="pres">
      <dgm:prSet presAssocID="{1328FCFF-0EAE-4B9D-96F8-FBCCFAD642A5}" presName="sp" presStyleCnt="0"/>
      <dgm:spPr/>
    </dgm:pt>
    <dgm:pt modelId="{9F1C696A-FEA5-4DF9-8F78-78567813CBAC}" type="pres">
      <dgm:prSet presAssocID="{392F17FC-E912-4088-A3C0-80A1B212EF6B}" presName="linNode" presStyleCnt="0"/>
      <dgm:spPr/>
    </dgm:pt>
    <dgm:pt modelId="{7CD2F55E-7615-4B63-A672-752A6B3A7014}" type="pres">
      <dgm:prSet presAssocID="{392F17FC-E912-4088-A3C0-80A1B212EF6B}" presName="parentText" presStyleLbl="solidFgAcc1" presStyleIdx="4" presStyleCnt="6">
        <dgm:presLayoutVars>
          <dgm:chMax val="1"/>
          <dgm:bulletEnabled/>
        </dgm:presLayoutVars>
      </dgm:prSet>
      <dgm:spPr/>
    </dgm:pt>
    <dgm:pt modelId="{3228FEEB-B451-47FB-8147-07829BC5549A}" type="pres">
      <dgm:prSet presAssocID="{392F17FC-E912-4088-A3C0-80A1B212EF6B}" presName="descendantText" presStyleLbl="alignNode1" presStyleIdx="4" presStyleCnt="6">
        <dgm:presLayoutVars>
          <dgm:bulletEnabled/>
        </dgm:presLayoutVars>
      </dgm:prSet>
      <dgm:spPr/>
    </dgm:pt>
    <dgm:pt modelId="{75882DF6-0B74-4865-9296-F20786AF6E28}" type="pres">
      <dgm:prSet presAssocID="{D8E1D0CD-F358-472B-8540-4798049DE40E}" presName="sp" presStyleCnt="0"/>
      <dgm:spPr/>
    </dgm:pt>
    <dgm:pt modelId="{44C7B608-6830-42D4-AF7B-599D906A594E}" type="pres">
      <dgm:prSet presAssocID="{BEEF3F9E-5407-4CEB-B052-0602976DE167}" presName="linNode" presStyleCnt="0"/>
      <dgm:spPr/>
    </dgm:pt>
    <dgm:pt modelId="{F4419A7D-F585-427B-AABC-7F2D60616D8E}" type="pres">
      <dgm:prSet presAssocID="{BEEF3F9E-5407-4CEB-B052-0602976DE167}" presName="parentText" presStyleLbl="solidFgAcc1" presStyleIdx="5" presStyleCnt="6">
        <dgm:presLayoutVars>
          <dgm:chMax val="1"/>
          <dgm:bulletEnabled/>
        </dgm:presLayoutVars>
      </dgm:prSet>
      <dgm:spPr/>
    </dgm:pt>
    <dgm:pt modelId="{5E9EF40F-0B14-4AC1-A9A4-3D2B373A3F38}" type="pres">
      <dgm:prSet presAssocID="{BEEF3F9E-5407-4CEB-B052-0602976DE167}" presName="descendantText" presStyleLbl="alignNode1" presStyleIdx="5" presStyleCnt="6">
        <dgm:presLayoutVars>
          <dgm:bulletEnabled/>
        </dgm:presLayoutVars>
      </dgm:prSet>
      <dgm:spPr/>
    </dgm:pt>
  </dgm:ptLst>
  <dgm:cxnLst>
    <dgm:cxn modelId="{AA559C07-5950-47EA-BE00-296E0BB85E4C}" srcId="{BEEF3F9E-5407-4CEB-B052-0602976DE167}" destId="{5C110E9A-C606-4554-AD22-BD8CBE91C963}" srcOrd="0" destOrd="0" parTransId="{D556C4C6-439D-465A-92DF-4A376103A470}" sibTransId="{D36CE149-0DE0-4095-BDE9-861FD9725A35}"/>
    <dgm:cxn modelId="{C487380B-0690-4223-8B36-7A640A874B5A}" srcId="{392F17FC-E912-4088-A3C0-80A1B212EF6B}" destId="{1C94551B-651B-4A2D-B6EF-12771A1D07A3}" srcOrd="0" destOrd="0" parTransId="{0CC7A496-FBCB-492A-8775-BB97AB8CE256}" sibTransId="{EA1301FA-C37E-4C69-8A8E-327ED8CFDAB0}"/>
    <dgm:cxn modelId="{408A690B-8F35-44AF-85F4-60E4CC9A3C98}" type="presOf" srcId="{1C94551B-651B-4A2D-B6EF-12771A1D07A3}" destId="{3228FEEB-B451-47FB-8147-07829BC5549A}" srcOrd="0" destOrd="0" presId="urn:microsoft.com/office/officeart/2016/7/layout/VerticalHollowActionList"/>
    <dgm:cxn modelId="{38FF8514-BEE7-4CB5-984C-040FC768EDA4}" type="presOf" srcId="{EC8817C4-560C-4EE8-A94D-8A696B0DFAB9}" destId="{BF21439F-4450-4C2A-B29E-67E2B3356B4B}" srcOrd="0" destOrd="0" presId="urn:microsoft.com/office/officeart/2016/7/layout/VerticalHollowActionList"/>
    <dgm:cxn modelId="{90C02D18-9F0D-48B2-B818-32A91FB16CB0}" srcId="{624132B6-BFF5-46C7-A266-C6BEA8F764E1}" destId="{BEEF3F9E-5407-4CEB-B052-0602976DE167}" srcOrd="5" destOrd="0" parTransId="{44AEA3DF-501E-4829-9A43-A7055B3CEA9B}" sibTransId="{1719EE85-AA6D-4D5D-A34F-97CE5520BEA6}"/>
    <dgm:cxn modelId="{0ED7B21D-84AA-44B0-95C5-25A99B8E64A5}" type="presOf" srcId="{6DA1CC46-CF66-4325-A847-5DB67FDD418B}" destId="{112639FD-35D3-4FA3-A7C3-7FED8B03F019}" srcOrd="0" destOrd="0" presId="urn:microsoft.com/office/officeart/2016/7/layout/VerticalHollowActionList"/>
    <dgm:cxn modelId="{E3CD591F-CE2D-4514-A2B1-930ED14AC24B}" type="presOf" srcId="{94B2E637-0406-4BF5-B834-F3E7B4681725}" destId="{3C92622A-BC06-4227-9E8E-346167E5D8BA}" srcOrd="0" destOrd="0" presId="urn:microsoft.com/office/officeart/2016/7/layout/VerticalHollowActionList"/>
    <dgm:cxn modelId="{856F8231-83EF-4189-A3EE-4B2FA56BBC4E}" srcId="{624132B6-BFF5-46C7-A266-C6BEA8F764E1}" destId="{392F17FC-E912-4088-A3C0-80A1B212EF6B}" srcOrd="4" destOrd="0" parTransId="{F7D4D17D-9677-4498-8400-E20D722A5FC3}" sibTransId="{D8E1D0CD-F358-472B-8540-4798049DE40E}"/>
    <dgm:cxn modelId="{18F79939-8105-4FE3-B724-969BF9340204}" type="presOf" srcId="{624132B6-BFF5-46C7-A266-C6BEA8F764E1}" destId="{82DC77AC-7AFC-48F0-90FC-78079FCBF476}" srcOrd="0" destOrd="0" presId="urn:microsoft.com/office/officeart/2016/7/layout/VerticalHollowActionList"/>
    <dgm:cxn modelId="{DFE88647-B6F0-47C2-92BF-BC3C01DB7328}" type="presOf" srcId="{4FC5CFA4-DB38-4A4D-8888-1728DC25DBC8}" destId="{327C4AF4-7859-49AE-8772-CC0402B13D81}" srcOrd="0" destOrd="0" presId="urn:microsoft.com/office/officeart/2016/7/layout/VerticalHollowActionList"/>
    <dgm:cxn modelId="{2AC6446F-B67A-46D6-865C-9E0C3FB3CC04}" srcId="{4FC5CFA4-DB38-4A4D-8888-1728DC25DBC8}" destId="{94B2E637-0406-4BF5-B834-F3E7B4681725}" srcOrd="0" destOrd="0" parTransId="{99AB63F2-2B47-479F-BABD-274B5AEE973B}" sibTransId="{E9C4DE31-C952-47A3-A8CD-4F08B2DFA079}"/>
    <dgm:cxn modelId="{0725D475-94B0-48CC-86A2-AC6320036E87}" type="presOf" srcId="{2A6022B6-AF01-47D1-8E68-BAFD0BD85AF1}" destId="{AA93F05E-15BA-40A3-B8E8-F2398AC775F7}" srcOrd="0" destOrd="0" presId="urn:microsoft.com/office/officeart/2016/7/layout/VerticalHollowActionList"/>
    <dgm:cxn modelId="{8D513885-E25D-4BDB-83D5-578067CBB3E2}" srcId="{624132B6-BFF5-46C7-A266-C6BEA8F764E1}" destId="{2A6022B6-AF01-47D1-8E68-BAFD0BD85AF1}" srcOrd="3" destOrd="0" parTransId="{F5703D6E-D54B-4AAF-A90A-37E709432E2B}" sibTransId="{1328FCFF-0EAE-4B9D-96F8-FBCCFAD642A5}"/>
    <dgm:cxn modelId="{1AB21394-8595-47A9-A62B-86F39F3AB039}" srcId="{624132B6-BFF5-46C7-A266-C6BEA8F764E1}" destId="{6DA1CC46-CF66-4325-A847-5DB67FDD418B}" srcOrd="0" destOrd="0" parTransId="{4A20F527-9740-4AD2-87D0-7B37FD58AD15}" sibTransId="{4EC274EC-0C22-4999-B306-49364CD23498}"/>
    <dgm:cxn modelId="{F3823E9E-D239-4FBA-90F6-723D19331042}" srcId="{6DA1CC46-CF66-4325-A847-5DB67FDD418B}" destId="{EC8817C4-560C-4EE8-A94D-8A696B0DFAB9}" srcOrd="0" destOrd="0" parTransId="{B50D2171-1E78-4D5F-A610-C09A94438C47}" sibTransId="{8CBC56FE-B0F8-4630-9A8B-766E707B300A}"/>
    <dgm:cxn modelId="{F5B5D4A4-009D-40E5-B6E7-744882D4F0A6}" srcId="{624132B6-BFF5-46C7-A266-C6BEA8F764E1}" destId="{4FC5CFA4-DB38-4A4D-8888-1728DC25DBC8}" srcOrd="2" destOrd="0" parTransId="{17D9277D-6B8A-4AFF-8E22-E405F75D8B8D}" sibTransId="{49394E37-6DC4-418E-B12B-71576034B7F1}"/>
    <dgm:cxn modelId="{AEC504AB-AC72-4023-9DBB-5CFB7EC47E3F}" type="presOf" srcId="{392F17FC-E912-4088-A3C0-80A1B212EF6B}" destId="{7CD2F55E-7615-4B63-A672-752A6B3A7014}" srcOrd="0" destOrd="0" presId="urn:microsoft.com/office/officeart/2016/7/layout/VerticalHollowActionList"/>
    <dgm:cxn modelId="{057A46AC-DAC8-40C1-81C7-5A06D2DEFFBC}" srcId="{624132B6-BFF5-46C7-A266-C6BEA8F764E1}" destId="{344D4908-DF0A-47E3-B0D5-7505A026DD02}" srcOrd="1" destOrd="0" parTransId="{2DA5BD95-551F-47D2-A816-4D1A073A5FD7}" sibTransId="{56BEF248-26CF-4B4B-867A-CD043FB353B8}"/>
    <dgm:cxn modelId="{F46161B1-3303-4EA6-AC27-7761344BE641}" type="presOf" srcId="{5C110E9A-C606-4554-AD22-BD8CBE91C963}" destId="{5E9EF40F-0B14-4AC1-A9A4-3D2B373A3F38}" srcOrd="0" destOrd="0" presId="urn:microsoft.com/office/officeart/2016/7/layout/VerticalHollowActionList"/>
    <dgm:cxn modelId="{53C401BE-D341-4676-90A8-496871607457}" type="presOf" srcId="{344D4908-DF0A-47E3-B0D5-7505A026DD02}" destId="{C42F7608-109A-40E4-9009-17B99A91C9A6}" srcOrd="0" destOrd="0" presId="urn:microsoft.com/office/officeart/2016/7/layout/VerticalHollowActionList"/>
    <dgm:cxn modelId="{544D7CC6-FDF5-49E3-A22A-FD81EE84C797}" type="presOf" srcId="{E27BABFD-A6F9-4D91-8E12-19F2415D2AD0}" destId="{933055A3-2BF7-4772-A065-4E4748ADE15E}" srcOrd="0" destOrd="0" presId="urn:microsoft.com/office/officeart/2016/7/layout/VerticalHollowActionList"/>
    <dgm:cxn modelId="{242CFECD-4AA9-44C0-98BF-1D94A8CA6D2E}" type="presOf" srcId="{BEEF3F9E-5407-4CEB-B052-0602976DE167}" destId="{F4419A7D-F585-427B-AABC-7F2D60616D8E}" srcOrd="0" destOrd="0" presId="urn:microsoft.com/office/officeart/2016/7/layout/VerticalHollowActionList"/>
    <dgm:cxn modelId="{627B0BD1-4ACF-40D0-BF27-0BC4BFA24856}" type="presOf" srcId="{2965F477-00EA-4E9A-BC33-87DF5C4B3B0E}" destId="{DB140FF6-AE90-451B-BEB9-D8A585FDC351}" srcOrd="0" destOrd="0" presId="urn:microsoft.com/office/officeart/2016/7/layout/VerticalHollowActionList"/>
    <dgm:cxn modelId="{BF8E1ADB-1499-4D03-8361-F770CF767B9A}" srcId="{344D4908-DF0A-47E3-B0D5-7505A026DD02}" destId="{E27BABFD-A6F9-4D91-8E12-19F2415D2AD0}" srcOrd="0" destOrd="0" parTransId="{657F40AC-B699-405F-AEB1-62EF029F4322}" sibTransId="{2FDED1EF-A7BE-4F82-B1D3-C71BF7EB5F25}"/>
    <dgm:cxn modelId="{073119F3-1CB3-406D-9EDE-7B668FEE2DDA}" srcId="{2A6022B6-AF01-47D1-8E68-BAFD0BD85AF1}" destId="{2965F477-00EA-4E9A-BC33-87DF5C4B3B0E}" srcOrd="0" destOrd="0" parTransId="{887B27DF-E82B-41C9-8CD1-AF7D46A19931}" sibTransId="{F5AA085A-00E4-4DF8-B074-D5B073F7A8D6}"/>
    <dgm:cxn modelId="{058886F2-D407-4036-908E-EDBB4482FEEE}" type="presParOf" srcId="{82DC77AC-7AFC-48F0-90FC-78079FCBF476}" destId="{74D9F192-0CDD-487B-9261-FD6E04C2B22F}" srcOrd="0" destOrd="0" presId="urn:microsoft.com/office/officeart/2016/7/layout/VerticalHollowActionList"/>
    <dgm:cxn modelId="{E9E17461-0A0F-4714-A727-A98712A09DEA}" type="presParOf" srcId="{74D9F192-0CDD-487B-9261-FD6E04C2B22F}" destId="{112639FD-35D3-4FA3-A7C3-7FED8B03F019}" srcOrd="0" destOrd="0" presId="urn:microsoft.com/office/officeart/2016/7/layout/VerticalHollowActionList"/>
    <dgm:cxn modelId="{B40FC6BA-ADBA-448E-8468-7BDBBC72F053}" type="presParOf" srcId="{74D9F192-0CDD-487B-9261-FD6E04C2B22F}" destId="{BF21439F-4450-4C2A-B29E-67E2B3356B4B}" srcOrd="1" destOrd="0" presId="urn:microsoft.com/office/officeart/2016/7/layout/VerticalHollowActionList"/>
    <dgm:cxn modelId="{FA4D4160-56C9-4F46-B31E-CF095E02BD12}" type="presParOf" srcId="{82DC77AC-7AFC-48F0-90FC-78079FCBF476}" destId="{6A1668DB-7642-4B2F-95E7-EDF2560864EE}" srcOrd="1" destOrd="0" presId="urn:microsoft.com/office/officeart/2016/7/layout/VerticalHollowActionList"/>
    <dgm:cxn modelId="{08028AA3-3F41-40CC-BFAD-7E5EA50D11BF}" type="presParOf" srcId="{82DC77AC-7AFC-48F0-90FC-78079FCBF476}" destId="{9CA28199-F1D3-427E-A239-F96BFAB84D25}" srcOrd="2" destOrd="0" presId="urn:microsoft.com/office/officeart/2016/7/layout/VerticalHollowActionList"/>
    <dgm:cxn modelId="{6941756D-AAFD-4568-8990-052A84B3004F}" type="presParOf" srcId="{9CA28199-F1D3-427E-A239-F96BFAB84D25}" destId="{C42F7608-109A-40E4-9009-17B99A91C9A6}" srcOrd="0" destOrd="0" presId="urn:microsoft.com/office/officeart/2016/7/layout/VerticalHollowActionList"/>
    <dgm:cxn modelId="{3EC73539-F797-4904-81F3-4ADF06D1073E}" type="presParOf" srcId="{9CA28199-F1D3-427E-A239-F96BFAB84D25}" destId="{933055A3-2BF7-4772-A065-4E4748ADE15E}" srcOrd="1" destOrd="0" presId="urn:microsoft.com/office/officeart/2016/7/layout/VerticalHollowActionList"/>
    <dgm:cxn modelId="{CB79F86D-B399-4234-8176-F0BA5ACF4B8E}" type="presParOf" srcId="{82DC77AC-7AFC-48F0-90FC-78079FCBF476}" destId="{BA7FB694-F38A-464E-8225-A1A1ECDFB58A}" srcOrd="3" destOrd="0" presId="urn:microsoft.com/office/officeart/2016/7/layout/VerticalHollowActionList"/>
    <dgm:cxn modelId="{F4969B0E-57BD-4803-A6AB-646BF2854B6B}" type="presParOf" srcId="{82DC77AC-7AFC-48F0-90FC-78079FCBF476}" destId="{B65DC37B-937D-4AB6-82B7-F27B8E9F8AA4}" srcOrd="4" destOrd="0" presId="urn:microsoft.com/office/officeart/2016/7/layout/VerticalHollowActionList"/>
    <dgm:cxn modelId="{EBA2CAF3-3277-419E-BB98-ECDD98622334}" type="presParOf" srcId="{B65DC37B-937D-4AB6-82B7-F27B8E9F8AA4}" destId="{327C4AF4-7859-49AE-8772-CC0402B13D81}" srcOrd="0" destOrd="0" presId="urn:microsoft.com/office/officeart/2016/7/layout/VerticalHollowActionList"/>
    <dgm:cxn modelId="{54F23D91-B1F6-46A9-B7C6-44AF7906D2C3}" type="presParOf" srcId="{B65DC37B-937D-4AB6-82B7-F27B8E9F8AA4}" destId="{3C92622A-BC06-4227-9E8E-346167E5D8BA}" srcOrd="1" destOrd="0" presId="urn:microsoft.com/office/officeart/2016/7/layout/VerticalHollowActionList"/>
    <dgm:cxn modelId="{41564C50-A115-4072-A2E0-6075DF2032EF}" type="presParOf" srcId="{82DC77AC-7AFC-48F0-90FC-78079FCBF476}" destId="{3303AB8C-3AAE-47D2-95D7-394DC65FFFDF}" srcOrd="5" destOrd="0" presId="urn:microsoft.com/office/officeart/2016/7/layout/VerticalHollowActionList"/>
    <dgm:cxn modelId="{9608602B-1BAE-4AB1-9C55-444B306A5210}" type="presParOf" srcId="{82DC77AC-7AFC-48F0-90FC-78079FCBF476}" destId="{0C7EADCD-A5E9-4AC1-863F-204813904B2D}" srcOrd="6" destOrd="0" presId="urn:microsoft.com/office/officeart/2016/7/layout/VerticalHollowActionList"/>
    <dgm:cxn modelId="{1B5EADD1-2F43-4F11-81D5-CAA2ACEE94B0}" type="presParOf" srcId="{0C7EADCD-A5E9-4AC1-863F-204813904B2D}" destId="{AA93F05E-15BA-40A3-B8E8-F2398AC775F7}" srcOrd="0" destOrd="0" presId="urn:microsoft.com/office/officeart/2016/7/layout/VerticalHollowActionList"/>
    <dgm:cxn modelId="{2C55E5B0-5553-42FF-B192-89569CBE3757}" type="presParOf" srcId="{0C7EADCD-A5E9-4AC1-863F-204813904B2D}" destId="{DB140FF6-AE90-451B-BEB9-D8A585FDC351}" srcOrd="1" destOrd="0" presId="urn:microsoft.com/office/officeart/2016/7/layout/VerticalHollowActionList"/>
    <dgm:cxn modelId="{D7BD3468-EEBC-4FCC-BC4B-4621CA867BE2}" type="presParOf" srcId="{82DC77AC-7AFC-48F0-90FC-78079FCBF476}" destId="{F152F360-1137-4F9F-AE56-00C2C8C1535B}" srcOrd="7" destOrd="0" presId="urn:microsoft.com/office/officeart/2016/7/layout/VerticalHollowActionList"/>
    <dgm:cxn modelId="{7001FC89-2115-4491-8066-82CF88584EA6}" type="presParOf" srcId="{82DC77AC-7AFC-48F0-90FC-78079FCBF476}" destId="{9F1C696A-FEA5-4DF9-8F78-78567813CBAC}" srcOrd="8" destOrd="0" presId="urn:microsoft.com/office/officeart/2016/7/layout/VerticalHollowActionList"/>
    <dgm:cxn modelId="{EFE342DC-4203-4D93-B4D0-C4A1314CB291}" type="presParOf" srcId="{9F1C696A-FEA5-4DF9-8F78-78567813CBAC}" destId="{7CD2F55E-7615-4B63-A672-752A6B3A7014}" srcOrd="0" destOrd="0" presId="urn:microsoft.com/office/officeart/2016/7/layout/VerticalHollowActionList"/>
    <dgm:cxn modelId="{CCE613FA-C91D-4BEC-A55A-E2A34631E22F}" type="presParOf" srcId="{9F1C696A-FEA5-4DF9-8F78-78567813CBAC}" destId="{3228FEEB-B451-47FB-8147-07829BC5549A}" srcOrd="1" destOrd="0" presId="urn:microsoft.com/office/officeart/2016/7/layout/VerticalHollowActionList"/>
    <dgm:cxn modelId="{42C29352-62B1-400C-A13C-CDD62D63BFA0}" type="presParOf" srcId="{82DC77AC-7AFC-48F0-90FC-78079FCBF476}" destId="{75882DF6-0B74-4865-9296-F20786AF6E28}" srcOrd="9" destOrd="0" presId="urn:microsoft.com/office/officeart/2016/7/layout/VerticalHollowActionList"/>
    <dgm:cxn modelId="{672BDB55-BC9E-4B31-8162-FB316B269C3D}" type="presParOf" srcId="{82DC77AC-7AFC-48F0-90FC-78079FCBF476}" destId="{44C7B608-6830-42D4-AF7B-599D906A594E}" srcOrd="10" destOrd="0" presId="urn:microsoft.com/office/officeart/2016/7/layout/VerticalHollowActionList"/>
    <dgm:cxn modelId="{B4924A2E-6AA4-4CE8-BE35-F72AE509D051}" type="presParOf" srcId="{44C7B608-6830-42D4-AF7B-599D906A594E}" destId="{F4419A7D-F585-427B-AABC-7F2D60616D8E}" srcOrd="0" destOrd="0" presId="urn:microsoft.com/office/officeart/2016/7/layout/VerticalHollowActionList"/>
    <dgm:cxn modelId="{05BED69F-3FD6-4C52-8A0E-6AA68839AD4A}" type="presParOf" srcId="{44C7B608-6830-42D4-AF7B-599D906A594E}" destId="{5E9EF40F-0B14-4AC1-A9A4-3D2B373A3F38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70D95EC-FD24-4FBA-9C21-E7820F23CF6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2AC4C55-756C-472F-BF7B-326A038E9DDD}">
      <dgm:prSet/>
      <dgm:spPr/>
      <dgm:t>
        <a:bodyPr/>
        <a:lstStyle/>
        <a:p>
          <a:r>
            <a:rPr lang="en-US"/>
            <a:t>“Let’s pause and make sure we’re aligned.”</a:t>
          </a:r>
        </a:p>
      </dgm:t>
    </dgm:pt>
    <dgm:pt modelId="{43882F53-BD83-4549-B580-7550FF5D14DF}" type="parTrans" cxnId="{F9D9056A-71C6-4363-A104-6CE8CD6C3BD2}">
      <dgm:prSet/>
      <dgm:spPr/>
      <dgm:t>
        <a:bodyPr/>
        <a:lstStyle/>
        <a:p>
          <a:endParaRPr lang="en-US"/>
        </a:p>
      </dgm:t>
    </dgm:pt>
    <dgm:pt modelId="{921C2062-A409-4941-91B1-6DBC75E06DD8}" type="sibTrans" cxnId="{F9D9056A-71C6-4363-A104-6CE8CD6C3BD2}">
      <dgm:prSet/>
      <dgm:spPr/>
      <dgm:t>
        <a:bodyPr/>
        <a:lstStyle/>
        <a:p>
          <a:endParaRPr lang="en-US"/>
        </a:p>
      </dgm:t>
    </dgm:pt>
    <dgm:pt modelId="{3CFDC1A5-6862-4D97-8A1B-F0CEA7EF2330}">
      <dgm:prSet/>
      <dgm:spPr/>
      <dgm:t>
        <a:bodyPr/>
        <a:lstStyle/>
        <a:p>
          <a:r>
            <a:rPr lang="en-US"/>
            <a:t>“Here is what I understood…”</a:t>
          </a:r>
        </a:p>
      </dgm:t>
    </dgm:pt>
    <dgm:pt modelId="{7D5141F7-5355-4DBA-9CA9-AB6E0370CE17}" type="parTrans" cxnId="{BCCFBA58-1515-4FB7-BE9F-457CC664A541}">
      <dgm:prSet/>
      <dgm:spPr/>
      <dgm:t>
        <a:bodyPr/>
        <a:lstStyle/>
        <a:p>
          <a:endParaRPr lang="en-US"/>
        </a:p>
      </dgm:t>
    </dgm:pt>
    <dgm:pt modelId="{8AF7E3ED-2742-4FD0-BF9C-E963054C73A9}" type="sibTrans" cxnId="{BCCFBA58-1515-4FB7-BE9F-457CC664A541}">
      <dgm:prSet/>
      <dgm:spPr/>
      <dgm:t>
        <a:bodyPr/>
        <a:lstStyle/>
        <a:p>
          <a:endParaRPr lang="en-US"/>
        </a:p>
      </dgm:t>
    </dgm:pt>
    <dgm:pt modelId="{2047F504-3BDC-40E6-9EA7-70B027D421EA}">
      <dgm:prSet/>
      <dgm:spPr/>
      <dgm:t>
        <a:bodyPr/>
        <a:lstStyle/>
        <a:p>
          <a:r>
            <a:rPr lang="en-US"/>
            <a:t>“Can you share what you understood?”</a:t>
          </a:r>
        </a:p>
      </dgm:t>
    </dgm:pt>
    <dgm:pt modelId="{FF200C8E-BDB9-445F-97D9-05529029DB31}" type="parTrans" cxnId="{C7F3529C-76F3-48C4-9D7C-4310CE3F8366}">
      <dgm:prSet/>
      <dgm:spPr/>
      <dgm:t>
        <a:bodyPr/>
        <a:lstStyle/>
        <a:p>
          <a:endParaRPr lang="en-US"/>
        </a:p>
      </dgm:t>
    </dgm:pt>
    <dgm:pt modelId="{4153EC95-0DE6-42E9-812D-CAFE86F52843}" type="sibTrans" cxnId="{C7F3529C-76F3-48C4-9D7C-4310CE3F8366}">
      <dgm:prSet/>
      <dgm:spPr/>
      <dgm:t>
        <a:bodyPr/>
        <a:lstStyle/>
        <a:p>
          <a:endParaRPr lang="en-US"/>
        </a:p>
      </dgm:t>
    </dgm:pt>
    <dgm:pt modelId="{80467B83-CA29-4068-AE8D-156BB39EF94B}">
      <dgm:prSet/>
      <dgm:spPr/>
      <dgm:t>
        <a:bodyPr/>
        <a:lstStyle/>
        <a:p>
          <a:r>
            <a:rPr lang="en-US"/>
            <a:t>“Where did our interpretations differ?”</a:t>
          </a:r>
        </a:p>
      </dgm:t>
    </dgm:pt>
    <dgm:pt modelId="{BDAD35D9-9998-4A5E-BCE8-39B61B44F078}" type="parTrans" cxnId="{5504E95A-7529-418C-B166-CAE4801760D4}">
      <dgm:prSet/>
      <dgm:spPr/>
      <dgm:t>
        <a:bodyPr/>
        <a:lstStyle/>
        <a:p>
          <a:endParaRPr lang="en-US"/>
        </a:p>
      </dgm:t>
    </dgm:pt>
    <dgm:pt modelId="{2AE8C1D6-F677-472D-83EA-BBB0E7C1DB64}" type="sibTrans" cxnId="{5504E95A-7529-418C-B166-CAE4801760D4}">
      <dgm:prSet/>
      <dgm:spPr/>
      <dgm:t>
        <a:bodyPr/>
        <a:lstStyle/>
        <a:p>
          <a:endParaRPr lang="en-US"/>
        </a:p>
      </dgm:t>
    </dgm:pt>
    <dgm:pt modelId="{FE0D4D8D-514E-4421-ABAA-A9DA94C0AB33}">
      <dgm:prSet/>
      <dgm:spPr/>
      <dgm:t>
        <a:bodyPr/>
        <a:lstStyle/>
        <a:p>
          <a:r>
            <a:rPr lang="en-US"/>
            <a:t>“Let’s clarify the goal and next step.”</a:t>
          </a:r>
        </a:p>
      </dgm:t>
    </dgm:pt>
    <dgm:pt modelId="{AB779849-A323-47B4-8514-B429495BC397}" type="parTrans" cxnId="{469016D3-D9AA-4C07-8EDD-02BC6726E61C}">
      <dgm:prSet/>
      <dgm:spPr/>
      <dgm:t>
        <a:bodyPr/>
        <a:lstStyle/>
        <a:p>
          <a:endParaRPr lang="en-US"/>
        </a:p>
      </dgm:t>
    </dgm:pt>
    <dgm:pt modelId="{4A3588CC-46F6-4DF5-B06D-A2336CEDD9AE}" type="sibTrans" cxnId="{469016D3-D9AA-4C07-8EDD-02BC6726E61C}">
      <dgm:prSet/>
      <dgm:spPr/>
      <dgm:t>
        <a:bodyPr/>
        <a:lstStyle/>
        <a:p>
          <a:endParaRPr lang="en-US"/>
        </a:p>
      </dgm:t>
    </dgm:pt>
    <dgm:pt modelId="{3236211A-9B99-4B4B-949D-27F71FAF790D}">
      <dgm:prSet/>
      <dgm:spPr/>
      <dgm:t>
        <a:bodyPr/>
        <a:lstStyle/>
        <a:p>
          <a:r>
            <a:rPr lang="en-US"/>
            <a:t>“Agreed action moving forward…”</a:t>
          </a:r>
        </a:p>
      </dgm:t>
    </dgm:pt>
    <dgm:pt modelId="{F8F20553-C1D4-428A-85C0-6D85E54620B3}" type="parTrans" cxnId="{E6D97526-2935-4BB3-8A4A-D6CFF7FCF1E1}">
      <dgm:prSet/>
      <dgm:spPr/>
      <dgm:t>
        <a:bodyPr/>
        <a:lstStyle/>
        <a:p>
          <a:endParaRPr lang="en-US"/>
        </a:p>
      </dgm:t>
    </dgm:pt>
    <dgm:pt modelId="{7C3F1E32-1980-441E-9748-48C09A1FD91B}" type="sibTrans" cxnId="{E6D97526-2935-4BB3-8A4A-D6CFF7FCF1E1}">
      <dgm:prSet/>
      <dgm:spPr/>
      <dgm:t>
        <a:bodyPr/>
        <a:lstStyle/>
        <a:p>
          <a:endParaRPr lang="en-US"/>
        </a:p>
      </dgm:t>
    </dgm:pt>
    <dgm:pt modelId="{1E121EF3-0EAB-4D21-8733-3AA2B3D03A52}" type="pres">
      <dgm:prSet presAssocID="{970D95EC-FD24-4FBA-9C21-E7820F23CF63}" presName="root" presStyleCnt="0">
        <dgm:presLayoutVars>
          <dgm:dir/>
          <dgm:resizeHandles val="exact"/>
        </dgm:presLayoutVars>
      </dgm:prSet>
      <dgm:spPr/>
    </dgm:pt>
    <dgm:pt modelId="{97EE45FD-CA4C-45FC-BCF2-E5E1FF95A4AE}" type="pres">
      <dgm:prSet presAssocID="{970D95EC-FD24-4FBA-9C21-E7820F23CF63}" presName="container" presStyleCnt="0">
        <dgm:presLayoutVars>
          <dgm:dir/>
          <dgm:resizeHandles val="exact"/>
        </dgm:presLayoutVars>
      </dgm:prSet>
      <dgm:spPr/>
    </dgm:pt>
    <dgm:pt modelId="{36537E89-221D-4375-BABF-C7CBD6DFC484}" type="pres">
      <dgm:prSet presAssocID="{A2AC4C55-756C-472F-BF7B-326A038E9DDD}" presName="compNode" presStyleCnt="0"/>
      <dgm:spPr/>
    </dgm:pt>
    <dgm:pt modelId="{9387852C-3822-4A55-B8A1-583E7A796F8C}" type="pres">
      <dgm:prSet presAssocID="{A2AC4C55-756C-472F-BF7B-326A038E9DDD}" presName="iconBgRect" presStyleLbl="bgShp" presStyleIdx="0" presStyleCnt="6"/>
      <dgm:spPr/>
    </dgm:pt>
    <dgm:pt modelId="{A159B7C8-31AE-4189-8A1B-CD09C37B7ADD}" type="pres">
      <dgm:prSet presAssocID="{A2AC4C55-756C-472F-BF7B-326A038E9DD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use"/>
        </a:ext>
      </dgm:extLst>
    </dgm:pt>
    <dgm:pt modelId="{F52360F0-96C6-43E5-8F03-230C7A5848CB}" type="pres">
      <dgm:prSet presAssocID="{A2AC4C55-756C-472F-BF7B-326A038E9DDD}" presName="spaceRect" presStyleCnt="0"/>
      <dgm:spPr/>
    </dgm:pt>
    <dgm:pt modelId="{46926FF7-E4F1-4FF7-B91B-B3BCFB8C3E2F}" type="pres">
      <dgm:prSet presAssocID="{A2AC4C55-756C-472F-BF7B-326A038E9DDD}" presName="textRect" presStyleLbl="revTx" presStyleIdx="0" presStyleCnt="6">
        <dgm:presLayoutVars>
          <dgm:chMax val="1"/>
          <dgm:chPref val="1"/>
        </dgm:presLayoutVars>
      </dgm:prSet>
      <dgm:spPr/>
    </dgm:pt>
    <dgm:pt modelId="{FEA96307-55E2-42AB-BC50-2408BA46F6F2}" type="pres">
      <dgm:prSet presAssocID="{921C2062-A409-4941-91B1-6DBC75E06DD8}" presName="sibTrans" presStyleLbl="sibTrans2D1" presStyleIdx="0" presStyleCnt="0"/>
      <dgm:spPr/>
    </dgm:pt>
    <dgm:pt modelId="{A0DD05EC-3929-4638-8F0D-F05A2314CE2B}" type="pres">
      <dgm:prSet presAssocID="{3CFDC1A5-6862-4D97-8A1B-F0CEA7EF2330}" presName="compNode" presStyleCnt="0"/>
      <dgm:spPr/>
    </dgm:pt>
    <dgm:pt modelId="{8EA267F5-4FAA-4B37-B345-99B8F15F64D3}" type="pres">
      <dgm:prSet presAssocID="{3CFDC1A5-6862-4D97-8A1B-F0CEA7EF2330}" presName="iconBgRect" presStyleLbl="bgShp" presStyleIdx="1" presStyleCnt="6"/>
      <dgm:spPr/>
    </dgm:pt>
    <dgm:pt modelId="{C775D6F6-0E8C-4664-B573-BE8E9AB6B1CB}" type="pres">
      <dgm:prSet presAssocID="{3CFDC1A5-6862-4D97-8A1B-F0CEA7EF233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4BC5AE2B-9CA0-4F1F-ABAD-467245EFD246}" type="pres">
      <dgm:prSet presAssocID="{3CFDC1A5-6862-4D97-8A1B-F0CEA7EF2330}" presName="spaceRect" presStyleCnt="0"/>
      <dgm:spPr/>
    </dgm:pt>
    <dgm:pt modelId="{6FA992B4-6324-4F16-9E6E-11BD964B8A7E}" type="pres">
      <dgm:prSet presAssocID="{3CFDC1A5-6862-4D97-8A1B-F0CEA7EF2330}" presName="textRect" presStyleLbl="revTx" presStyleIdx="1" presStyleCnt="6">
        <dgm:presLayoutVars>
          <dgm:chMax val="1"/>
          <dgm:chPref val="1"/>
        </dgm:presLayoutVars>
      </dgm:prSet>
      <dgm:spPr/>
    </dgm:pt>
    <dgm:pt modelId="{6680E174-7B11-4E0D-9C73-74419CF250B2}" type="pres">
      <dgm:prSet presAssocID="{8AF7E3ED-2742-4FD0-BF9C-E963054C73A9}" presName="sibTrans" presStyleLbl="sibTrans2D1" presStyleIdx="0" presStyleCnt="0"/>
      <dgm:spPr/>
    </dgm:pt>
    <dgm:pt modelId="{19EED1C1-BFCF-4A89-A09A-97A75C9793DE}" type="pres">
      <dgm:prSet presAssocID="{2047F504-3BDC-40E6-9EA7-70B027D421EA}" presName="compNode" presStyleCnt="0"/>
      <dgm:spPr/>
    </dgm:pt>
    <dgm:pt modelId="{5DDF9181-A3C0-4C1C-A84D-24E80827E441}" type="pres">
      <dgm:prSet presAssocID="{2047F504-3BDC-40E6-9EA7-70B027D421EA}" presName="iconBgRect" presStyleLbl="bgShp" presStyleIdx="2" presStyleCnt="6"/>
      <dgm:spPr/>
    </dgm:pt>
    <dgm:pt modelId="{3C5D2423-D444-42F0-B8B5-AA8E6B9BE060}" type="pres">
      <dgm:prSet presAssocID="{2047F504-3BDC-40E6-9EA7-70B027D421E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3481C2DE-A263-4064-9A8A-9A192DEC46F2}" type="pres">
      <dgm:prSet presAssocID="{2047F504-3BDC-40E6-9EA7-70B027D421EA}" presName="spaceRect" presStyleCnt="0"/>
      <dgm:spPr/>
    </dgm:pt>
    <dgm:pt modelId="{8C0109CF-2EB1-473A-89F0-CEA884F0EBC5}" type="pres">
      <dgm:prSet presAssocID="{2047F504-3BDC-40E6-9EA7-70B027D421EA}" presName="textRect" presStyleLbl="revTx" presStyleIdx="2" presStyleCnt="6">
        <dgm:presLayoutVars>
          <dgm:chMax val="1"/>
          <dgm:chPref val="1"/>
        </dgm:presLayoutVars>
      </dgm:prSet>
      <dgm:spPr/>
    </dgm:pt>
    <dgm:pt modelId="{56208418-A6B5-4AB8-B2EF-A2D212C8A123}" type="pres">
      <dgm:prSet presAssocID="{4153EC95-0DE6-42E9-812D-CAFE86F52843}" presName="sibTrans" presStyleLbl="sibTrans2D1" presStyleIdx="0" presStyleCnt="0"/>
      <dgm:spPr/>
    </dgm:pt>
    <dgm:pt modelId="{B6A60EF9-1872-4BD6-BDE4-E411D8DAED4D}" type="pres">
      <dgm:prSet presAssocID="{80467B83-CA29-4068-AE8D-156BB39EF94B}" presName="compNode" presStyleCnt="0"/>
      <dgm:spPr/>
    </dgm:pt>
    <dgm:pt modelId="{869D84C4-27F7-4B9E-9616-629672C51A89}" type="pres">
      <dgm:prSet presAssocID="{80467B83-CA29-4068-AE8D-156BB39EF94B}" presName="iconBgRect" presStyleLbl="bgShp" presStyleIdx="3" presStyleCnt="6"/>
      <dgm:spPr/>
    </dgm:pt>
    <dgm:pt modelId="{144B43BA-3FC9-4D09-8984-D78DE2709274}" type="pres">
      <dgm:prSet presAssocID="{80467B83-CA29-4068-AE8D-156BB39EF94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6BB6D556-3173-4171-A633-402224CE1879}" type="pres">
      <dgm:prSet presAssocID="{80467B83-CA29-4068-AE8D-156BB39EF94B}" presName="spaceRect" presStyleCnt="0"/>
      <dgm:spPr/>
    </dgm:pt>
    <dgm:pt modelId="{3758C2F6-FCBB-4458-8C80-B2E13E667164}" type="pres">
      <dgm:prSet presAssocID="{80467B83-CA29-4068-AE8D-156BB39EF94B}" presName="textRect" presStyleLbl="revTx" presStyleIdx="3" presStyleCnt="6">
        <dgm:presLayoutVars>
          <dgm:chMax val="1"/>
          <dgm:chPref val="1"/>
        </dgm:presLayoutVars>
      </dgm:prSet>
      <dgm:spPr/>
    </dgm:pt>
    <dgm:pt modelId="{BA20BC8C-094F-4BE4-B1F5-AF72D0E8F057}" type="pres">
      <dgm:prSet presAssocID="{2AE8C1D6-F677-472D-83EA-BBB0E7C1DB64}" presName="sibTrans" presStyleLbl="sibTrans2D1" presStyleIdx="0" presStyleCnt="0"/>
      <dgm:spPr/>
    </dgm:pt>
    <dgm:pt modelId="{9A3E9B02-4D76-458B-A58B-3DB7CB78B7CE}" type="pres">
      <dgm:prSet presAssocID="{FE0D4D8D-514E-4421-ABAA-A9DA94C0AB33}" presName="compNode" presStyleCnt="0"/>
      <dgm:spPr/>
    </dgm:pt>
    <dgm:pt modelId="{70861A21-2C98-4862-B69E-297396CAD762}" type="pres">
      <dgm:prSet presAssocID="{FE0D4D8D-514E-4421-ABAA-A9DA94C0AB33}" presName="iconBgRect" presStyleLbl="bgShp" presStyleIdx="4" presStyleCnt="6"/>
      <dgm:spPr/>
    </dgm:pt>
    <dgm:pt modelId="{8EEBCE86-FB34-43FC-B7C9-9FA160794076}" type="pres">
      <dgm:prSet presAssocID="{FE0D4D8D-514E-4421-ABAA-A9DA94C0AB3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2D02EF1-F6F7-4FFA-A7B7-4D4D4B4E9EAF}" type="pres">
      <dgm:prSet presAssocID="{FE0D4D8D-514E-4421-ABAA-A9DA94C0AB33}" presName="spaceRect" presStyleCnt="0"/>
      <dgm:spPr/>
    </dgm:pt>
    <dgm:pt modelId="{4D65FE1C-588C-4069-8CF9-3E8B78700D4F}" type="pres">
      <dgm:prSet presAssocID="{FE0D4D8D-514E-4421-ABAA-A9DA94C0AB33}" presName="textRect" presStyleLbl="revTx" presStyleIdx="4" presStyleCnt="6">
        <dgm:presLayoutVars>
          <dgm:chMax val="1"/>
          <dgm:chPref val="1"/>
        </dgm:presLayoutVars>
      </dgm:prSet>
      <dgm:spPr/>
    </dgm:pt>
    <dgm:pt modelId="{44632DBC-2212-441E-8C3B-C8073E3ACC7C}" type="pres">
      <dgm:prSet presAssocID="{4A3588CC-46F6-4DF5-B06D-A2336CEDD9AE}" presName="sibTrans" presStyleLbl="sibTrans2D1" presStyleIdx="0" presStyleCnt="0"/>
      <dgm:spPr/>
    </dgm:pt>
    <dgm:pt modelId="{90EC3812-87F8-44E2-856B-B32AFCBAD390}" type="pres">
      <dgm:prSet presAssocID="{3236211A-9B99-4B4B-949D-27F71FAF790D}" presName="compNode" presStyleCnt="0"/>
      <dgm:spPr/>
    </dgm:pt>
    <dgm:pt modelId="{33764793-FD3A-409C-A5EA-E40D4B31CE7D}" type="pres">
      <dgm:prSet presAssocID="{3236211A-9B99-4B4B-949D-27F71FAF790D}" presName="iconBgRect" presStyleLbl="bgShp" presStyleIdx="5" presStyleCnt="6"/>
      <dgm:spPr/>
    </dgm:pt>
    <dgm:pt modelId="{53D870E5-B3DB-4754-AFD5-8485AF6DC156}" type="pres">
      <dgm:prSet presAssocID="{3236211A-9B99-4B4B-949D-27F71FAF790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0723B48B-E737-4C6A-B93D-8641BD0E1034}" type="pres">
      <dgm:prSet presAssocID="{3236211A-9B99-4B4B-949D-27F71FAF790D}" presName="spaceRect" presStyleCnt="0"/>
      <dgm:spPr/>
    </dgm:pt>
    <dgm:pt modelId="{8EA08BAB-A36C-4277-A545-9EB8DD07062D}" type="pres">
      <dgm:prSet presAssocID="{3236211A-9B99-4B4B-949D-27F71FAF790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F6EF707-484A-4883-BC9B-1A7B31CC65A0}" type="presOf" srcId="{3236211A-9B99-4B4B-949D-27F71FAF790D}" destId="{8EA08BAB-A36C-4277-A545-9EB8DD07062D}" srcOrd="0" destOrd="0" presId="urn:microsoft.com/office/officeart/2018/2/layout/IconCircleList"/>
    <dgm:cxn modelId="{219AB90A-5589-406E-9E07-946957BFAEA0}" type="presOf" srcId="{2047F504-3BDC-40E6-9EA7-70B027D421EA}" destId="{8C0109CF-2EB1-473A-89F0-CEA884F0EBC5}" srcOrd="0" destOrd="0" presId="urn:microsoft.com/office/officeart/2018/2/layout/IconCircleList"/>
    <dgm:cxn modelId="{8E01B221-C085-497D-818F-159083EE346F}" type="presOf" srcId="{2AE8C1D6-F677-472D-83EA-BBB0E7C1DB64}" destId="{BA20BC8C-094F-4BE4-B1F5-AF72D0E8F057}" srcOrd="0" destOrd="0" presId="urn:microsoft.com/office/officeart/2018/2/layout/IconCircleList"/>
    <dgm:cxn modelId="{E6D97526-2935-4BB3-8A4A-D6CFF7FCF1E1}" srcId="{970D95EC-FD24-4FBA-9C21-E7820F23CF63}" destId="{3236211A-9B99-4B4B-949D-27F71FAF790D}" srcOrd="5" destOrd="0" parTransId="{F8F20553-C1D4-428A-85C0-6D85E54620B3}" sibTransId="{7C3F1E32-1980-441E-9748-48C09A1FD91B}"/>
    <dgm:cxn modelId="{C4E54C2D-9F4C-42F2-B23E-0780FC6D7842}" type="presOf" srcId="{FE0D4D8D-514E-4421-ABAA-A9DA94C0AB33}" destId="{4D65FE1C-588C-4069-8CF9-3E8B78700D4F}" srcOrd="0" destOrd="0" presId="urn:microsoft.com/office/officeart/2018/2/layout/IconCircleList"/>
    <dgm:cxn modelId="{B19A6A33-2EC1-47EF-AF25-EDB6B6A89114}" type="presOf" srcId="{921C2062-A409-4941-91B1-6DBC75E06DD8}" destId="{FEA96307-55E2-42AB-BC50-2408BA46F6F2}" srcOrd="0" destOrd="0" presId="urn:microsoft.com/office/officeart/2018/2/layout/IconCircleList"/>
    <dgm:cxn modelId="{52735A47-10CA-42ED-BA50-12C29942B3E9}" type="presOf" srcId="{3CFDC1A5-6862-4D97-8A1B-F0CEA7EF2330}" destId="{6FA992B4-6324-4F16-9E6E-11BD964B8A7E}" srcOrd="0" destOrd="0" presId="urn:microsoft.com/office/officeart/2018/2/layout/IconCircleList"/>
    <dgm:cxn modelId="{F9D9056A-71C6-4363-A104-6CE8CD6C3BD2}" srcId="{970D95EC-FD24-4FBA-9C21-E7820F23CF63}" destId="{A2AC4C55-756C-472F-BF7B-326A038E9DDD}" srcOrd="0" destOrd="0" parTransId="{43882F53-BD83-4549-B580-7550FF5D14DF}" sibTransId="{921C2062-A409-4941-91B1-6DBC75E06DD8}"/>
    <dgm:cxn modelId="{BCCFBA58-1515-4FB7-BE9F-457CC664A541}" srcId="{970D95EC-FD24-4FBA-9C21-E7820F23CF63}" destId="{3CFDC1A5-6862-4D97-8A1B-F0CEA7EF2330}" srcOrd="1" destOrd="0" parTransId="{7D5141F7-5355-4DBA-9CA9-AB6E0370CE17}" sibTransId="{8AF7E3ED-2742-4FD0-BF9C-E963054C73A9}"/>
    <dgm:cxn modelId="{5504E95A-7529-418C-B166-CAE4801760D4}" srcId="{970D95EC-FD24-4FBA-9C21-E7820F23CF63}" destId="{80467B83-CA29-4068-AE8D-156BB39EF94B}" srcOrd="3" destOrd="0" parTransId="{BDAD35D9-9998-4A5E-BCE8-39B61B44F078}" sibTransId="{2AE8C1D6-F677-472D-83EA-BBB0E7C1DB64}"/>
    <dgm:cxn modelId="{D6A3CD82-4DB2-4381-ACB6-419299677091}" type="presOf" srcId="{A2AC4C55-756C-472F-BF7B-326A038E9DDD}" destId="{46926FF7-E4F1-4FF7-B91B-B3BCFB8C3E2F}" srcOrd="0" destOrd="0" presId="urn:microsoft.com/office/officeart/2018/2/layout/IconCircleList"/>
    <dgm:cxn modelId="{D3D3C197-1F9C-4A80-87B6-107001015E1C}" type="presOf" srcId="{8AF7E3ED-2742-4FD0-BF9C-E963054C73A9}" destId="{6680E174-7B11-4E0D-9C73-74419CF250B2}" srcOrd="0" destOrd="0" presId="urn:microsoft.com/office/officeart/2018/2/layout/IconCircleList"/>
    <dgm:cxn modelId="{C7F3529C-76F3-48C4-9D7C-4310CE3F8366}" srcId="{970D95EC-FD24-4FBA-9C21-E7820F23CF63}" destId="{2047F504-3BDC-40E6-9EA7-70B027D421EA}" srcOrd="2" destOrd="0" parTransId="{FF200C8E-BDB9-445F-97D9-05529029DB31}" sibTransId="{4153EC95-0DE6-42E9-812D-CAFE86F52843}"/>
    <dgm:cxn modelId="{9E10C19D-98BB-4282-9DA5-FDC75917D605}" type="presOf" srcId="{970D95EC-FD24-4FBA-9C21-E7820F23CF63}" destId="{1E121EF3-0EAB-4D21-8733-3AA2B3D03A52}" srcOrd="0" destOrd="0" presId="urn:microsoft.com/office/officeart/2018/2/layout/IconCircleList"/>
    <dgm:cxn modelId="{6312AAB3-B514-4F9D-8298-07C27F983FEA}" type="presOf" srcId="{80467B83-CA29-4068-AE8D-156BB39EF94B}" destId="{3758C2F6-FCBB-4458-8C80-B2E13E667164}" srcOrd="0" destOrd="0" presId="urn:microsoft.com/office/officeart/2018/2/layout/IconCircleList"/>
    <dgm:cxn modelId="{136283BF-B451-43CB-A15F-09226FDF2EA7}" type="presOf" srcId="{4A3588CC-46F6-4DF5-B06D-A2336CEDD9AE}" destId="{44632DBC-2212-441E-8C3B-C8073E3ACC7C}" srcOrd="0" destOrd="0" presId="urn:microsoft.com/office/officeart/2018/2/layout/IconCircleList"/>
    <dgm:cxn modelId="{3CA03FCC-4574-439C-8550-03D98CE96F97}" type="presOf" srcId="{4153EC95-0DE6-42E9-812D-CAFE86F52843}" destId="{56208418-A6B5-4AB8-B2EF-A2D212C8A123}" srcOrd="0" destOrd="0" presId="urn:microsoft.com/office/officeart/2018/2/layout/IconCircleList"/>
    <dgm:cxn modelId="{469016D3-D9AA-4C07-8EDD-02BC6726E61C}" srcId="{970D95EC-FD24-4FBA-9C21-E7820F23CF63}" destId="{FE0D4D8D-514E-4421-ABAA-A9DA94C0AB33}" srcOrd="4" destOrd="0" parTransId="{AB779849-A323-47B4-8514-B429495BC397}" sibTransId="{4A3588CC-46F6-4DF5-B06D-A2336CEDD9AE}"/>
    <dgm:cxn modelId="{0D69F6AE-1B48-422B-8A42-18701B9B1CF1}" type="presParOf" srcId="{1E121EF3-0EAB-4D21-8733-3AA2B3D03A52}" destId="{97EE45FD-CA4C-45FC-BCF2-E5E1FF95A4AE}" srcOrd="0" destOrd="0" presId="urn:microsoft.com/office/officeart/2018/2/layout/IconCircleList"/>
    <dgm:cxn modelId="{2E794D4C-6EE7-4FEB-AF93-6583B6BECA6F}" type="presParOf" srcId="{97EE45FD-CA4C-45FC-BCF2-E5E1FF95A4AE}" destId="{36537E89-221D-4375-BABF-C7CBD6DFC484}" srcOrd="0" destOrd="0" presId="urn:microsoft.com/office/officeart/2018/2/layout/IconCircleList"/>
    <dgm:cxn modelId="{4D1E85AB-010F-4B34-A92D-B0094B2FFC08}" type="presParOf" srcId="{36537E89-221D-4375-BABF-C7CBD6DFC484}" destId="{9387852C-3822-4A55-B8A1-583E7A796F8C}" srcOrd="0" destOrd="0" presId="urn:microsoft.com/office/officeart/2018/2/layout/IconCircleList"/>
    <dgm:cxn modelId="{DD2004EC-6E83-4CB3-9C39-BF201A83B3A8}" type="presParOf" srcId="{36537E89-221D-4375-BABF-C7CBD6DFC484}" destId="{A159B7C8-31AE-4189-8A1B-CD09C37B7ADD}" srcOrd="1" destOrd="0" presId="urn:microsoft.com/office/officeart/2018/2/layout/IconCircleList"/>
    <dgm:cxn modelId="{622A77A7-CEDA-4DCA-9E28-D2B8AA0C4266}" type="presParOf" srcId="{36537E89-221D-4375-BABF-C7CBD6DFC484}" destId="{F52360F0-96C6-43E5-8F03-230C7A5848CB}" srcOrd="2" destOrd="0" presId="urn:microsoft.com/office/officeart/2018/2/layout/IconCircleList"/>
    <dgm:cxn modelId="{B6429C40-B56B-4894-8757-F69F9744586C}" type="presParOf" srcId="{36537E89-221D-4375-BABF-C7CBD6DFC484}" destId="{46926FF7-E4F1-4FF7-B91B-B3BCFB8C3E2F}" srcOrd="3" destOrd="0" presId="urn:microsoft.com/office/officeart/2018/2/layout/IconCircleList"/>
    <dgm:cxn modelId="{7C68A8D5-F0DF-4956-826D-B1F3DE092704}" type="presParOf" srcId="{97EE45FD-CA4C-45FC-BCF2-E5E1FF95A4AE}" destId="{FEA96307-55E2-42AB-BC50-2408BA46F6F2}" srcOrd="1" destOrd="0" presId="urn:microsoft.com/office/officeart/2018/2/layout/IconCircleList"/>
    <dgm:cxn modelId="{206EED82-1C5D-42D6-BB2B-D78247D58719}" type="presParOf" srcId="{97EE45FD-CA4C-45FC-BCF2-E5E1FF95A4AE}" destId="{A0DD05EC-3929-4638-8F0D-F05A2314CE2B}" srcOrd="2" destOrd="0" presId="urn:microsoft.com/office/officeart/2018/2/layout/IconCircleList"/>
    <dgm:cxn modelId="{3DD3FC3D-E2B9-4495-BABC-6F10CF7B4808}" type="presParOf" srcId="{A0DD05EC-3929-4638-8F0D-F05A2314CE2B}" destId="{8EA267F5-4FAA-4B37-B345-99B8F15F64D3}" srcOrd="0" destOrd="0" presId="urn:microsoft.com/office/officeart/2018/2/layout/IconCircleList"/>
    <dgm:cxn modelId="{BA6FDB4B-2557-4E56-BD0D-99F2655BBF4D}" type="presParOf" srcId="{A0DD05EC-3929-4638-8F0D-F05A2314CE2B}" destId="{C775D6F6-0E8C-4664-B573-BE8E9AB6B1CB}" srcOrd="1" destOrd="0" presId="urn:microsoft.com/office/officeart/2018/2/layout/IconCircleList"/>
    <dgm:cxn modelId="{6902BF42-47B8-41FA-9EDC-BDA5B49F1C68}" type="presParOf" srcId="{A0DD05EC-3929-4638-8F0D-F05A2314CE2B}" destId="{4BC5AE2B-9CA0-4F1F-ABAD-467245EFD246}" srcOrd="2" destOrd="0" presId="urn:microsoft.com/office/officeart/2018/2/layout/IconCircleList"/>
    <dgm:cxn modelId="{98194F33-58D4-4E91-A6BE-F11769919A30}" type="presParOf" srcId="{A0DD05EC-3929-4638-8F0D-F05A2314CE2B}" destId="{6FA992B4-6324-4F16-9E6E-11BD964B8A7E}" srcOrd="3" destOrd="0" presId="urn:microsoft.com/office/officeart/2018/2/layout/IconCircleList"/>
    <dgm:cxn modelId="{1E0C38C4-BB8E-4314-9C65-547068E8EBF6}" type="presParOf" srcId="{97EE45FD-CA4C-45FC-BCF2-E5E1FF95A4AE}" destId="{6680E174-7B11-4E0D-9C73-74419CF250B2}" srcOrd="3" destOrd="0" presId="urn:microsoft.com/office/officeart/2018/2/layout/IconCircleList"/>
    <dgm:cxn modelId="{CEE4200E-19CE-4874-B44B-D3F3954AEC72}" type="presParOf" srcId="{97EE45FD-CA4C-45FC-BCF2-E5E1FF95A4AE}" destId="{19EED1C1-BFCF-4A89-A09A-97A75C9793DE}" srcOrd="4" destOrd="0" presId="urn:microsoft.com/office/officeart/2018/2/layout/IconCircleList"/>
    <dgm:cxn modelId="{BA0BB6F4-821C-4DF9-B30B-E7207A3C9C5B}" type="presParOf" srcId="{19EED1C1-BFCF-4A89-A09A-97A75C9793DE}" destId="{5DDF9181-A3C0-4C1C-A84D-24E80827E441}" srcOrd="0" destOrd="0" presId="urn:microsoft.com/office/officeart/2018/2/layout/IconCircleList"/>
    <dgm:cxn modelId="{97D7AAF3-E3A6-4490-A234-9546C00203D1}" type="presParOf" srcId="{19EED1C1-BFCF-4A89-A09A-97A75C9793DE}" destId="{3C5D2423-D444-42F0-B8B5-AA8E6B9BE060}" srcOrd="1" destOrd="0" presId="urn:microsoft.com/office/officeart/2018/2/layout/IconCircleList"/>
    <dgm:cxn modelId="{C5D50397-E3C8-4919-A2CF-014FBF2C0448}" type="presParOf" srcId="{19EED1C1-BFCF-4A89-A09A-97A75C9793DE}" destId="{3481C2DE-A263-4064-9A8A-9A192DEC46F2}" srcOrd="2" destOrd="0" presId="urn:microsoft.com/office/officeart/2018/2/layout/IconCircleList"/>
    <dgm:cxn modelId="{00D6986A-5B74-4EAC-AA6D-AAEC2B670B85}" type="presParOf" srcId="{19EED1C1-BFCF-4A89-A09A-97A75C9793DE}" destId="{8C0109CF-2EB1-473A-89F0-CEA884F0EBC5}" srcOrd="3" destOrd="0" presId="urn:microsoft.com/office/officeart/2018/2/layout/IconCircleList"/>
    <dgm:cxn modelId="{205E729B-1842-4A87-AD0E-FA9D9316F5BA}" type="presParOf" srcId="{97EE45FD-CA4C-45FC-BCF2-E5E1FF95A4AE}" destId="{56208418-A6B5-4AB8-B2EF-A2D212C8A123}" srcOrd="5" destOrd="0" presId="urn:microsoft.com/office/officeart/2018/2/layout/IconCircleList"/>
    <dgm:cxn modelId="{11C5DAFF-9ED1-44D0-94C4-415222158904}" type="presParOf" srcId="{97EE45FD-CA4C-45FC-BCF2-E5E1FF95A4AE}" destId="{B6A60EF9-1872-4BD6-BDE4-E411D8DAED4D}" srcOrd="6" destOrd="0" presId="urn:microsoft.com/office/officeart/2018/2/layout/IconCircleList"/>
    <dgm:cxn modelId="{6EBA88E9-5464-4ACB-ADCA-45FD076CA682}" type="presParOf" srcId="{B6A60EF9-1872-4BD6-BDE4-E411D8DAED4D}" destId="{869D84C4-27F7-4B9E-9616-629672C51A89}" srcOrd="0" destOrd="0" presId="urn:microsoft.com/office/officeart/2018/2/layout/IconCircleList"/>
    <dgm:cxn modelId="{19B57BA8-49AA-4581-AB3F-257856776390}" type="presParOf" srcId="{B6A60EF9-1872-4BD6-BDE4-E411D8DAED4D}" destId="{144B43BA-3FC9-4D09-8984-D78DE2709274}" srcOrd="1" destOrd="0" presId="urn:microsoft.com/office/officeart/2018/2/layout/IconCircleList"/>
    <dgm:cxn modelId="{96F72331-DA2F-44C0-B985-74DA06CF3B0C}" type="presParOf" srcId="{B6A60EF9-1872-4BD6-BDE4-E411D8DAED4D}" destId="{6BB6D556-3173-4171-A633-402224CE1879}" srcOrd="2" destOrd="0" presId="urn:microsoft.com/office/officeart/2018/2/layout/IconCircleList"/>
    <dgm:cxn modelId="{956D377A-35E1-432F-945F-A682C32A04EF}" type="presParOf" srcId="{B6A60EF9-1872-4BD6-BDE4-E411D8DAED4D}" destId="{3758C2F6-FCBB-4458-8C80-B2E13E667164}" srcOrd="3" destOrd="0" presId="urn:microsoft.com/office/officeart/2018/2/layout/IconCircleList"/>
    <dgm:cxn modelId="{571665DA-6BA2-44AE-9ACC-4AF4BBCD8B13}" type="presParOf" srcId="{97EE45FD-CA4C-45FC-BCF2-E5E1FF95A4AE}" destId="{BA20BC8C-094F-4BE4-B1F5-AF72D0E8F057}" srcOrd="7" destOrd="0" presId="urn:microsoft.com/office/officeart/2018/2/layout/IconCircleList"/>
    <dgm:cxn modelId="{1E59CB5D-FA17-483A-B523-6C5A434E98FD}" type="presParOf" srcId="{97EE45FD-CA4C-45FC-BCF2-E5E1FF95A4AE}" destId="{9A3E9B02-4D76-458B-A58B-3DB7CB78B7CE}" srcOrd="8" destOrd="0" presId="urn:microsoft.com/office/officeart/2018/2/layout/IconCircleList"/>
    <dgm:cxn modelId="{80FFCAB8-66CE-4556-86CC-65BD78FDA6C9}" type="presParOf" srcId="{9A3E9B02-4D76-458B-A58B-3DB7CB78B7CE}" destId="{70861A21-2C98-4862-B69E-297396CAD762}" srcOrd="0" destOrd="0" presId="urn:microsoft.com/office/officeart/2018/2/layout/IconCircleList"/>
    <dgm:cxn modelId="{58DB4362-6819-45B7-9274-6D07F9D980B1}" type="presParOf" srcId="{9A3E9B02-4D76-458B-A58B-3DB7CB78B7CE}" destId="{8EEBCE86-FB34-43FC-B7C9-9FA160794076}" srcOrd="1" destOrd="0" presId="urn:microsoft.com/office/officeart/2018/2/layout/IconCircleList"/>
    <dgm:cxn modelId="{D5381080-C2B3-4F82-B0B0-331E293804B2}" type="presParOf" srcId="{9A3E9B02-4D76-458B-A58B-3DB7CB78B7CE}" destId="{22D02EF1-F6F7-4FFA-A7B7-4D4D4B4E9EAF}" srcOrd="2" destOrd="0" presId="urn:microsoft.com/office/officeart/2018/2/layout/IconCircleList"/>
    <dgm:cxn modelId="{760E0F33-EC6F-4444-8D86-592861BE9B27}" type="presParOf" srcId="{9A3E9B02-4D76-458B-A58B-3DB7CB78B7CE}" destId="{4D65FE1C-588C-4069-8CF9-3E8B78700D4F}" srcOrd="3" destOrd="0" presId="urn:microsoft.com/office/officeart/2018/2/layout/IconCircleList"/>
    <dgm:cxn modelId="{E26184E6-0BAA-4E01-BA43-E5F6B5CF4EBC}" type="presParOf" srcId="{97EE45FD-CA4C-45FC-BCF2-E5E1FF95A4AE}" destId="{44632DBC-2212-441E-8C3B-C8073E3ACC7C}" srcOrd="9" destOrd="0" presId="urn:microsoft.com/office/officeart/2018/2/layout/IconCircleList"/>
    <dgm:cxn modelId="{B8009902-D863-43AC-84DB-A0016D578B85}" type="presParOf" srcId="{97EE45FD-CA4C-45FC-BCF2-E5E1FF95A4AE}" destId="{90EC3812-87F8-44E2-856B-B32AFCBAD390}" srcOrd="10" destOrd="0" presId="urn:microsoft.com/office/officeart/2018/2/layout/IconCircleList"/>
    <dgm:cxn modelId="{241974C4-8A27-4941-910C-5EF03E470D54}" type="presParOf" srcId="{90EC3812-87F8-44E2-856B-B32AFCBAD390}" destId="{33764793-FD3A-409C-A5EA-E40D4B31CE7D}" srcOrd="0" destOrd="0" presId="urn:microsoft.com/office/officeart/2018/2/layout/IconCircleList"/>
    <dgm:cxn modelId="{4A8B9627-6729-4A19-B4E3-60D2A912957B}" type="presParOf" srcId="{90EC3812-87F8-44E2-856B-B32AFCBAD390}" destId="{53D870E5-B3DB-4754-AFD5-8485AF6DC156}" srcOrd="1" destOrd="0" presId="urn:microsoft.com/office/officeart/2018/2/layout/IconCircleList"/>
    <dgm:cxn modelId="{3684E8D0-7EDF-46FB-AB31-CACED8642705}" type="presParOf" srcId="{90EC3812-87F8-44E2-856B-B32AFCBAD390}" destId="{0723B48B-E737-4C6A-B93D-8641BD0E1034}" srcOrd="2" destOrd="0" presId="urn:microsoft.com/office/officeart/2018/2/layout/IconCircleList"/>
    <dgm:cxn modelId="{6826887A-1C8E-437C-AA39-F8A51879A6CF}" type="presParOf" srcId="{90EC3812-87F8-44E2-856B-B32AFCBAD390}" destId="{8EA08BAB-A36C-4277-A545-9EB8DD07062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6571594-D267-46C9-90C3-6F2A89C5E86F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ECFD86-73C4-4D7E-B00E-41916E6ED3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“Something didn’t land as intended.”</a:t>
          </a:r>
        </a:p>
      </dgm:t>
    </dgm:pt>
    <dgm:pt modelId="{1764FEC2-B7E5-4C6F-A2D5-F767296958ED}" type="parTrans" cxnId="{5141CBC5-1D55-4AEE-AE0B-794940DC221B}">
      <dgm:prSet/>
      <dgm:spPr/>
      <dgm:t>
        <a:bodyPr/>
        <a:lstStyle/>
        <a:p>
          <a:endParaRPr lang="en-US"/>
        </a:p>
      </dgm:t>
    </dgm:pt>
    <dgm:pt modelId="{99608DD8-E6FA-43D9-9162-C5D464289603}" type="sibTrans" cxnId="{5141CBC5-1D55-4AEE-AE0B-794940DC221B}">
      <dgm:prSet/>
      <dgm:spPr/>
      <dgm:t>
        <a:bodyPr/>
        <a:lstStyle/>
        <a:p>
          <a:endParaRPr lang="en-US"/>
        </a:p>
      </dgm:t>
    </dgm:pt>
    <dgm:pt modelId="{D1A3CCEB-C2A6-4445-B35C-05EC6C7AB20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“Let’s focus on the process, not the person.”</a:t>
          </a:r>
        </a:p>
      </dgm:t>
    </dgm:pt>
    <dgm:pt modelId="{6233FF6A-7401-4C28-B656-23D20C23151E}" type="parTrans" cxnId="{6D49A51D-61BC-485B-8412-9933DB63FF40}">
      <dgm:prSet/>
      <dgm:spPr/>
      <dgm:t>
        <a:bodyPr/>
        <a:lstStyle/>
        <a:p>
          <a:endParaRPr lang="en-US"/>
        </a:p>
      </dgm:t>
    </dgm:pt>
    <dgm:pt modelId="{20F439D7-4887-4C4A-97A1-BB9492CF5F6E}" type="sibTrans" cxnId="{6D49A51D-61BC-485B-8412-9933DB63FF40}">
      <dgm:prSet/>
      <dgm:spPr/>
      <dgm:t>
        <a:bodyPr/>
        <a:lstStyle/>
        <a:p>
          <a:endParaRPr lang="en-US"/>
        </a:p>
      </dgm:t>
    </dgm:pt>
    <dgm:pt modelId="{173C214B-00EF-4B9E-8833-DD12D73A6CB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“What information was missing?”</a:t>
          </a:r>
        </a:p>
      </dgm:t>
    </dgm:pt>
    <dgm:pt modelId="{01C40E75-ACB8-418B-84D2-97E5C957B711}" type="parTrans" cxnId="{09E859D8-05EF-4BF6-B738-ECF3314B8D10}">
      <dgm:prSet/>
      <dgm:spPr/>
      <dgm:t>
        <a:bodyPr/>
        <a:lstStyle/>
        <a:p>
          <a:endParaRPr lang="en-US"/>
        </a:p>
      </dgm:t>
    </dgm:pt>
    <dgm:pt modelId="{8392C52E-E9B5-4469-96C0-A2E18995C33A}" type="sibTrans" cxnId="{09E859D8-05EF-4BF6-B738-ECF3314B8D10}">
      <dgm:prSet/>
      <dgm:spPr/>
      <dgm:t>
        <a:bodyPr/>
        <a:lstStyle/>
        <a:p>
          <a:endParaRPr lang="en-US"/>
        </a:p>
      </dgm:t>
    </dgm:pt>
    <dgm:pt modelId="{8B4DEA31-4358-45AF-AA78-5A40B3DA731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“What would help clarity next time?”</a:t>
          </a:r>
        </a:p>
      </dgm:t>
    </dgm:pt>
    <dgm:pt modelId="{BC617351-A483-44EC-BD58-3924E5B9E52C}" type="parTrans" cxnId="{0A5CDF6A-C5B7-464E-90E5-0E3226ED6784}">
      <dgm:prSet/>
      <dgm:spPr/>
      <dgm:t>
        <a:bodyPr/>
        <a:lstStyle/>
        <a:p>
          <a:endParaRPr lang="en-US"/>
        </a:p>
      </dgm:t>
    </dgm:pt>
    <dgm:pt modelId="{1E60D128-1B95-4FE8-B74C-35513A92D928}" type="sibTrans" cxnId="{0A5CDF6A-C5B7-464E-90E5-0E3226ED6784}">
      <dgm:prSet/>
      <dgm:spPr/>
      <dgm:t>
        <a:bodyPr/>
        <a:lstStyle/>
        <a:p>
          <a:endParaRPr lang="en-US"/>
        </a:p>
      </dgm:t>
    </dgm:pt>
    <dgm:pt modelId="{CAF864EA-E719-49A7-AA32-94A673DF418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“Let’s update the communication method.”</a:t>
          </a:r>
        </a:p>
      </dgm:t>
    </dgm:pt>
    <dgm:pt modelId="{CC9162A3-91E6-4472-934D-629E7B99CB9A}" type="parTrans" cxnId="{810C55D0-64A8-4F3B-A1F3-E4529140017E}">
      <dgm:prSet/>
      <dgm:spPr/>
      <dgm:t>
        <a:bodyPr/>
        <a:lstStyle/>
        <a:p>
          <a:endParaRPr lang="en-US"/>
        </a:p>
      </dgm:t>
    </dgm:pt>
    <dgm:pt modelId="{49A75B7D-D3DC-4CD9-8AD3-EF7B388AC108}" type="sibTrans" cxnId="{810C55D0-64A8-4F3B-A1F3-E4529140017E}">
      <dgm:prSet/>
      <dgm:spPr/>
      <dgm:t>
        <a:bodyPr/>
        <a:lstStyle/>
        <a:p>
          <a:endParaRPr lang="en-US"/>
        </a:p>
      </dgm:t>
    </dgm:pt>
    <dgm:pt modelId="{C351DA73-5448-4E45-AAE3-4868FF415BF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“Shared agreement going forward…”</a:t>
          </a:r>
        </a:p>
      </dgm:t>
    </dgm:pt>
    <dgm:pt modelId="{8B55E45B-E764-42CA-AB10-0E08305B9561}" type="parTrans" cxnId="{16F71B1E-506B-4FD7-8978-6272372CA5EE}">
      <dgm:prSet/>
      <dgm:spPr/>
      <dgm:t>
        <a:bodyPr/>
        <a:lstStyle/>
        <a:p>
          <a:endParaRPr lang="en-US"/>
        </a:p>
      </dgm:t>
    </dgm:pt>
    <dgm:pt modelId="{D7F86563-8814-44E1-A7A3-D0581EC608BF}" type="sibTrans" cxnId="{16F71B1E-506B-4FD7-8978-6272372CA5EE}">
      <dgm:prSet/>
      <dgm:spPr/>
      <dgm:t>
        <a:bodyPr/>
        <a:lstStyle/>
        <a:p>
          <a:endParaRPr lang="en-US"/>
        </a:p>
      </dgm:t>
    </dgm:pt>
    <dgm:pt modelId="{D43C9831-3D38-4064-B4AF-23BD5E6DBC65}" type="pres">
      <dgm:prSet presAssocID="{06571594-D267-46C9-90C3-6F2A89C5E86F}" presName="root" presStyleCnt="0">
        <dgm:presLayoutVars>
          <dgm:dir/>
          <dgm:resizeHandles val="exact"/>
        </dgm:presLayoutVars>
      </dgm:prSet>
      <dgm:spPr/>
    </dgm:pt>
    <dgm:pt modelId="{016DE625-77DF-4626-971B-1F8DE41D6C67}" type="pres">
      <dgm:prSet presAssocID="{7CECFD86-73C4-4D7E-B00E-41916E6ED3AE}" presName="compNode" presStyleCnt="0"/>
      <dgm:spPr/>
    </dgm:pt>
    <dgm:pt modelId="{14883D5D-B0D5-4CB7-9DA5-785BDE9B2B3A}" type="pres">
      <dgm:prSet presAssocID="{7CECFD86-73C4-4D7E-B00E-41916E6ED3AE}" presName="iconBgRect" presStyleLbl="bgShp" presStyleIdx="0" presStyleCnt="6"/>
      <dgm:spPr/>
    </dgm:pt>
    <dgm:pt modelId="{813C9074-98EC-40FC-90C6-15447DE5B4B9}" type="pres">
      <dgm:prSet presAssocID="{7CECFD86-73C4-4D7E-B00E-41916E6ED3A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untains"/>
        </a:ext>
      </dgm:extLst>
    </dgm:pt>
    <dgm:pt modelId="{3777A6CA-50B4-4D9C-8FFA-2ED6E2D049E4}" type="pres">
      <dgm:prSet presAssocID="{7CECFD86-73C4-4D7E-B00E-41916E6ED3AE}" presName="spaceRect" presStyleCnt="0"/>
      <dgm:spPr/>
    </dgm:pt>
    <dgm:pt modelId="{702E792C-DF75-460A-AFCE-A19009840366}" type="pres">
      <dgm:prSet presAssocID="{7CECFD86-73C4-4D7E-B00E-41916E6ED3AE}" presName="textRect" presStyleLbl="revTx" presStyleIdx="0" presStyleCnt="6">
        <dgm:presLayoutVars>
          <dgm:chMax val="1"/>
          <dgm:chPref val="1"/>
        </dgm:presLayoutVars>
      </dgm:prSet>
      <dgm:spPr/>
    </dgm:pt>
    <dgm:pt modelId="{590FB454-D706-44EB-BFB9-FDF24ED71A33}" type="pres">
      <dgm:prSet presAssocID="{99608DD8-E6FA-43D9-9162-C5D464289603}" presName="sibTrans" presStyleCnt="0"/>
      <dgm:spPr/>
    </dgm:pt>
    <dgm:pt modelId="{993DC076-E11A-4CB6-80F6-70C2EDD25FFA}" type="pres">
      <dgm:prSet presAssocID="{D1A3CCEB-C2A6-4445-B35C-05EC6C7AB203}" presName="compNode" presStyleCnt="0"/>
      <dgm:spPr/>
    </dgm:pt>
    <dgm:pt modelId="{772E2DAE-AFDD-4021-8DB8-E637B5A01B42}" type="pres">
      <dgm:prSet presAssocID="{D1A3CCEB-C2A6-4445-B35C-05EC6C7AB203}" presName="iconBgRect" presStyleLbl="bgShp" presStyleIdx="1" presStyleCnt="6"/>
      <dgm:spPr/>
    </dgm:pt>
    <dgm:pt modelId="{7DA8AD9E-7F87-4FC8-8095-A87D1193EC09}" type="pres">
      <dgm:prSet presAssocID="{D1A3CCEB-C2A6-4445-B35C-05EC6C7AB20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80D46703-3076-4166-B09C-8BE8C1EB81D9}" type="pres">
      <dgm:prSet presAssocID="{D1A3CCEB-C2A6-4445-B35C-05EC6C7AB203}" presName="spaceRect" presStyleCnt="0"/>
      <dgm:spPr/>
    </dgm:pt>
    <dgm:pt modelId="{DBC235A1-281C-4A88-B98E-05E9F3F40AAF}" type="pres">
      <dgm:prSet presAssocID="{D1A3CCEB-C2A6-4445-B35C-05EC6C7AB203}" presName="textRect" presStyleLbl="revTx" presStyleIdx="1" presStyleCnt="6">
        <dgm:presLayoutVars>
          <dgm:chMax val="1"/>
          <dgm:chPref val="1"/>
        </dgm:presLayoutVars>
      </dgm:prSet>
      <dgm:spPr/>
    </dgm:pt>
    <dgm:pt modelId="{DFA1F4F7-77C3-4C22-AC50-422D5CE0E901}" type="pres">
      <dgm:prSet presAssocID="{20F439D7-4887-4C4A-97A1-BB9492CF5F6E}" presName="sibTrans" presStyleCnt="0"/>
      <dgm:spPr/>
    </dgm:pt>
    <dgm:pt modelId="{AFCAEE29-3560-4FF4-8939-57E64F728BF0}" type="pres">
      <dgm:prSet presAssocID="{173C214B-00EF-4B9E-8833-DD12D73A6CB6}" presName="compNode" presStyleCnt="0"/>
      <dgm:spPr/>
    </dgm:pt>
    <dgm:pt modelId="{AA81BCF0-9C4F-458B-9044-CE414F6A2A88}" type="pres">
      <dgm:prSet presAssocID="{173C214B-00EF-4B9E-8833-DD12D73A6CB6}" presName="iconBgRect" presStyleLbl="bgShp" presStyleIdx="2" presStyleCnt="6"/>
      <dgm:spPr/>
    </dgm:pt>
    <dgm:pt modelId="{E8CE49F6-A021-4FD0-96D1-8F7152BD1D41}" type="pres">
      <dgm:prSet presAssocID="{173C214B-00EF-4B9E-8833-DD12D73A6CB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1A0D5011-922F-42A5-85B9-78EE9B581A5F}" type="pres">
      <dgm:prSet presAssocID="{173C214B-00EF-4B9E-8833-DD12D73A6CB6}" presName="spaceRect" presStyleCnt="0"/>
      <dgm:spPr/>
    </dgm:pt>
    <dgm:pt modelId="{E068122B-74FC-4443-9000-84296AD60987}" type="pres">
      <dgm:prSet presAssocID="{173C214B-00EF-4B9E-8833-DD12D73A6CB6}" presName="textRect" presStyleLbl="revTx" presStyleIdx="2" presStyleCnt="6">
        <dgm:presLayoutVars>
          <dgm:chMax val="1"/>
          <dgm:chPref val="1"/>
        </dgm:presLayoutVars>
      </dgm:prSet>
      <dgm:spPr/>
    </dgm:pt>
    <dgm:pt modelId="{AB656F92-BB0C-4053-AB12-EF9933FA11A2}" type="pres">
      <dgm:prSet presAssocID="{8392C52E-E9B5-4469-96C0-A2E18995C33A}" presName="sibTrans" presStyleCnt="0"/>
      <dgm:spPr/>
    </dgm:pt>
    <dgm:pt modelId="{6E80772C-BFBC-47D2-9119-2A06DFF35D7D}" type="pres">
      <dgm:prSet presAssocID="{8B4DEA31-4358-45AF-AA78-5A40B3DA7314}" presName="compNode" presStyleCnt="0"/>
      <dgm:spPr/>
    </dgm:pt>
    <dgm:pt modelId="{A16096B5-9BD1-4A5A-8809-A0C99500F7FD}" type="pres">
      <dgm:prSet presAssocID="{8B4DEA31-4358-45AF-AA78-5A40B3DA7314}" presName="iconBgRect" presStyleLbl="bgShp" presStyleIdx="3" presStyleCnt="6"/>
      <dgm:spPr/>
    </dgm:pt>
    <dgm:pt modelId="{18BD2855-F560-41D5-924A-EE361457EB12}" type="pres">
      <dgm:prSet presAssocID="{8B4DEA31-4358-45AF-AA78-5A40B3DA731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469C89C-70B0-4B36-9676-F7F0412C6D5C}" type="pres">
      <dgm:prSet presAssocID="{8B4DEA31-4358-45AF-AA78-5A40B3DA7314}" presName="spaceRect" presStyleCnt="0"/>
      <dgm:spPr/>
    </dgm:pt>
    <dgm:pt modelId="{B4BB0388-0A26-49DA-977A-8209579981C5}" type="pres">
      <dgm:prSet presAssocID="{8B4DEA31-4358-45AF-AA78-5A40B3DA7314}" presName="textRect" presStyleLbl="revTx" presStyleIdx="3" presStyleCnt="6">
        <dgm:presLayoutVars>
          <dgm:chMax val="1"/>
          <dgm:chPref val="1"/>
        </dgm:presLayoutVars>
      </dgm:prSet>
      <dgm:spPr/>
    </dgm:pt>
    <dgm:pt modelId="{434DEBEB-25CF-4FB6-BDF9-8A4B03FEFF95}" type="pres">
      <dgm:prSet presAssocID="{1E60D128-1B95-4FE8-B74C-35513A92D928}" presName="sibTrans" presStyleCnt="0"/>
      <dgm:spPr/>
    </dgm:pt>
    <dgm:pt modelId="{AE9F4B70-5250-482D-B983-F8C97BD972B9}" type="pres">
      <dgm:prSet presAssocID="{CAF864EA-E719-49A7-AA32-94A673DF418F}" presName="compNode" presStyleCnt="0"/>
      <dgm:spPr/>
    </dgm:pt>
    <dgm:pt modelId="{0D076103-90F6-4D2A-93A7-ACF86B5101E9}" type="pres">
      <dgm:prSet presAssocID="{CAF864EA-E719-49A7-AA32-94A673DF418F}" presName="iconBgRect" presStyleLbl="bgShp" presStyleIdx="4" presStyleCnt="6"/>
      <dgm:spPr/>
    </dgm:pt>
    <dgm:pt modelId="{2B0772AD-123B-4AEA-8400-6127FCE7F7FD}" type="pres">
      <dgm:prSet presAssocID="{CAF864EA-E719-49A7-AA32-94A673DF418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0867E4A3-B674-4BB1-9895-81C83527DD1B}" type="pres">
      <dgm:prSet presAssocID="{CAF864EA-E719-49A7-AA32-94A673DF418F}" presName="spaceRect" presStyleCnt="0"/>
      <dgm:spPr/>
    </dgm:pt>
    <dgm:pt modelId="{2D0B9AC4-3D1E-47E1-BC9D-361945860F92}" type="pres">
      <dgm:prSet presAssocID="{CAF864EA-E719-49A7-AA32-94A673DF418F}" presName="textRect" presStyleLbl="revTx" presStyleIdx="4" presStyleCnt="6">
        <dgm:presLayoutVars>
          <dgm:chMax val="1"/>
          <dgm:chPref val="1"/>
        </dgm:presLayoutVars>
      </dgm:prSet>
      <dgm:spPr/>
    </dgm:pt>
    <dgm:pt modelId="{82520BC8-8317-450E-AE2D-D8BA8D0D679F}" type="pres">
      <dgm:prSet presAssocID="{49A75B7D-D3DC-4CD9-8AD3-EF7B388AC108}" presName="sibTrans" presStyleCnt="0"/>
      <dgm:spPr/>
    </dgm:pt>
    <dgm:pt modelId="{2DA3CCEB-94FF-47A8-A0FE-3247AF3C0AA8}" type="pres">
      <dgm:prSet presAssocID="{C351DA73-5448-4E45-AAE3-4868FF415BFD}" presName="compNode" presStyleCnt="0"/>
      <dgm:spPr/>
    </dgm:pt>
    <dgm:pt modelId="{345CDD35-50A3-4F32-92AC-60F1F4268C60}" type="pres">
      <dgm:prSet presAssocID="{C351DA73-5448-4E45-AAE3-4868FF415BFD}" presName="iconBgRect" presStyleLbl="bgShp" presStyleIdx="5" presStyleCnt="6"/>
      <dgm:spPr/>
    </dgm:pt>
    <dgm:pt modelId="{B0920CB6-5946-4A39-9FC2-8884D2AB7B9C}" type="pres">
      <dgm:prSet presAssocID="{C351DA73-5448-4E45-AAE3-4868FF415BF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552EB780-8D43-4180-8FF3-C222B772CE35}" type="pres">
      <dgm:prSet presAssocID="{C351DA73-5448-4E45-AAE3-4868FF415BFD}" presName="spaceRect" presStyleCnt="0"/>
      <dgm:spPr/>
    </dgm:pt>
    <dgm:pt modelId="{8B56B277-66C6-4D6D-A35B-CE8A5C046337}" type="pres">
      <dgm:prSet presAssocID="{C351DA73-5448-4E45-AAE3-4868FF415BF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6D49A51D-61BC-485B-8412-9933DB63FF40}" srcId="{06571594-D267-46C9-90C3-6F2A89C5E86F}" destId="{D1A3CCEB-C2A6-4445-B35C-05EC6C7AB203}" srcOrd="1" destOrd="0" parTransId="{6233FF6A-7401-4C28-B656-23D20C23151E}" sibTransId="{20F439D7-4887-4C4A-97A1-BB9492CF5F6E}"/>
    <dgm:cxn modelId="{16F71B1E-506B-4FD7-8978-6272372CA5EE}" srcId="{06571594-D267-46C9-90C3-6F2A89C5E86F}" destId="{C351DA73-5448-4E45-AAE3-4868FF415BFD}" srcOrd="5" destOrd="0" parTransId="{8B55E45B-E764-42CA-AB10-0E08305B9561}" sibTransId="{D7F86563-8814-44E1-A7A3-D0581EC608BF}"/>
    <dgm:cxn modelId="{B819552C-92FD-4F53-B550-B78FAC977207}" type="presOf" srcId="{7CECFD86-73C4-4D7E-B00E-41916E6ED3AE}" destId="{702E792C-DF75-460A-AFCE-A19009840366}" srcOrd="0" destOrd="0" presId="urn:microsoft.com/office/officeart/2018/5/layout/IconCircleLabelList"/>
    <dgm:cxn modelId="{F6AD9640-64B3-440A-A9FF-864F5D0736AA}" type="presOf" srcId="{C351DA73-5448-4E45-AAE3-4868FF415BFD}" destId="{8B56B277-66C6-4D6D-A35B-CE8A5C046337}" srcOrd="0" destOrd="0" presId="urn:microsoft.com/office/officeart/2018/5/layout/IconCircleLabelList"/>
    <dgm:cxn modelId="{CA51E466-5CD9-4037-A183-F8B8CEDB5404}" type="presOf" srcId="{8B4DEA31-4358-45AF-AA78-5A40B3DA7314}" destId="{B4BB0388-0A26-49DA-977A-8209579981C5}" srcOrd="0" destOrd="0" presId="urn:microsoft.com/office/officeart/2018/5/layout/IconCircleLabelList"/>
    <dgm:cxn modelId="{0A5CDF6A-C5B7-464E-90E5-0E3226ED6784}" srcId="{06571594-D267-46C9-90C3-6F2A89C5E86F}" destId="{8B4DEA31-4358-45AF-AA78-5A40B3DA7314}" srcOrd="3" destOrd="0" parTransId="{BC617351-A483-44EC-BD58-3924E5B9E52C}" sibTransId="{1E60D128-1B95-4FE8-B74C-35513A92D928}"/>
    <dgm:cxn modelId="{29A6BF4D-73FA-45EA-824F-4695D38D9F7A}" type="presOf" srcId="{06571594-D267-46C9-90C3-6F2A89C5E86F}" destId="{D43C9831-3D38-4064-B4AF-23BD5E6DBC65}" srcOrd="0" destOrd="0" presId="urn:microsoft.com/office/officeart/2018/5/layout/IconCircleLabelList"/>
    <dgm:cxn modelId="{A2044B87-2C47-4A43-B551-DC8D74B3ED64}" type="presOf" srcId="{D1A3CCEB-C2A6-4445-B35C-05EC6C7AB203}" destId="{DBC235A1-281C-4A88-B98E-05E9F3F40AAF}" srcOrd="0" destOrd="0" presId="urn:microsoft.com/office/officeart/2018/5/layout/IconCircleLabelList"/>
    <dgm:cxn modelId="{5141CBC5-1D55-4AEE-AE0B-794940DC221B}" srcId="{06571594-D267-46C9-90C3-6F2A89C5E86F}" destId="{7CECFD86-73C4-4D7E-B00E-41916E6ED3AE}" srcOrd="0" destOrd="0" parTransId="{1764FEC2-B7E5-4C6F-A2D5-F767296958ED}" sibTransId="{99608DD8-E6FA-43D9-9162-C5D464289603}"/>
    <dgm:cxn modelId="{C34B79C7-23DA-4DFD-801E-05FFA1B1AC24}" type="presOf" srcId="{CAF864EA-E719-49A7-AA32-94A673DF418F}" destId="{2D0B9AC4-3D1E-47E1-BC9D-361945860F92}" srcOrd="0" destOrd="0" presId="urn:microsoft.com/office/officeart/2018/5/layout/IconCircleLabelList"/>
    <dgm:cxn modelId="{810C55D0-64A8-4F3B-A1F3-E4529140017E}" srcId="{06571594-D267-46C9-90C3-6F2A89C5E86F}" destId="{CAF864EA-E719-49A7-AA32-94A673DF418F}" srcOrd="4" destOrd="0" parTransId="{CC9162A3-91E6-4472-934D-629E7B99CB9A}" sibTransId="{49A75B7D-D3DC-4CD9-8AD3-EF7B388AC108}"/>
    <dgm:cxn modelId="{7A1D08D3-CAAA-4A5F-B5FD-F9206A57321A}" type="presOf" srcId="{173C214B-00EF-4B9E-8833-DD12D73A6CB6}" destId="{E068122B-74FC-4443-9000-84296AD60987}" srcOrd="0" destOrd="0" presId="urn:microsoft.com/office/officeart/2018/5/layout/IconCircleLabelList"/>
    <dgm:cxn modelId="{09E859D8-05EF-4BF6-B738-ECF3314B8D10}" srcId="{06571594-D267-46C9-90C3-6F2A89C5E86F}" destId="{173C214B-00EF-4B9E-8833-DD12D73A6CB6}" srcOrd="2" destOrd="0" parTransId="{01C40E75-ACB8-418B-84D2-97E5C957B711}" sibTransId="{8392C52E-E9B5-4469-96C0-A2E18995C33A}"/>
    <dgm:cxn modelId="{009E25DB-7427-45C1-8C2A-F433EB9BBB87}" type="presParOf" srcId="{D43C9831-3D38-4064-B4AF-23BD5E6DBC65}" destId="{016DE625-77DF-4626-971B-1F8DE41D6C67}" srcOrd="0" destOrd="0" presId="urn:microsoft.com/office/officeart/2018/5/layout/IconCircleLabelList"/>
    <dgm:cxn modelId="{758A9E4A-D27F-4BAE-A838-2F0AEA22BC03}" type="presParOf" srcId="{016DE625-77DF-4626-971B-1F8DE41D6C67}" destId="{14883D5D-B0D5-4CB7-9DA5-785BDE9B2B3A}" srcOrd="0" destOrd="0" presId="urn:microsoft.com/office/officeart/2018/5/layout/IconCircleLabelList"/>
    <dgm:cxn modelId="{867AE406-605A-4D14-AC7F-1F282A7ECA55}" type="presParOf" srcId="{016DE625-77DF-4626-971B-1F8DE41D6C67}" destId="{813C9074-98EC-40FC-90C6-15447DE5B4B9}" srcOrd="1" destOrd="0" presId="urn:microsoft.com/office/officeart/2018/5/layout/IconCircleLabelList"/>
    <dgm:cxn modelId="{D1E0E4E1-9D87-40B7-A2A4-036ABF74E1BC}" type="presParOf" srcId="{016DE625-77DF-4626-971B-1F8DE41D6C67}" destId="{3777A6CA-50B4-4D9C-8FFA-2ED6E2D049E4}" srcOrd="2" destOrd="0" presId="urn:microsoft.com/office/officeart/2018/5/layout/IconCircleLabelList"/>
    <dgm:cxn modelId="{9D3DD1C2-BB2B-4939-97D8-834000CD10E1}" type="presParOf" srcId="{016DE625-77DF-4626-971B-1F8DE41D6C67}" destId="{702E792C-DF75-460A-AFCE-A19009840366}" srcOrd="3" destOrd="0" presId="urn:microsoft.com/office/officeart/2018/5/layout/IconCircleLabelList"/>
    <dgm:cxn modelId="{B70B9F1D-5181-4A18-8CF2-AF14457DB882}" type="presParOf" srcId="{D43C9831-3D38-4064-B4AF-23BD5E6DBC65}" destId="{590FB454-D706-44EB-BFB9-FDF24ED71A33}" srcOrd="1" destOrd="0" presId="urn:microsoft.com/office/officeart/2018/5/layout/IconCircleLabelList"/>
    <dgm:cxn modelId="{AE049B00-C08F-4ABF-ACE1-E20AC61B973C}" type="presParOf" srcId="{D43C9831-3D38-4064-B4AF-23BD5E6DBC65}" destId="{993DC076-E11A-4CB6-80F6-70C2EDD25FFA}" srcOrd="2" destOrd="0" presId="urn:microsoft.com/office/officeart/2018/5/layout/IconCircleLabelList"/>
    <dgm:cxn modelId="{BE1D1EBF-A409-4605-AC9D-4DCE994686DA}" type="presParOf" srcId="{993DC076-E11A-4CB6-80F6-70C2EDD25FFA}" destId="{772E2DAE-AFDD-4021-8DB8-E637B5A01B42}" srcOrd="0" destOrd="0" presId="urn:microsoft.com/office/officeart/2018/5/layout/IconCircleLabelList"/>
    <dgm:cxn modelId="{F9548A1A-7A01-4076-97BF-8F11D26BC47E}" type="presParOf" srcId="{993DC076-E11A-4CB6-80F6-70C2EDD25FFA}" destId="{7DA8AD9E-7F87-4FC8-8095-A87D1193EC09}" srcOrd="1" destOrd="0" presId="urn:microsoft.com/office/officeart/2018/5/layout/IconCircleLabelList"/>
    <dgm:cxn modelId="{07D7DB6F-F24D-456E-99AA-E8D1FF9A872E}" type="presParOf" srcId="{993DC076-E11A-4CB6-80F6-70C2EDD25FFA}" destId="{80D46703-3076-4166-B09C-8BE8C1EB81D9}" srcOrd="2" destOrd="0" presId="urn:microsoft.com/office/officeart/2018/5/layout/IconCircleLabelList"/>
    <dgm:cxn modelId="{156B3FAB-3E3F-4ECB-AAE4-0CC5A34FA336}" type="presParOf" srcId="{993DC076-E11A-4CB6-80F6-70C2EDD25FFA}" destId="{DBC235A1-281C-4A88-B98E-05E9F3F40AAF}" srcOrd="3" destOrd="0" presId="urn:microsoft.com/office/officeart/2018/5/layout/IconCircleLabelList"/>
    <dgm:cxn modelId="{D948D1DE-9FFB-47B6-A941-7753A77C4064}" type="presParOf" srcId="{D43C9831-3D38-4064-B4AF-23BD5E6DBC65}" destId="{DFA1F4F7-77C3-4C22-AC50-422D5CE0E901}" srcOrd="3" destOrd="0" presId="urn:microsoft.com/office/officeart/2018/5/layout/IconCircleLabelList"/>
    <dgm:cxn modelId="{4CD1ED61-9D69-4AF9-B675-4173C9A51B6B}" type="presParOf" srcId="{D43C9831-3D38-4064-B4AF-23BD5E6DBC65}" destId="{AFCAEE29-3560-4FF4-8939-57E64F728BF0}" srcOrd="4" destOrd="0" presId="urn:microsoft.com/office/officeart/2018/5/layout/IconCircleLabelList"/>
    <dgm:cxn modelId="{9BB4771D-D3BA-471F-8B35-61D68A21A114}" type="presParOf" srcId="{AFCAEE29-3560-4FF4-8939-57E64F728BF0}" destId="{AA81BCF0-9C4F-458B-9044-CE414F6A2A88}" srcOrd="0" destOrd="0" presId="urn:microsoft.com/office/officeart/2018/5/layout/IconCircleLabelList"/>
    <dgm:cxn modelId="{9867F938-3106-47DE-8D44-BBD9064398C6}" type="presParOf" srcId="{AFCAEE29-3560-4FF4-8939-57E64F728BF0}" destId="{E8CE49F6-A021-4FD0-96D1-8F7152BD1D41}" srcOrd="1" destOrd="0" presId="urn:microsoft.com/office/officeart/2018/5/layout/IconCircleLabelList"/>
    <dgm:cxn modelId="{C4F91856-F7B5-4336-A602-33C612AB5476}" type="presParOf" srcId="{AFCAEE29-3560-4FF4-8939-57E64F728BF0}" destId="{1A0D5011-922F-42A5-85B9-78EE9B581A5F}" srcOrd="2" destOrd="0" presId="urn:microsoft.com/office/officeart/2018/5/layout/IconCircleLabelList"/>
    <dgm:cxn modelId="{8BD47F91-E633-478D-A849-E2A62042E25E}" type="presParOf" srcId="{AFCAEE29-3560-4FF4-8939-57E64F728BF0}" destId="{E068122B-74FC-4443-9000-84296AD60987}" srcOrd="3" destOrd="0" presId="urn:microsoft.com/office/officeart/2018/5/layout/IconCircleLabelList"/>
    <dgm:cxn modelId="{533E0CA4-BA01-44A1-BE6F-3348CA5A9178}" type="presParOf" srcId="{D43C9831-3D38-4064-B4AF-23BD5E6DBC65}" destId="{AB656F92-BB0C-4053-AB12-EF9933FA11A2}" srcOrd="5" destOrd="0" presId="urn:microsoft.com/office/officeart/2018/5/layout/IconCircleLabelList"/>
    <dgm:cxn modelId="{8B2156DE-082C-4FD4-8A13-989AC2B29DC5}" type="presParOf" srcId="{D43C9831-3D38-4064-B4AF-23BD5E6DBC65}" destId="{6E80772C-BFBC-47D2-9119-2A06DFF35D7D}" srcOrd="6" destOrd="0" presId="urn:microsoft.com/office/officeart/2018/5/layout/IconCircleLabelList"/>
    <dgm:cxn modelId="{0BE53FA5-2716-4634-90CF-8988B29C8986}" type="presParOf" srcId="{6E80772C-BFBC-47D2-9119-2A06DFF35D7D}" destId="{A16096B5-9BD1-4A5A-8809-A0C99500F7FD}" srcOrd="0" destOrd="0" presId="urn:microsoft.com/office/officeart/2018/5/layout/IconCircleLabelList"/>
    <dgm:cxn modelId="{68AE4FF7-4E03-4FD1-86E6-E48EC95B010E}" type="presParOf" srcId="{6E80772C-BFBC-47D2-9119-2A06DFF35D7D}" destId="{18BD2855-F560-41D5-924A-EE361457EB12}" srcOrd="1" destOrd="0" presId="urn:microsoft.com/office/officeart/2018/5/layout/IconCircleLabelList"/>
    <dgm:cxn modelId="{235CD436-C995-47FB-974E-F63A407B99AA}" type="presParOf" srcId="{6E80772C-BFBC-47D2-9119-2A06DFF35D7D}" destId="{D469C89C-70B0-4B36-9676-F7F0412C6D5C}" srcOrd="2" destOrd="0" presId="urn:microsoft.com/office/officeart/2018/5/layout/IconCircleLabelList"/>
    <dgm:cxn modelId="{A95E7FBF-C4B4-44FD-BDAE-707F4509FC91}" type="presParOf" srcId="{6E80772C-BFBC-47D2-9119-2A06DFF35D7D}" destId="{B4BB0388-0A26-49DA-977A-8209579981C5}" srcOrd="3" destOrd="0" presId="urn:microsoft.com/office/officeart/2018/5/layout/IconCircleLabelList"/>
    <dgm:cxn modelId="{00028809-AF17-4D4F-814D-A8030DFD7F5E}" type="presParOf" srcId="{D43C9831-3D38-4064-B4AF-23BD5E6DBC65}" destId="{434DEBEB-25CF-4FB6-BDF9-8A4B03FEFF95}" srcOrd="7" destOrd="0" presId="urn:microsoft.com/office/officeart/2018/5/layout/IconCircleLabelList"/>
    <dgm:cxn modelId="{AC6A9BC5-E0B8-4346-8EFD-A0288EAA26EB}" type="presParOf" srcId="{D43C9831-3D38-4064-B4AF-23BD5E6DBC65}" destId="{AE9F4B70-5250-482D-B983-F8C97BD972B9}" srcOrd="8" destOrd="0" presId="urn:microsoft.com/office/officeart/2018/5/layout/IconCircleLabelList"/>
    <dgm:cxn modelId="{4F43BC81-242B-4EAF-BB23-9BB95C2EB605}" type="presParOf" srcId="{AE9F4B70-5250-482D-B983-F8C97BD972B9}" destId="{0D076103-90F6-4D2A-93A7-ACF86B5101E9}" srcOrd="0" destOrd="0" presId="urn:microsoft.com/office/officeart/2018/5/layout/IconCircleLabelList"/>
    <dgm:cxn modelId="{3481F2AD-D60A-4CD0-A19B-C54427473CE6}" type="presParOf" srcId="{AE9F4B70-5250-482D-B983-F8C97BD972B9}" destId="{2B0772AD-123B-4AEA-8400-6127FCE7F7FD}" srcOrd="1" destOrd="0" presId="urn:microsoft.com/office/officeart/2018/5/layout/IconCircleLabelList"/>
    <dgm:cxn modelId="{52A954C0-E640-4F17-8F35-FB7E25603A4F}" type="presParOf" srcId="{AE9F4B70-5250-482D-B983-F8C97BD972B9}" destId="{0867E4A3-B674-4BB1-9895-81C83527DD1B}" srcOrd="2" destOrd="0" presId="urn:microsoft.com/office/officeart/2018/5/layout/IconCircleLabelList"/>
    <dgm:cxn modelId="{E3522331-B0C0-4C66-9365-73D962CF46FA}" type="presParOf" srcId="{AE9F4B70-5250-482D-B983-F8C97BD972B9}" destId="{2D0B9AC4-3D1E-47E1-BC9D-361945860F92}" srcOrd="3" destOrd="0" presId="urn:microsoft.com/office/officeart/2018/5/layout/IconCircleLabelList"/>
    <dgm:cxn modelId="{5B9C8495-7C55-4CBA-B436-4DA8A3174E66}" type="presParOf" srcId="{D43C9831-3D38-4064-B4AF-23BD5E6DBC65}" destId="{82520BC8-8317-450E-AE2D-D8BA8D0D679F}" srcOrd="9" destOrd="0" presId="urn:microsoft.com/office/officeart/2018/5/layout/IconCircleLabelList"/>
    <dgm:cxn modelId="{D8EFCBC7-2F18-4030-A3EA-5647A5653210}" type="presParOf" srcId="{D43C9831-3D38-4064-B4AF-23BD5E6DBC65}" destId="{2DA3CCEB-94FF-47A8-A0FE-3247AF3C0AA8}" srcOrd="10" destOrd="0" presId="urn:microsoft.com/office/officeart/2018/5/layout/IconCircleLabelList"/>
    <dgm:cxn modelId="{DCA9D5AF-3BBF-4FD4-90DF-FE11B9CF3C66}" type="presParOf" srcId="{2DA3CCEB-94FF-47A8-A0FE-3247AF3C0AA8}" destId="{345CDD35-50A3-4F32-92AC-60F1F4268C60}" srcOrd="0" destOrd="0" presId="urn:microsoft.com/office/officeart/2018/5/layout/IconCircleLabelList"/>
    <dgm:cxn modelId="{872AD647-C254-48BC-9248-F693E2C57292}" type="presParOf" srcId="{2DA3CCEB-94FF-47A8-A0FE-3247AF3C0AA8}" destId="{B0920CB6-5946-4A39-9FC2-8884D2AB7B9C}" srcOrd="1" destOrd="0" presId="urn:microsoft.com/office/officeart/2018/5/layout/IconCircleLabelList"/>
    <dgm:cxn modelId="{2A5FA494-B80A-43E9-B543-20DA292AF1A1}" type="presParOf" srcId="{2DA3CCEB-94FF-47A8-A0FE-3247AF3C0AA8}" destId="{552EB780-8D43-4180-8FF3-C222B772CE35}" srcOrd="2" destOrd="0" presId="urn:microsoft.com/office/officeart/2018/5/layout/IconCircleLabelList"/>
    <dgm:cxn modelId="{07F203CB-4254-4C94-BC97-84315F5B6AA8}" type="presParOf" srcId="{2DA3CCEB-94FF-47A8-A0FE-3247AF3C0AA8}" destId="{8B56B277-66C6-4D6D-A35B-CE8A5C04633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1CEA001-A658-45AD-ADD6-9A78F90ABEC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108A2A-AA26-4851-B1D9-0EC2869C8B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rarely solve problems alone</a:t>
          </a:r>
        </a:p>
      </dgm:t>
    </dgm:pt>
    <dgm:pt modelId="{4979AB6C-44B3-407C-9ACB-A48AF64C2121}" type="parTrans" cxnId="{0B806338-FC30-4C7F-8E49-78747427AA4C}">
      <dgm:prSet/>
      <dgm:spPr/>
      <dgm:t>
        <a:bodyPr/>
        <a:lstStyle/>
        <a:p>
          <a:endParaRPr lang="en-US"/>
        </a:p>
      </dgm:t>
    </dgm:pt>
    <dgm:pt modelId="{1C6284A8-E172-4FDF-9D8A-261FC4BA73BF}" type="sibTrans" cxnId="{0B806338-FC30-4C7F-8E49-78747427AA4C}">
      <dgm:prSet/>
      <dgm:spPr/>
      <dgm:t>
        <a:bodyPr/>
        <a:lstStyle/>
        <a:p>
          <a:endParaRPr lang="en-US"/>
        </a:p>
      </dgm:t>
    </dgm:pt>
    <dgm:pt modelId="{9D045337-DAC2-408B-9D4F-DA26254D03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must explain risk to people who control money and operations</a:t>
          </a:r>
        </a:p>
      </dgm:t>
    </dgm:pt>
    <dgm:pt modelId="{BE602A77-F1C8-4C64-B1C6-E53C14B15A98}" type="parTrans" cxnId="{C81214AA-8996-4ECC-857E-702442E73E70}">
      <dgm:prSet/>
      <dgm:spPr/>
      <dgm:t>
        <a:bodyPr/>
        <a:lstStyle/>
        <a:p>
          <a:endParaRPr lang="en-US"/>
        </a:p>
      </dgm:t>
    </dgm:pt>
    <dgm:pt modelId="{7EFF9075-8636-49FF-91F3-B2770490B298}" type="sibTrans" cxnId="{C81214AA-8996-4ECC-857E-702442E73E70}">
      <dgm:prSet/>
      <dgm:spPr/>
      <dgm:t>
        <a:bodyPr/>
        <a:lstStyle/>
        <a:p>
          <a:endParaRPr lang="en-US"/>
        </a:p>
      </dgm:t>
    </dgm:pt>
    <dgm:pt modelId="{D245530B-8476-4550-882F-A873F2A4E0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During incidents people are stressed, confused, and rushed</a:t>
          </a:r>
        </a:p>
      </dgm:t>
    </dgm:pt>
    <dgm:pt modelId="{6FCDCAB9-8E5D-4878-89CD-1E38965B59AE}" type="parTrans" cxnId="{AA83B59E-34BC-4A74-8F21-F0D91531C4D6}">
      <dgm:prSet/>
      <dgm:spPr/>
      <dgm:t>
        <a:bodyPr/>
        <a:lstStyle/>
        <a:p>
          <a:endParaRPr lang="en-US"/>
        </a:p>
      </dgm:t>
    </dgm:pt>
    <dgm:pt modelId="{E9F11AC2-E328-4554-9F0E-A0FF735C0D71}" type="sibTrans" cxnId="{AA83B59E-34BC-4A74-8F21-F0D91531C4D6}">
      <dgm:prSet/>
      <dgm:spPr/>
      <dgm:t>
        <a:bodyPr/>
        <a:lstStyle/>
        <a:p>
          <a:endParaRPr lang="en-US"/>
        </a:p>
      </dgm:t>
    </dgm:pt>
    <dgm:pt modelId="{9662FAC0-8D2C-46A3-B3CE-2B89AA20FE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Your communication determines decisions</a:t>
          </a:r>
        </a:p>
      </dgm:t>
    </dgm:pt>
    <dgm:pt modelId="{3F006046-B87F-43F3-87E0-1F96DF76ABD5}" type="parTrans" cxnId="{9F06D6E1-12CF-4912-A565-94CF2FD576E3}">
      <dgm:prSet/>
      <dgm:spPr/>
      <dgm:t>
        <a:bodyPr/>
        <a:lstStyle/>
        <a:p>
          <a:endParaRPr lang="en-US"/>
        </a:p>
      </dgm:t>
    </dgm:pt>
    <dgm:pt modelId="{0733B803-DA56-4428-923D-1D576E170BE2}" type="sibTrans" cxnId="{9F06D6E1-12CF-4912-A565-94CF2FD576E3}">
      <dgm:prSet/>
      <dgm:spPr/>
      <dgm:t>
        <a:bodyPr/>
        <a:lstStyle/>
        <a:p>
          <a:endParaRPr lang="en-US"/>
        </a:p>
      </dgm:t>
    </dgm:pt>
    <dgm:pt modelId="{91742F5C-D189-476C-A8D3-4B5DC1A05D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Technical accuracy without clarity is failure</a:t>
          </a:r>
        </a:p>
      </dgm:t>
    </dgm:pt>
    <dgm:pt modelId="{D3385007-33AA-43C9-B7B9-D7B33DBC21DC}" type="parTrans" cxnId="{255FA9E2-C9FC-4CE6-816F-8DDC8CDC1805}">
      <dgm:prSet/>
      <dgm:spPr/>
      <dgm:t>
        <a:bodyPr/>
        <a:lstStyle/>
        <a:p>
          <a:endParaRPr lang="en-US"/>
        </a:p>
      </dgm:t>
    </dgm:pt>
    <dgm:pt modelId="{6214AF9F-9D59-4E2A-9452-AAAFD60CE7AC}" type="sibTrans" cxnId="{255FA9E2-C9FC-4CE6-816F-8DDC8CDC1805}">
      <dgm:prSet/>
      <dgm:spPr/>
      <dgm:t>
        <a:bodyPr/>
        <a:lstStyle/>
        <a:p>
          <a:endParaRPr lang="en-US"/>
        </a:p>
      </dgm:t>
    </dgm:pt>
    <dgm:pt modelId="{40E03B3F-AFD6-4B4B-852B-C4D935568908}" type="pres">
      <dgm:prSet presAssocID="{31CEA001-A658-45AD-ADD6-9A78F90ABECD}" presName="root" presStyleCnt="0">
        <dgm:presLayoutVars>
          <dgm:dir/>
          <dgm:resizeHandles val="exact"/>
        </dgm:presLayoutVars>
      </dgm:prSet>
      <dgm:spPr/>
    </dgm:pt>
    <dgm:pt modelId="{314EE6AE-A916-432D-9EC5-7AB3632A1164}" type="pres">
      <dgm:prSet presAssocID="{86108A2A-AA26-4851-B1D9-0EC2869C8B31}" presName="compNode" presStyleCnt="0"/>
      <dgm:spPr/>
    </dgm:pt>
    <dgm:pt modelId="{0F79FC40-8134-4C5B-8206-D695F21F2584}" type="pres">
      <dgm:prSet presAssocID="{86108A2A-AA26-4851-B1D9-0EC2869C8B31}" presName="bgRect" presStyleLbl="bgShp" presStyleIdx="0" presStyleCnt="5"/>
      <dgm:spPr/>
    </dgm:pt>
    <dgm:pt modelId="{7FD589ED-7444-4641-B318-829C1EF9C6C5}" type="pres">
      <dgm:prSet presAssocID="{86108A2A-AA26-4851-B1D9-0EC2869C8B3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2285EBF-CE8F-410F-B27E-365F36693DD2}" type="pres">
      <dgm:prSet presAssocID="{86108A2A-AA26-4851-B1D9-0EC2869C8B31}" presName="spaceRect" presStyleCnt="0"/>
      <dgm:spPr/>
    </dgm:pt>
    <dgm:pt modelId="{AD9A25E2-3722-4697-B285-81AE2A2C78CA}" type="pres">
      <dgm:prSet presAssocID="{86108A2A-AA26-4851-B1D9-0EC2869C8B31}" presName="parTx" presStyleLbl="revTx" presStyleIdx="0" presStyleCnt="5">
        <dgm:presLayoutVars>
          <dgm:chMax val="0"/>
          <dgm:chPref val="0"/>
        </dgm:presLayoutVars>
      </dgm:prSet>
      <dgm:spPr/>
    </dgm:pt>
    <dgm:pt modelId="{1B6A11C0-3091-419B-9C65-D8D001BE8B10}" type="pres">
      <dgm:prSet presAssocID="{1C6284A8-E172-4FDF-9D8A-261FC4BA73BF}" presName="sibTrans" presStyleCnt="0"/>
      <dgm:spPr/>
    </dgm:pt>
    <dgm:pt modelId="{25194FA2-B3FF-42F0-ADD3-F08ED61A9D5D}" type="pres">
      <dgm:prSet presAssocID="{9D045337-DAC2-408B-9D4F-DA26254D0372}" presName="compNode" presStyleCnt="0"/>
      <dgm:spPr/>
    </dgm:pt>
    <dgm:pt modelId="{E1E96DA5-5C83-4605-99F3-CB38A349F99C}" type="pres">
      <dgm:prSet presAssocID="{9D045337-DAC2-408B-9D4F-DA26254D0372}" presName="bgRect" presStyleLbl="bgShp" presStyleIdx="1" presStyleCnt="5"/>
      <dgm:spPr/>
    </dgm:pt>
    <dgm:pt modelId="{D57F0349-4328-4DEA-9C1F-3E35D22A807A}" type="pres">
      <dgm:prSet presAssocID="{9D045337-DAC2-408B-9D4F-DA26254D037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m"/>
        </a:ext>
      </dgm:extLst>
    </dgm:pt>
    <dgm:pt modelId="{2038F308-E54E-4977-97EB-DD024BE8BB4C}" type="pres">
      <dgm:prSet presAssocID="{9D045337-DAC2-408B-9D4F-DA26254D0372}" presName="spaceRect" presStyleCnt="0"/>
      <dgm:spPr/>
    </dgm:pt>
    <dgm:pt modelId="{11836A25-AD36-4D54-90F2-B533081E2370}" type="pres">
      <dgm:prSet presAssocID="{9D045337-DAC2-408B-9D4F-DA26254D0372}" presName="parTx" presStyleLbl="revTx" presStyleIdx="1" presStyleCnt="5">
        <dgm:presLayoutVars>
          <dgm:chMax val="0"/>
          <dgm:chPref val="0"/>
        </dgm:presLayoutVars>
      </dgm:prSet>
      <dgm:spPr/>
    </dgm:pt>
    <dgm:pt modelId="{26A92775-ABD2-4B1B-B471-71AAD41C7890}" type="pres">
      <dgm:prSet presAssocID="{7EFF9075-8636-49FF-91F3-B2770490B298}" presName="sibTrans" presStyleCnt="0"/>
      <dgm:spPr/>
    </dgm:pt>
    <dgm:pt modelId="{ED6748AD-C13B-476B-8278-7CB30505FA9E}" type="pres">
      <dgm:prSet presAssocID="{D245530B-8476-4550-882F-A873F2A4E0BC}" presName="compNode" presStyleCnt="0"/>
      <dgm:spPr/>
    </dgm:pt>
    <dgm:pt modelId="{C4A42B06-3B3B-4EE5-9339-2FC4A0D20B01}" type="pres">
      <dgm:prSet presAssocID="{D245530B-8476-4550-882F-A873F2A4E0BC}" presName="bgRect" presStyleLbl="bgShp" presStyleIdx="2" presStyleCnt="5"/>
      <dgm:spPr/>
    </dgm:pt>
    <dgm:pt modelId="{8AE43B52-7417-4D72-AA19-DD8B56156351}" type="pres">
      <dgm:prSet presAssocID="{D245530B-8476-4550-882F-A873F2A4E0B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72D45080-747E-4EBD-8526-1D20B0F5C215}" type="pres">
      <dgm:prSet presAssocID="{D245530B-8476-4550-882F-A873F2A4E0BC}" presName="spaceRect" presStyleCnt="0"/>
      <dgm:spPr/>
    </dgm:pt>
    <dgm:pt modelId="{8C0B01C3-4249-4636-B738-94C3B9B0C323}" type="pres">
      <dgm:prSet presAssocID="{D245530B-8476-4550-882F-A873F2A4E0BC}" presName="parTx" presStyleLbl="revTx" presStyleIdx="2" presStyleCnt="5">
        <dgm:presLayoutVars>
          <dgm:chMax val="0"/>
          <dgm:chPref val="0"/>
        </dgm:presLayoutVars>
      </dgm:prSet>
      <dgm:spPr/>
    </dgm:pt>
    <dgm:pt modelId="{19AE16F1-1B30-46CD-8425-77A54FFDE076}" type="pres">
      <dgm:prSet presAssocID="{E9F11AC2-E328-4554-9F0E-A0FF735C0D71}" presName="sibTrans" presStyleCnt="0"/>
      <dgm:spPr/>
    </dgm:pt>
    <dgm:pt modelId="{33C7D5B9-B3A6-4C4C-AD30-7B0E0A4D8A51}" type="pres">
      <dgm:prSet presAssocID="{9662FAC0-8D2C-46A3-B3CE-2B89AA20FE08}" presName="compNode" presStyleCnt="0"/>
      <dgm:spPr/>
    </dgm:pt>
    <dgm:pt modelId="{C42E7F84-3FFB-4FFA-AD9E-E79194C97600}" type="pres">
      <dgm:prSet presAssocID="{9662FAC0-8D2C-46A3-B3CE-2B89AA20FE08}" presName="bgRect" presStyleLbl="bgShp" presStyleIdx="3" presStyleCnt="5"/>
      <dgm:spPr/>
    </dgm:pt>
    <dgm:pt modelId="{9FA6394C-69B2-46BE-B0B3-262480AC31A0}" type="pres">
      <dgm:prSet presAssocID="{9662FAC0-8D2C-46A3-B3CE-2B89AA20FE0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B8D93F5-83E4-4914-84B4-2A2729663CE5}" type="pres">
      <dgm:prSet presAssocID="{9662FAC0-8D2C-46A3-B3CE-2B89AA20FE08}" presName="spaceRect" presStyleCnt="0"/>
      <dgm:spPr/>
    </dgm:pt>
    <dgm:pt modelId="{7A26B1E0-5185-4C5F-85C1-F0364AFC45A2}" type="pres">
      <dgm:prSet presAssocID="{9662FAC0-8D2C-46A3-B3CE-2B89AA20FE08}" presName="parTx" presStyleLbl="revTx" presStyleIdx="3" presStyleCnt="5">
        <dgm:presLayoutVars>
          <dgm:chMax val="0"/>
          <dgm:chPref val="0"/>
        </dgm:presLayoutVars>
      </dgm:prSet>
      <dgm:spPr/>
    </dgm:pt>
    <dgm:pt modelId="{43014F42-A0B6-4B61-B108-35299DE9F907}" type="pres">
      <dgm:prSet presAssocID="{0733B803-DA56-4428-923D-1D576E170BE2}" presName="sibTrans" presStyleCnt="0"/>
      <dgm:spPr/>
    </dgm:pt>
    <dgm:pt modelId="{C5266E8B-E604-4C45-AE0E-C4C7AF8CD454}" type="pres">
      <dgm:prSet presAssocID="{91742F5C-D189-476C-A8D3-4B5DC1A05D45}" presName="compNode" presStyleCnt="0"/>
      <dgm:spPr/>
    </dgm:pt>
    <dgm:pt modelId="{6CB11B39-BDAD-468A-900E-BACA25F99031}" type="pres">
      <dgm:prSet presAssocID="{91742F5C-D189-476C-A8D3-4B5DC1A05D45}" presName="bgRect" presStyleLbl="bgShp" presStyleIdx="4" presStyleCnt="5"/>
      <dgm:spPr/>
    </dgm:pt>
    <dgm:pt modelId="{48357D98-F69C-4EBA-9681-4D2DB19E2EF6}" type="pres">
      <dgm:prSet presAssocID="{91742F5C-D189-476C-A8D3-4B5DC1A05D4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6332E3E-66D7-4150-B540-4A07960BAEC3}" type="pres">
      <dgm:prSet presAssocID="{91742F5C-D189-476C-A8D3-4B5DC1A05D45}" presName="spaceRect" presStyleCnt="0"/>
      <dgm:spPr/>
    </dgm:pt>
    <dgm:pt modelId="{9A9F0606-F863-4AC0-B8E8-6FDDC13B1562}" type="pres">
      <dgm:prSet presAssocID="{91742F5C-D189-476C-A8D3-4B5DC1A05D4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B806338-FC30-4C7F-8E49-78747427AA4C}" srcId="{31CEA001-A658-45AD-ADD6-9A78F90ABECD}" destId="{86108A2A-AA26-4851-B1D9-0EC2869C8B31}" srcOrd="0" destOrd="0" parTransId="{4979AB6C-44B3-407C-9ACB-A48AF64C2121}" sibTransId="{1C6284A8-E172-4FDF-9D8A-261FC4BA73BF}"/>
    <dgm:cxn modelId="{A08BE459-4B70-4EBE-A065-CF9E6A4212EF}" type="presOf" srcId="{9662FAC0-8D2C-46A3-B3CE-2B89AA20FE08}" destId="{7A26B1E0-5185-4C5F-85C1-F0364AFC45A2}" srcOrd="0" destOrd="0" presId="urn:microsoft.com/office/officeart/2018/2/layout/IconVerticalSolidList"/>
    <dgm:cxn modelId="{5668C48D-C247-454D-8A39-4EFE732E858A}" type="presOf" srcId="{86108A2A-AA26-4851-B1D9-0EC2869C8B31}" destId="{AD9A25E2-3722-4697-B285-81AE2A2C78CA}" srcOrd="0" destOrd="0" presId="urn:microsoft.com/office/officeart/2018/2/layout/IconVerticalSolidList"/>
    <dgm:cxn modelId="{AA83B59E-34BC-4A74-8F21-F0D91531C4D6}" srcId="{31CEA001-A658-45AD-ADD6-9A78F90ABECD}" destId="{D245530B-8476-4550-882F-A873F2A4E0BC}" srcOrd="2" destOrd="0" parTransId="{6FCDCAB9-8E5D-4878-89CD-1E38965B59AE}" sibTransId="{E9F11AC2-E328-4554-9F0E-A0FF735C0D71}"/>
    <dgm:cxn modelId="{C81214AA-8996-4ECC-857E-702442E73E70}" srcId="{31CEA001-A658-45AD-ADD6-9A78F90ABECD}" destId="{9D045337-DAC2-408B-9D4F-DA26254D0372}" srcOrd="1" destOrd="0" parTransId="{BE602A77-F1C8-4C64-B1C6-E53C14B15A98}" sibTransId="{7EFF9075-8636-49FF-91F3-B2770490B298}"/>
    <dgm:cxn modelId="{28FB8DBD-315A-4E49-A2B2-6A3242AE1344}" type="presOf" srcId="{D245530B-8476-4550-882F-A873F2A4E0BC}" destId="{8C0B01C3-4249-4636-B738-94C3B9B0C323}" srcOrd="0" destOrd="0" presId="urn:microsoft.com/office/officeart/2018/2/layout/IconVerticalSolidList"/>
    <dgm:cxn modelId="{9F06D6E1-12CF-4912-A565-94CF2FD576E3}" srcId="{31CEA001-A658-45AD-ADD6-9A78F90ABECD}" destId="{9662FAC0-8D2C-46A3-B3CE-2B89AA20FE08}" srcOrd="3" destOrd="0" parTransId="{3F006046-B87F-43F3-87E0-1F96DF76ABD5}" sibTransId="{0733B803-DA56-4428-923D-1D576E170BE2}"/>
    <dgm:cxn modelId="{255FA9E2-C9FC-4CE6-816F-8DDC8CDC1805}" srcId="{31CEA001-A658-45AD-ADD6-9A78F90ABECD}" destId="{91742F5C-D189-476C-A8D3-4B5DC1A05D45}" srcOrd="4" destOrd="0" parTransId="{D3385007-33AA-43C9-B7B9-D7B33DBC21DC}" sibTransId="{6214AF9F-9D59-4E2A-9452-AAAFD60CE7AC}"/>
    <dgm:cxn modelId="{95C6A0E6-1DB2-413A-84E9-065729E81254}" type="presOf" srcId="{9D045337-DAC2-408B-9D4F-DA26254D0372}" destId="{11836A25-AD36-4D54-90F2-B533081E2370}" srcOrd="0" destOrd="0" presId="urn:microsoft.com/office/officeart/2018/2/layout/IconVerticalSolidList"/>
    <dgm:cxn modelId="{7BF4A7F3-EA61-42F1-B73E-64E343450ED3}" type="presOf" srcId="{31CEA001-A658-45AD-ADD6-9A78F90ABECD}" destId="{40E03B3F-AFD6-4B4B-852B-C4D935568908}" srcOrd="0" destOrd="0" presId="urn:microsoft.com/office/officeart/2018/2/layout/IconVerticalSolidList"/>
    <dgm:cxn modelId="{FC6F6DF8-E65C-43CC-B976-B47744A1BC8A}" type="presOf" srcId="{91742F5C-D189-476C-A8D3-4B5DC1A05D45}" destId="{9A9F0606-F863-4AC0-B8E8-6FDDC13B1562}" srcOrd="0" destOrd="0" presId="urn:microsoft.com/office/officeart/2018/2/layout/IconVerticalSolidList"/>
    <dgm:cxn modelId="{A870DFD0-5BCA-4317-B049-D50F116A4124}" type="presParOf" srcId="{40E03B3F-AFD6-4B4B-852B-C4D935568908}" destId="{314EE6AE-A916-432D-9EC5-7AB3632A1164}" srcOrd="0" destOrd="0" presId="urn:microsoft.com/office/officeart/2018/2/layout/IconVerticalSolidList"/>
    <dgm:cxn modelId="{DA1EEE8E-1725-45D3-897D-4BE5EDEE009E}" type="presParOf" srcId="{314EE6AE-A916-432D-9EC5-7AB3632A1164}" destId="{0F79FC40-8134-4C5B-8206-D695F21F2584}" srcOrd="0" destOrd="0" presId="urn:microsoft.com/office/officeart/2018/2/layout/IconVerticalSolidList"/>
    <dgm:cxn modelId="{02AFB86A-7C6A-451C-AAA3-D010421FBEEE}" type="presParOf" srcId="{314EE6AE-A916-432D-9EC5-7AB3632A1164}" destId="{7FD589ED-7444-4641-B318-829C1EF9C6C5}" srcOrd="1" destOrd="0" presId="urn:microsoft.com/office/officeart/2018/2/layout/IconVerticalSolidList"/>
    <dgm:cxn modelId="{92F1A997-11A7-439B-B036-C1F84EF41C2D}" type="presParOf" srcId="{314EE6AE-A916-432D-9EC5-7AB3632A1164}" destId="{02285EBF-CE8F-410F-B27E-365F36693DD2}" srcOrd="2" destOrd="0" presId="urn:microsoft.com/office/officeart/2018/2/layout/IconVerticalSolidList"/>
    <dgm:cxn modelId="{AD2F1F91-6ED3-493D-AF90-50C1AC6F50EC}" type="presParOf" srcId="{314EE6AE-A916-432D-9EC5-7AB3632A1164}" destId="{AD9A25E2-3722-4697-B285-81AE2A2C78CA}" srcOrd="3" destOrd="0" presId="urn:microsoft.com/office/officeart/2018/2/layout/IconVerticalSolidList"/>
    <dgm:cxn modelId="{2045E071-BA21-4AB2-8A67-1857C52DBADB}" type="presParOf" srcId="{40E03B3F-AFD6-4B4B-852B-C4D935568908}" destId="{1B6A11C0-3091-419B-9C65-D8D001BE8B10}" srcOrd="1" destOrd="0" presId="urn:microsoft.com/office/officeart/2018/2/layout/IconVerticalSolidList"/>
    <dgm:cxn modelId="{70A7986B-B6F4-4C06-BA2E-E986DBBDDA18}" type="presParOf" srcId="{40E03B3F-AFD6-4B4B-852B-C4D935568908}" destId="{25194FA2-B3FF-42F0-ADD3-F08ED61A9D5D}" srcOrd="2" destOrd="0" presId="urn:microsoft.com/office/officeart/2018/2/layout/IconVerticalSolidList"/>
    <dgm:cxn modelId="{AB4D5028-D73D-49DE-839B-F5A8E2AA7A70}" type="presParOf" srcId="{25194FA2-B3FF-42F0-ADD3-F08ED61A9D5D}" destId="{E1E96DA5-5C83-4605-99F3-CB38A349F99C}" srcOrd="0" destOrd="0" presId="urn:microsoft.com/office/officeart/2018/2/layout/IconVerticalSolidList"/>
    <dgm:cxn modelId="{771215EE-8733-4036-ABBD-27D5BD03E6F4}" type="presParOf" srcId="{25194FA2-B3FF-42F0-ADD3-F08ED61A9D5D}" destId="{D57F0349-4328-4DEA-9C1F-3E35D22A807A}" srcOrd="1" destOrd="0" presId="urn:microsoft.com/office/officeart/2018/2/layout/IconVerticalSolidList"/>
    <dgm:cxn modelId="{AAB5DB82-FB52-41EC-93A5-1E24A8D2E2D2}" type="presParOf" srcId="{25194FA2-B3FF-42F0-ADD3-F08ED61A9D5D}" destId="{2038F308-E54E-4977-97EB-DD024BE8BB4C}" srcOrd="2" destOrd="0" presId="urn:microsoft.com/office/officeart/2018/2/layout/IconVerticalSolidList"/>
    <dgm:cxn modelId="{5DE5FEE2-07AF-4B9B-B24B-B8A5A7F0C082}" type="presParOf" srcId="{25194FA2-B3FF-42F0-ADD3-F08ED61A9D5D}" destId="{11836A25-AD36-4D54-90F2-B533081E2370}" srcOrd="3" destOrd="0" presId="urn:microsoft.com/office/officeart/2018/2/layout/IconVerticalSolidList"/>
    <dgm:cxn modelId="{F7676309-08A1-47D8-AC0A-938AF5AED837}" type="presParOf" srcId="{40E03B3F-AFD6-4B4B-852B-C4D935568908}" destId="{26A92775-ABD2-4B1B-B471-71AAD41C7890}" srcOrd="3" destOrd="0" presId="urn:microsoft.com/office/officeart/2018/2/layout/IconVerticalSolidList"/>
    <dgm:cxn modelId="{C3C65CE0-7E73-4CB1-AA55-D6DDB949FFAB}" type="presParOf" srcId="{40E03B3F-AFD6-4B4B-852B-C4D935568908}" destId="{ED6748AD-C13B-476B-8278-7CB30505FA9E}" srcOrd="4" destOrd="0" presId="urn:microsoft.com/office/officeart/2018/2/layout/IconVerticalSolidList"/>
    <dgm:cxn modelId="{27BCFBD1-1D29-4A8A-9AC0-B62A07D20A0A}" type="presParOf" srcId="{ED6748AD-C13B-476B-8278-7CB30505FA9E}" destId="{C4A42B06-3B3B-4EE5-9339-2FC4A0D20B01}" srcOrd="0" destOrd="0" presId="urn:microsoft.com/office/officeart/2018/2/layout/IconVerticalSolidList"/>
    <dgm:cxn modelId="{E1450A62-2FB7-4BC6-963F-8062D85F371D}" type="presParOf" srcId="{ED6748AD-C13B-476B-8278-7CB30505FA9E}" destId="{8AE43B52-7417-4D72-AA19-DD8B56156351}" srcOrd="1" destOrd="0" presId="urn:microsoft.com/office/officeart/2018/2/layout/IconVerticalSolidList"/>
    <dgm:cxn modelId="{D44D7450-1A96-4B5F-BBA4-0756ADD2C58C}" type="presParOf" srcId="{ED6748AD-C13B-476B-8278-7CB30505FA9E}" destId="{72D45080-747E-4EBD-8526-1D20B0F5C215}" srcOrd="2" destOrd="0" presId="urn:microsoft.com/office/officeart/2018/2/layout/IconVerticalSolidList"/>
    <dgm:cxn modelId="{C94D9C45-105D-4A80-911D-F3E98A22FC3A}" type="presParOf" srcId="{ED6748AD-C13B-476B-8278-7CB30505FA9E}" destId="{8C0B01C3-4249-4636-B738-94C3B9B0C323}" srcOrd="3" destOrd="0" presId="urn:microsoft.com/office/officeart/2018/2/layout/IconVerticalSolidList"/>
    <dgm:cxn modelId="{0AC7A69A-684E-4B19-A1FF-C0AB60713DB5}" type="presParOf" srcId="{40E03B3F-AFD6-4B4B-852B-C4D935568908}" destId="{19AE16F1-1B30-46CD-8425-77A54FFDE076}" srcOrd="5" destOrd="0" presId="urn:microsoft.com/office/officeart/2018/2/layout/IconVerticalSolidList"/>
    <dgm:cxn modelId="{F906D11F-B22B-4487-9EC4-F7832891D02C}" type="presParOf" srcId="{40E03B3F-AFD6-4B4B-852B-C4D935568908}" destId="{33C7D5B9-B3A6-4C4C-AD30-7B0E0A4D8A51}" srcOrd="6" destOrd="0" presId="urn:microsoft.com/office/officeart/2018/2/layout/IconVerticalSolidList"/>
    <dgm:cxn modelId="{3DD39D4D-8A13-419F-A09A-1F96A08BC461}" type="presParOf" srcId="{33C7D5B9-B3A6-4C4C-AD30-7B0E0A4D8A51}" destId="{C42E7F84-3FFB-4FFA-AD9E-E79194C97600}" srcOrd="0" destOrd="0" presId="urn:microsoft.com/office/officeart/2018/2/layout/IconVerticalSolidList"/>
    <dgm:cxn modelId="{71F3F1E2-C0C0-42B2-BFB8-D9E73D5F140A}" type="presParOf" srcId="{33C7D5B9-B3A6-4C4C-AD30-7B0E0A4D8A51}" destId="{9FA6394C-69B2-46BE-B0B3-262480AC31A0}" srcOrd="1" destOrd="0" presId="urn:microsoft.com/office/officeart/2018/2/layout/IconVerticalSolidList"/>
    <dgm:cxn modelId="{6FFD214C-F7F7-4C71-BD75-2677B47F805A}" type="presParOf" srcId="{33C7D5B9-B3A6-4C4C-AD30-7B0E0A4D8A51}" destId="{4B8D93F5-83E4-4914-84B4-2A2729663CE5}" srcOrd="2" destOrd="0" presId="urn:microsoft.com/office/officeart/2018/2/layout/IconVerticalSolidList"/>
    <dgm:cxn modelId="{4F6A99E8-A3C0-49D6-AF33-2D1985722D62}" type="presParOf" srcId="{33C7D5B9-B3A6-4C4C-AD30-7B0E0A4D8A51}" destId="{7A26B1E0-5185-4C5F-85C1-F0364AFC45A2}" srcOrd="3" destOrd="0" presId="urn:microsoft.com/office/officeart/2018/2/layout/IconVerticalSolidList"/>
    <dgm:cxn modelId="{EF67AC09-0879-4550-BA21-F1B7CD1FE8A1}" type="presParOf" srcId="{40E03B3F-AFD6-4B4B-852B-C4D935568908}" destId="{43014F42-A0B6-4B61-B108-35299DE9F907}" srcOrd="7" destOrd="0" presId="urn:microsoft.com/office/officeart/2018/2/layout/IconVerticalSolidList"/>
    <dgm:cxn modelId="{798F3871-EC42-4A49-9E57-9313EFDE031F}" type="presParOf" srcId="{40E03B3F-AFD6-4B4B-852B-C4D935568908}" destId="{C5266E8B-E604-4C45-AE0E-C4C7AF8CD454}" srcOrd="8" destOrd="0" presId="urn:microsoft.com/office/officeart/2018/2/layout/IconVerticalSolidList"/>
    <dgm:cxn modelId="{6F404DD8-32AB-4E6A-9C10-1FE1D81840D6}" type="presParOf" srcId="{C5266E8B-E604-4C45-AE0E-C4C7AF8CD454}" destId="{6CB11B39-BDAD-468A-900E-BACA25F99031}" srcOrd="0" destOrd="0" presId="urn:microsoft.com/office/officeart/2018/2/layout/IconVerticalSolidList"/>
    <dgm:cxn modelId="{5FE98D6E-3A6B-49C6-977A-924A30EB0BC8}" type="presParOf" srcId="{C5266E8B-E604-4C45-AE0E-C4C7AF8CD454}" destId="{48357D98-F69C-4EBA-9681-4D2DB19E2EF6}" srcOrd="1" destOrd="0" presId="urn:microsoft.com/office/officeart/2018/2/layout/IconVerticalSolidList"/>
    <dgm:cxn modelId="{C84662A5-3329-4C36-B6EE-8D62A5C6F183}" type="presParOf" srcId="{C5266E8B-E604-4C45-AE0E-C4C7AF8CD454}" destId="{46332E3E-66D7-4150-B540-4A07960BAEC3}" srcOrd="2" destOrd="0" presId="urn:microsoft.com/office/officeart/2018/2/layout/IconVerticalSolidList"/>
    <dgm:cxn modelId="{7D98867F-74F6-47FA-91BE-FBE57EFF0BBE}" type="presParOf" srcId="{C5266E8B-E604-4C45-AE0E-C4C7AF8CD454}" destId="{9A9F0606-F863-4AC0-B8E8-6FDDC13B15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C7D2F7E-6035-400B-97E9-944981FB179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3297702-F0DE-4B46-8434-4F7587FCDDEE}">
      <dgm:prSet/>
      <dgm:spPr/>
      <dgm:t>
        <a:bodyPr/>
        <a:lstStyle/>
        <a:p>
          <a:r>
            <a:rPr lang="en-US"/>
            <a:t>You are SOC analyst.</a:t>
          </a:r>
        </a:p>
      </dgm:t>
    </dgm:pt>
    <dgm:pt modelId="{03DCB7BA-4C87-4DB4-B514-8E6543DB8EFB}" type="parTrans" cxnId="{A139A15B-1722-483F-A153-AE694599A9A8}">
      <dgm:prSet/>
      <dgm:spPr/>
      <dgm:t>
        <a:bodyPr/>
        <a:lstStyle/>
        <a:p>
          <a:endParaRPr lang="en-US"/>
        </a:p>
      </dgm:t>
    </dgm:pt>
    <dgm:pt modelId="{D9999918-4898-4BC1-AAE9-D3F7F1B54AAE}" type="sibTrans" cxnId="{A139A15B-1722-483F-A153-AE694599A9A8}">
      <dgm:prSet/>
      <dgm:spPr/>
      <dgm:t>
        <a:bodyPr/>
        <a:lstStyle/>
        <a:p>
          <a:endParaRPr lang="en-US"/>
        </a:p>
      </dgm:t>
    </dgm:pt>
    <dgm:pt modelId="{6A37FA20-0012-40FB-94AC-C5523F1BD57F}">
      <dgm:prSet/>
      <dgm:spPr/>
      <dgm:t>
        <a:bodyPr/>
        <a:lstStyle/>
        <a:p>
          <a:r>
            <a:rPr lang="en-US"/>
            <a:t>Alert shows unusual login from foreign location.</a:t>
          </a:r>
        </a:p>
      </dgm:t>
    </dgm:pt>
    <dgm:pt modelId="{1D9E0B61-5D9A-4D3B-8B77-7C63E7298088}" type="parTrans" cxnId="{BC2E9433-73A0-4462-89D7-F2E3BFD87127}">
      <dgm:prSet/>
      <dgm:spPr/>
      <dgm:t>
        <a:bodyPr/>
        <a:lstStyle/>
        <a:p>
          <a:endParaRPr lang="en-US"/>
        </a:p>
      </dgm:t>
    </dgm:pt>
    <dgm:pt modelId="{963E68EE-823E-4AF3-AE04-495F3C0106C9}" type="sibTrans" cxnId="{BC2E9433-73A0-4462-89D7-F2E3BFD87127}">
      <dgm:prSet/>
      <dgm:spPr/>
      <dgm:t>
        <a:bodyPr/>
        <a:lstStyle/>
        <a:p>
          <a:endParaRPr lang="en-US"/>
        </a:p>
      </dgm:t>
    </dgm:pt>
    <dgm:pt modelId="{CFB611AC-DA8D-47F8-A9F1-2584B8F04C02}">
      <dgm:prSet/>
      <dgm:spPr/>
      <dgm:t>
        <a:bodyPr/>
        <a:lstStyle/>
        <a:p>
          <a:r>
            <a:rPr lang="en-US" dirty="0"/>
            <a:t>Explain this to your manager in 30 seconds.</a:t>
          </a:r>
        </a:p>
      </dgm:t>
    </dgm:pt>
    <dgm:pt modelId="{BF52A9F7-1EB5-4256-9D16-80C222F7427B}" type="parTrans" cxnId="{489E9F6A-F635-490B-9856-E9D45DF7E4C7}">
      <dgm:prSet/>
      <dgm:spPr/>
      <dgm:t>
        <a:bodyPr/>
        <a:lstStyle/>
        <a:p>
          <a:endParaRPr lang="en-US"/>
        </a:p>
      </dgm:t>
    </dgm:pt>
    <dgm:pt modelId="{E29B1519-0C41-4B84-A19E-D0BF394CA41C}" type="sibTrans" cxnId="{489E9F6A-F635-490B-9856-E9D45DF7E4C7}">
      <dgm:prSet/>
      <dgm:spPr/>
      <dgm:t>
        <a:bodyPr/>
        <a:lstStyle/>
        <a:p>
          <a:endParaRPr lang="en-US"/>
        </a:p>
      </dgm:t>
    </dgm:pt>
    <dgm:pt modelId="{58CF9178-8843-445F-BFD7-44D63741EB85}">
      <dgm:prSet/>
      <dgm:spPr/>
      <dgm:t>
        <a:bodyPr/>
        <a:lstStyle/>
        <a:p>
          <a:r>
            <a:rPr lang="en-US"/>
            <a:t>Include:</a:t>
          </a:r>
        </a:p>
      </dgm:t>
    </dgm:pt>
    <dgm:pt modelId="{6AE22F84-D779-4D65-A9D0-47B1519CE5D2}" type="parTrans" cxnId="{E396DEBA-B051-45FF-A3E8-92A68AAE6B34}">
      <dgm:prSet/>
      <dgm:spPr/>
      <dgm:t>
        <a:bodyPr/>
        <a:lstStyle/>
        <a:p>
          <a:endParaRPr lang="en-US"/>
        </a:p>
      </dgm:t>
    </dgm:pt>
    <dgm:pt modelId="{760C9BAC-3D62-40F0-A479-82EE2CB5D22C}" type="sibTrans" cxnId="{E396DEBA-B051-45FF-A3E8-92A68AAE6B34}">
      <dgm:prSet/>
      <dgm:spPr/>
      <dgm:t>
        <a:bodyPr/>
        <a:lstStyle/>
        <a:p>
          <a:endParaRPr lang="en-US"/>
        </a:p>
      </dgm:t>
    </dgm:pt>
    <dgm:pt modelId="{EE884E23-1B49-4A43-9609-B2D657B47F24}">
      <dgm:prSet/>
      <dgm:spPr/>
      <dgm:t>
        <a:bodyPr/>
        <a:lstStyle/>
        <a:p>
          <a:r>
            <a:rPr lang="en-US"/>
            <a:t>• What happened</a:t>
          </a:r>
        </a:p>
      </dgm:t>
    </dgm:pt>
    <dgm:pt modelId="{2240F1F4-9C73-4D54-98AB-137B53BA0C6F}" type="parTrans" cxnId="{7E0B1A7D-C0F4-41D7-8B58-492B914855F2}">
      <dgm:prSet/>
      <dgm:spPr/>
      <dgm:t>
        <a:bodyPr/>
        <a:lstStyle/>
        <a:p>
          <a:endParaRPr lang="en-US"/>
        </a:p>
      </dgm:t>
    </dgm:pt>
    <dgm:pt modelId="{076DB28C-7A4E-4C00-8430-0B1605C146EB}" type="sibTrans" cxnId="{7E0B1A7D-C0F4-41D7-8B58-492B914855F2}">
      <dgm:prSet/>
      <dgm:spPr/>
      <dgm:t>
        <a:bodyPr/>
        <a:lstStyle/>
        <a:p>
          <a:endParaRPr lang="en-US"/>
        </a:p>
      </dgm:t>
    </dgm:pt>
    <dgm:pt modelId="{A5F0B9C9-DD1B-452D-B8AA-8E7F10FFFF3E}">
      <dgm:prSet/>
      <dgm:spPr/>
      <dgm:t>
        <a:bodyPr/>
        <a:lstStyle/>
        <a:p>
          <a:r>
            <a:rPr lang="en-US"/>
            <a:t>• Why it matters</a:t>
          </a:r>
        </a:p>
      </dgm:t>
    </dgm:pt>
    <dgm:pt modelId="{2828F3CB-385C-4307-88E9-B4A1915B9AB5}" type="parTrans" cxnId="{5F583063-44DD-401D-A1F3-7E1A732E56AE}">
      <dgm:prSet/>
      <dgm:spPr/>
      <dgm:t>
        <a:bodyPr/>
        <a:lstStyle/>
        <a:p>
          <a:endParaRPr lang="en-US"/>
        </a:p>
      </dgm:t>
    </dgm:pt>
    <dgm:pt modelId="{F9C1C93F-D888-4FED-8231-5D0A00944CB8}" type="sibTrans" cxnId="{5F583063-44DD-401D-A1F3-7E1A732E56AE}">
      <dgm:prSet/>
      <dgm:spPr/>
      <dgm:t>
        <a:bodyPr/>
        <a:lstStyle/>
        <a:p>
          <a:endParaRPr lang="en-US"/>
        </a:p>
      </dgm:t>
    </dgm:pt>
    <dgm:pt modelId="{407AD5F6-4DEF-4E59-84CA-D2164740F2EE}">
      <dgm:prSet/>
      <dgm:spPr/>
      <dgm:t>
        <a:bodyPr/>
        <a:lstStyle/>
        <a:p>
          <a:r>
            <a:rPr lang="en-US"/>
            <a:t>• What should be done</a:t>
          </a:r>
        </a:p>
      </dgm:t>
    </dgm:pt>
    <dgm:pt modelId="{EC74FAF4-7930-4490-900A-CF500CCDA17B}" type="parTrans" cxnId="{E17EF696-DD1B-4E45-A1A2-F1936C5AE4D3}">
      <dgm:prSet/>
      <dgm:spPr/>
      <dgm:t>
        <a:bodyPr/>
        <a:lstStyle/>
        <a:p>
          <a:endParaRPr lang="en-US"/>
        </a:p>
      </dgm:t>
    </dgm:pt>
    <dgm:pt modelId="{7C909615-CD44-4C1D-A208-2093FE6294EF}" type="sibTrans" cxnId="{E17EF696-DD1B-4E45-A1A2-F1936C5AE4D3}">
      <dgm:prSet/>
      <dgm:spPr/>
      <dgm:t>
        <a:bodyPr/>
        <a:lstStyle/>
        <a:p>
          <a:endParaRPr lang="en-US"/>
        </a:p>
      </dgm:t>
    </dgm:pt>
    <dgm:pt modelId="{63989DDF-22FE-4432-A06F-8B5BFF523E0D}" type="pres">
      <dgm:prSet presAssocID="{7C7D2F7E-6035-400B-97E9-944981FB1792}" presName="diagram" presStyleCnt="0">
        <dgm:presLayoutVars>
          <dgm:dir/>
          <dgm:resizeHandles val="exact"/>
        </dgm:presLayoutVars>
      </dgm:prSet>
      <dgm:spPr/>
    </dgm:pt>
    <dgm:pt modelId="{4B2C216B-A56C-4EB7-896C-031D0CD5C2C5}" type="pres">
      <dgm:prSet presAssocID="{93297702-F0DE-4B46-8434-4F7587FCDDEE}" presName="node" presStyleLbl="node1" presStyleIdx="0" presStyleCnt="7">
        <dgm:presLayoutVars>
          <dgm:bulletEnabled val="1"/>
        </dgm:presLayoutVars>
      </dgm:prSet>
      <dgm:spPr/>
    </dgm:pt>
    <dgm:pt modelId="{D575A375-44D9-468C-9DD7-48C92EE2B688}" type="pres">
      <dgm:prSet presAssocID="{D9999918-4898-4BC1-AAE9-D3F7F1B54AAE}" presName="sibTrans" presStyleCnt="0"/>
      <dgm:spPr/>
    </dgm:pt>
    <dgm:pt modelId="{E804F54F-1428-4A53-93D0-C5B7EB351229}" type="pres">
      <dgm:prSet presAssocID="{6A37FA20-0012-40FB-94AC-C5523F1BD57F}" presName="node" presStyleLbl="node1" presStyleIdx="1" presStyleCnt="7">
        <dgm:presLayoutVars>
          <dgm:bulletEnabled val="1"/>
        </dgm:presLayoutVars>
      </dgm:prSet>
      <dgm:spPr/>
    </dgm:pt>
    <dgm:pt modelId="{A89776FB-BADE-4290-8392-26D214125C00}" type="pres">
      <dgm:prSet presAssocID="{963E68EE-823E-4AF3-AE04-495F3C0106C9}" presName="sibTrans" presStyleCnt="0"/>
      <dgm:spPr/>
    </dgm:pt>
    <dgm:pt modelId="{847D80DC-49A5-4434-8B15-CA14FB58EF46}" type="pres">
      <dgm:prSet presAssocID="{CFB611AC-DA8D-47F8-A9F1-2584B8F04C02}" presName="node" presStyleLbl="node1" presStyleIdx="2" presStyleCnt="7" custLinFactNeighborX="-1781" custLinFactNeighborY="1280">
        <dgm:presLayoutVars>
          <dgm:bulletEnabled val="1"/>
        </dgm:presLayoutVars>
      </dgm:prSet>
      <dgm:spPr/>
    </dgm:pt>
    <dgm:pt modelId="{C6ECEF9D-79D5-4758-A683-A6816D366CE5}" type="pres">
      <dgm:prSet presAssocID="{E29B1519-0C41-4B84-A19E-D0BF394CA41C}" presName="sibTrans" presStyleCnt="0"/>
      <dgm:spPr/>
    </dgm:pt>
    <dgm:pt modelId="{84979C6F-F9BF-4DF2-A487-03A9BBCF6EEC}" type="pres">
      <dgm:prSet presAssocID="{58CF9178-8843-445F-BFD7-44D63741EB85}" presName="node" presStyleLbl="node1" presStyleIdx="3" presStyleCnt="7">
        <dgm:presLayoutVars>
          <dgm:bulletEnabled val="1"/>
        </dgm:presLayoutVars>
      </dgm:prSet>
      <dgm:spPr/>
    </dgm:pt>
    <dgm:pt modelId="{13DC8856-C06F-4A3B-B259-234D5D328436}" type="pres">
      <dgm:prSet presAssocID="{760C9BAC-3D62-40F0-A479-82EE2CB5D22C}" presName="sibTrans" presStyleCnt="0"/>
      <dgm:spPr/>
    </dgm:pt>
    <dgm:pt modelId="{AD31F828-611D-4209-8DA8-D11798BA57B5}" type="pres">
      <dgm:prSet presAssocID="{EE884E23-1B49-4A43-9609-B2D657B47F24}" presName="node" presStyleLbl="node1" presStyleIdx="4" presStyleCnt="7">
        <dgm:presLayoutVars>
          <dgm:bulletEnabled val="1"/>
        </dgm:presLayoutVars>
      </dgm:prSet>
      <dgm:spPr/>
    </dgm:pt>
    <dgm:pt modelId="{314DA5B4-F931-45FC-9748-CDCA763FE71A}" type="pres">
      <dgm:prSet presAssocID="{076DB28C-7A4E-4C00-8430-0B1605C146EB}" presName="sibTrans" presStyleCnt="0"/>
      <dgm:spPr/>
    </dgm:pt>
    <dgm:pt modelId="{5E942E46-3935-4DD8-8CEA-5CD0331858AB}" type="pres">
      <dgm:prSet presAssocID="{A5F0B9C9-DD1B-452D-B8AA-8E7F10FFFF3E}" presName="node" presStyleLbl="node1" presStyleIdx="5" presStyleCnt="7">
        <dgm:presLayoutVars>
          <dgm:bulletEnabled val="1"/>
        </dgm:presLayoutVars>
      </dgm:prSet>
      <dgm:spPr/>
    </dgm:pt>
    <dgm:pt modelId="{326823FB-3479-4258-BEDA-77EAB0541954}" type="pres">
      <dgm:prSet presAssocID="{F9C1C93F-D888-4FED-8231-5D0A00944CB8}" presName="sibTrans" presStyleCnt="0"/>
      <dgm:spPr/>
    </dgm:pt>
    <dgm:pt modelId="{BE2564A5-A7C0-482C-91A6-349DE27386A5}" type="pres">
      <dgm:prSet presAssocID="{407AD5F6-4DEF-4E59-84CA-D2164740F2EE}" presName="node" presStyleLbl="node1" presStyleIdx="6" presStyleCnt="7">
        <dgm:presLayoutVars>
          <dgm:bulletEnabled val="1"/>
        </dgm:presLayoutVars>
      </dgm:prSet>
      <dgm:spPr/>
    </dgm:pt>
  </dgm:ptLst>
  <dgm:cxnLst>
    <dgm:cxn modelId="{807EE615-3C54-40EA-BFCE-98E59BFF054F}" type="presOf" srcId="{407AD5F6-4DEF-4E59-84CA-D2164740F2EE}" destId="{BE2564A5-A7C0-482C-91A6-349DE27386A5}" srcOrd="0" destOrd="0" presId="urn:microsoft.com/office/officeart/2005/8/layout/default"/>
    <dgm:cxn modelId="{560B8926-AE0B-47B2-A217-9C71E73B5DBE}" type="presOf" srcId="{CFB611AC-DA8D-47F8-A9F1-2584B8F04C02}" destId="{847D80DC-49A5-4434-8B15-CA14FB58EF46}" srcOrd="0" destOrd="0" presId="urn:microsoft.com/office/officeart/2005/8/layout/default"/>
    <dgm:cxn modelId="{DA79132D-4E43-43F7-B4D5-DCA4421EFC4B}" type="presOf" srcId="{7C7D2F7E-6035-400B-97E9-944981FB1792}" destId="{63989DDF-22FE-4432-A06F-8B5BFF523E0D}" srcOrd="0" destOrd="0" presId="urn:microsoft.com/office/officeart/2005/8/layout/default"/>
    <dgm:cxn modelId="{BC2E9433-73A0-4462-89D7-F2E3BFD87127}" srcId="{7C7D2F7E-6035-400B-97E9-944981FB1792}" destId="{6A37FA20-0012-40FB-94AC-C5523F1BD57F}" srcOrd="1" destOrd="0" parTransId="{1D9E0B61-5D9A-4D3B-8B77-7C63E7298088}" sibTransId="{963E68EE-823E-4AF3-AE04-495F3C0106C9}"/>
    <dgm:cxn modelId="{A139A15B-1722-483F-A153-AE694599A9A8}" srcId="{7C7D2F7E-6035-400B-97E9-944981FB1792}" destId="{93297702-F0DE-4B46-8434-4F7587FCDDEE}" srcOrd="0" destOrd="0" parTransId="{03DCB7BA-4C87-4DB4-B514-8E6543DB8EFB}" sibTransId="{D9999918-4898-4BC1-AAE9-D3F7F1B54AAE}"/>
    <dgm:cxn modelId="{5F583063-44DD-401D-A1F3-7E1A732E56AE}" srcId="{7C7D2F7E-6035-400B-97E9-944981FB1792}" destId="{A5F0B9C9-DD1B-452D-B8AA-8E7F10FFFF3E}" srcOrd="5" destOrd="0" parTransId="{2828F3CB-385C-4307-88E9-B4A1915B9AB5}" sibTransId="{F9C1C93F-D888-4FED-8231-5D0A00944CB8}"/>
    <dgm:cxn modelId="{489E9F6A-F635-490B-9856-E9D45DF7E4C7}" srcId="{7C7D2F7E-6035-400B-97E9-944981FB1792}" destId="{CFB611AC-DA8D-47F8-A9F1-2584B8F04C02}" srcOrd="2" destOrd="0" parTransId="{BF52A9F7-1EB5-4256-9D16-80C222F7427B}" sibTransId="{E29B1519-0C41-4B84-A19E-D0BF394CA41C}"/>
    <dgm:cxn modelId="{7E0B1A7D-C0F4-41D7-8B58-492B914855F2}" srcId="{7C7D2F7E-6035-400B-97E9-944981FB1792}" destId="{EE884E23-1B49-4A43-9609-B2D657B47F24}" srcOrd="4" destOrd="0" parTransId="{2240F1F4-9C73-4D54-98AB-137B53BA0C6F}" sibTransId="{076DB28C-7A4E-4C00-8430-0B1605C146EB}"/>
    <dgm:cxn modelId="{E17EF696-DD1B-4E45-A1A2-F1936C5AE4D3}" srcId="{7C7D2F7E-6035-400B-97E9-944981FB1792}" destId="{407AD5F6-4DEF-4E59-84CA-D2164740F2EE}" srcOrd="6" destOrd="0" parTransId="{EC74FAF4-7930-4490-900A-CF500CCDA17B}" sibTransId="{7C909615-CD44-4C1D-A208-2093FE6294EF}"/>
    <dgm:cxn modelId="{019C3FA4-8A25-46DC-AE1A-73C7E333E329}" type="presOf" srcId="{A5F0B9C9-DD1B-452D-B8AA-8E7F10FFFF3E}" destId="{5E942E46-3935-4DD8-8CEA-5CD0331858AB}" srcOrd="0" destOrd="0" presId="urn:microsoft.com/office/officeart/2005/8/layout/default"/>
    <dgm:cxn modelId="{8C4C58B0-11FA-427D-8352-1C84D7788F92}" type="presOf" srcId="{93297702-F0DE-4B46-8434-4F7587FCDDEE}" destId="{4B2C216B-A56C-4EB7-896C-031D0CD5C2C5}" srcOrd="0" destOrd="0" presId="urn:microsoft.com/office/officeart/2005/8/layout/default"/>
    <dgm:cxn modelId="{E396DEBA-B051-45FF-A3E8-92A68AAE6B34}" srcId="{7C7D2F7E-6035-400B-97E9-944981FB1792}" destId="{58CF9178-8843-445F-BFD7-44D63741EB85}" srcOrd="3" destOrd="0" parTransId="{6AE22F84-D779-4D65-A9D0-47B1519CE5D2}" sibTransId="{760C9BAC-3D62-40F0-A479-82EE2CB5D22C}"/>
    <dgm:cxn modelId="{3829B6C5-32CA-4C0A-B3FE-9D4916736702}" type="presOf" srcId="{58CF9178-8843-445F-BFD7-44D63741EB85}" destId="{84979C6F-F9BF-4DF2-A487-03A9BBCF6EEC}" srcOrd="0" destOrd="0" presId="urn:microsoft.com/office/officeart/2005/8/layout/default"/>
    <dgm:cxn modelId="{AECC3ED5-B31C-4421-9C69-AF4530762EF2}" type="presOf" srcId="{6A37FA20-0012-40FB-94AC-C5523F1BD57F}" destId="{E804F54F-1428-4A53-93D0-C5B7EB351229}" srcOrd="0" destOrd="0" presId="urn:microsoft.com/office/officeart/2005/8/layout/default"/>
    <dgm:cxn modelId="{A4E850EF-1E9B-4B71-81F1-A2E6CA12C364}" type="presOf" srcId="{EE884E23-1B49-4A43-9609-B2D657B47F24}" destId="{AD31F828-611D-4209-8DA8-D11798BA57B5}" srcOrd="0" destOrd="0" presId="urn:microsoft.com/office/officeart/2005/8/layout/default"/>
    <dgm:cxn modelId="{BDE09025-D27D-4783-BCBA-91F04724162E}" type="presParOf" srcId="{63989DDF-22FE-4432-A06F-8B5BFF523E0D}" destId="{4B2C216B-A56C-4EB7-896C-031D0CD5C2C5}" srcOrd="0" destOrd="0" presId="urn:microsoft.com/office/officeart/2005/8/layout/default"/>
    <dgm:cxn modelId="{2B99BB8F-2494-4604-A9AE-36106CDD1CAD}" type="presParOf" srcId="{63989DDF-22FE-4432-A06F-8B5BFF523E0D}" destId="{D575A375-44D9-468C-9DD7-48C92EE2B688}" srcOrd="1" destOrd="0" presId="urn:microsoft.com/office/officeart/2005/8/layout/default"/>
    <dgm:cxn modelId="{70016455-83AA-4707-B589-0192C001BBF6}" type="presParOf" srcId="{63989DDF-22FE-4432-A06F-8B5BFF523E0D}" destId="{E804F54F-1428-4A53-93D0-C5B7EB351229}" srcOrd="2" destOrd="0" presId="urn:microsoft.com/office/officeart/2005/8/layout/default"/>
    <dgm:cxn modelId="{BE196835-3C57-4273-A146-B91D44FE049B}" type="presParOf" srcId="{63989DDF-22FE-4432-A06F-8B5BFF523E0D}" destId="{A89776FB-BADE-4290-8392-26D214125C00}" srcOrd="3" destOrd="0" presId="urn:microsoft.com/office/officeart/2005/8/layout/default"/>
    <dgm:cxn modelId="{C825975D-6A37-442D-B2A3-8C1AA37A34A0}" type="presParOf" srcId="{63989DDF-22FE-4432-A06F-8B5BFF523E0D}" destId="{847D80DC-49A5-4434-8B15-CA14FB58EF46}" srcOrd="4" destOrd="0" presId="urn:microsoft.com/office/officeart/2005/8/layout/default"/>
    <dgm:cxn modelId="{13F5933F-97F0-4CA5-8D20-2B39E4420EC1}" type="presParOf" srcId="{63989DDF-22FE-4432-A06F-8B5BFF523E0D}" destId="{C6ECEF9D-79D5-4758-A683-A6816D366CE5}" srcOrd="5" destOrd="0" presId="urn:microsoft.com/office/officeart/2005/8/layout/default"/>
    <dgm:cxn modelId="{A4C77C2F-FAA7-4527-9207-CDF4C759FAD8}" type="presParOf" srcId="{63989DDF-22FE-4432-A06F-8B5BFF523E0D}" destId="{84979C6F-F9BF-4DF2-A487-03A9BBCF6EEC}" srcOrd="6" destOrd="0" presId="urn:microsoft.com/office/officeart/2005/8/layout/default"/>
    <dgm:cxn modelId="{C35E90BD-8278-49A1-AD14-078224A0BC6F}" type="presParOf" srcId="{63989DDF-22FE-4432-A06F-8B5BFF523E0D}" destId="{13DC8856-C06F-4A3B-B259-234D5D328436}" srcOrd="7" destOrd="0" presId="urn:microsoft.com/office/officeart/2005/8/layout/default"/>
    <dgm:cxn modelId="{22A051F6-BFFA-4F3C-BE69-7530970F5DA0}" type="presParOf" srcId="{63989DDF-22FE-4432-A06F-8B5BFF523E0D}" destId="{AD31F828-611D-4209-8DA8-D11798BA57B5}" srcOrd="8" destOrd="0" presId="urn:microsoft.com/office/officeart/2005/8/layout/default"/>
    <dgm:cxn modelId="{29B40DCA-3E9F-4E48-8612-0A761D339294}" type="presParOf" srcId="{63989DDF-22FE-4432-A06F-8B5BFF523E0D}" destId="{314DA5B4-F931-45FC-9748-CDCA763FE71A}" srcOrd="9" destOrd="0" presId="urn:microsoft.com/office/officeart/2005/8/layout/default"/>
    <dgm:cxn modelId="{ECEB9F22-3DCF-42CD-AA97-D55633FEE7B4}" type="presParOf" srcId="{63989DDF-22FE-4432-A06F-8B5BFF523E0D}" destId="{5E942E46-3935-4DD8-8CEA-5CD0331858AB}" srcOrd="10" destOrd="0" presId="urn:microsoft.com/office/officeart/2005/8/layout/default"/>
    <dgm:cxn modelId="{9A8E532F-79C1-4D9B-A712-B8236C0AF585}" type="presParOf" srcId="{63989DDF-22FE-4432-A06F-8B5BFF523E0D}" destId="{326823FB-3479-4258-BEDA-77EAB0541954}" srcOrd="11" destOrd="0" presId="urn:microsoft.com/office/officeart/2005/8/layout/default"/>
    <dgm:cxn modelId="{BA857C2F-83B9-4221-ADFC-53D68D3E8B30}" type="presParOf" srcId="{63989DDF-22FE-4432-A06F-8B5BFF523E0D}" destId="{BE2564A5-A7C0-482C-91A6-349DE27386A5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EE86646-A6C5-40C0-8517-C558982CF7A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32D9E55-8D6B-4289-A040-AB3E3206C7B5}">
      <dgm:prSet/>
      <dgm:spPr/>
      <dgm:t>
        <a:bodyPr/>
        <a:lstStyle/>
        <a:p>
          <a:r>
            <a:rPr lang="en-US"/>
            <a:t>We detected anomalous authentication via suspicious geolocation</a:t>
          </a:r>
        </a:p>
      </dgm:t>
    </dgm:pt>
    <dgm:pt modelId="{52BDDE10-96E1-435F-9EF9-65E2639494D1}" type="parTrans" cxnId="{0002686B-EB85-4442-8B35-CC911F09AB29}">
      <dgm:prSet/>
      <dgm:spPr/>
      <dgm:t>
        <a:bodyPr/>
        <a:lstStyle/>
        <a:p>
          <a:endParaRPr lang="en-US"/>
        </a:p>
      </dgm:t>
    </dgm:pt>
    <dgm:pt modelId="{7766BEEF-262B-418A-A46E-0C4C241A4654}" type="sibTrans" cxnId="{0002686B-EB85-4442-8B35-CC911F09AB29}">
      <dgm:prSet/>
      <dgm:spPr/>
      <dgm:t>
        <a:bodyPr/>
        <a:lstStyle/>
        <a:p>
          <a:endParaRPr lang="en-US"/>
        </a:p>
      </dgm:t>
    </dgm:pt>
    <dgm:pt modelId="{064E0BEB-F3E1-4501-AE4E-7F9533508926}">
      <dgm:prSet/>
      <dgm:spPr/>
      <dgm:t>
        <a:bodyPr/>
        <a:lstStyle/>
        <a:p>
          <a:r>
            <a:rPr lang="en-US"/>
            <a:t>Multiple failed login attempts followed by success</a:t>
          </a:r>
        </a:p>
      </dgm:t>
    </dgm:pt>
    <dgm:pt modelId="{9CF1FF99-4D17-4615-ADD1-9AD7E6EA1DA5}" type="parTrans" cxnId="{A4D9E57B-E5B7-40D7-B4E4-FEB9580A9433}">
      <dgm:prSet/>
      <dgm:spPr/>
      <dgm:t>
        <a:bodyPr/>
        <a:lstStyle/>
        <a:p>
          <a:endParaRPr lang="en-US"/>
        </a:p>
      </dgm:t>
    </dgm:pt>
    <dgm:pt modelId="{EFBD4F51-8BB2-4FC0-8670-C0085618FD63}" type="sibTrans" cxnId="{A4D9E57B-E5B7-40D7-B4E4-FEB9580A9433}">
      <dgm:prSet/>
      <dgm:spPr/>
      <dgm:t>
        <a:bodyPr/>
        <a:lstStyle/>
        <a:p>
          <a:endParaRPr lang="en-US"/>
        </a:p>
      </dgm:t>
    </dgm:pt>
    <dgm:pt modelId="{E32CBA7E-926F-4FDD-BAEB-0035657D91D9}">
      <dgm:prSet/>
      <dgm:spPr/>
      <dgm:t>
        <a:bodyPr/>
        <a:lstStyle/>
        <a:p>
          <a:r>
            <a:rPr lang="en-US"/>
            <a:t>Possible credential compromise event</a:t>
          </a:r>
        </a:p>
      </dgm:t>
    </dgm:pt>
    <dgm:pt modelId="{6C2F92D9-9C39-4A1B-8297-2CA981A53ED5}" type="parTrans" cxnId="{3F08A564-E23D-4F91-A7FC-61A8DE4D32A3}">
      <dgm:prSet/>
      <dgm:spPr/>
      <dgm:t>
        <a:bodyPr/>
        <a:lstStyle/>
        <a:p>
          <a:endParaRPr lang="en-US"/>
        </a:p>
      </dgm:t>
    </dgm:pt>
    <dgm:pt modelId="{CDD2C4F8-A0E7-4157-A382-BE49687BB4B2}" type="sibTrans" cxnId="{3F08A564-E23D-4F91-A7FC-61A8DE4D32A3}">
      <dgm:prSet/>
      <dgm:spPr/>
      <dgm:t>
        <a:bodyPr/>
        <a:lstStyle/>
        <a:p>
          <a:endParaRPr lang="en-US"/>
        </a:p>
      </dgm:t>
    </dgm:pt>
    <dgm:pt modelId="{5786371E-C7AF-43F2-82BC-81D578B637C7}" type="pres">
      <dgm:prSet presAssocID="{8EE86646-A6C5-40C0-8517-C558982CF7AD}" presName="linear" presStyleCnt="0">
        <dgm:presLayoutVars>
          <dgm:animLvl val="lvl"/>
          <dgm:resizeHandles val="exact"/>
        </dgm:presLayoutVars>
      </dgm:prSet>
      <dgm:spPr/>
    </dgm:pt>
    <dgm:pt modelId="{EC19C731-4DDB-4716-923D-E72C0F6EA680}" type="pres">
      <dgm:prSet presAssocID="{A32D9E55-8D6B-4289-A040-AB3E3206C7B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C0EB76-E804-4A7B-8920-86193D2761E2}" type="pres">
      <dgm:prSet presAssocID="{7766BEEF-262B-418A-A46E-0C4C241A4654}" presName="spacer" presStyleCnt="0"/>
      <dgm:spPr/>
    </dgm:pt>
    <dgm:pt modelId="{E952D1AA-4430-4DC4-A5C2-6A2AC23F963F}" type="pres">
      <dgm:prSet presAssocID="{064E0BEB-F3E1-4501-AE4E-7F953350892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5A92D05-B245-4C9D-9426-6D945C74A2D3}" type="pres">
      <dgm:prSet presAssocID="{EFBD4F51-8BB2-4FC0-8670-C0085618FD63}" presName="spacer" presStyleCnt="0"/>
      <dgm:spPr/>
    </dgm:pt>
    <dgm:pt modelId="{F5F90817-7F7D-4426-AE46-5DE276129F57}" type="pres">
      <dgm:prSet presAssocID="{E32CBA7E-926F-4FDD-BAEB-0035657D91D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0403C23-EB3A-446F-A4A4-653547CEC41D}" type="presOf" srcId="{E32CBA7E-926F-4FDD-BAEB-0035657D91D9}" destId="{F5F90817-7F7D-4426-AE46-5DE276129F57}" srcOrd="0" destOrd="0" presId="urn:microsoft.com/office/officeart/2005/8/layout/vList2"/>
    <dgm:cxn modelId="{524B5A29-E8E3-405F-9ADC-2259CD4FD538}" type="presOf" srcId="{064E0BEB-F3E1-4501-AE4E-7F9533508926}" destId="{E952D1AA-4430-4DC4-A5C2-6A2AC23F963F}" srcOrd="0" destOrd="0" presId="urn:microsoft.com/office/officeart/2005/8/layout/vList2"/>
    <dgm:cxn modelId="{A27E752B-9621-4123-B681-6A762585AC92}" type="presOf" srcId="{8EE86646-A6C5-40C0-8517-C558982CF7AD}" destId="{5786371E-C7AF-43F2-82BC-81D578B637C7}" srcOrd="0" destOrd="0" presId="urn:microsoft.com/office/officeart/2005/8/layout/vList2"/>
    <dgm:cxn modelId="{3F08A564-E23D-4F91-A7FC-61A8DE4D32A3}" srcId="{8EE86646-A6C5-40C0-8517-C558982CF7AD}" destId="{E32CBA7E-926F-4FDD-BAEB-0035657D91D9}" srcOrd="2" destOrd="0" parTransId="{6C2F92D9-9C39-4A1B-8297-2CA981A53ED5}" sibTransId="{CDD2C4F8-A0E7-4157-A382-BE49687BB4B2}"/>
    <dgm:cxn modelId="{0002686B-EB85-4442-8B35-CC911F09AB29}" srcId="{8EE86646-A6C5-40C0-8517-C558982CF7AD}" destId="{A32D9E55-8D6B-4289-A040-AB3E3206C7B5}" srcOrd="0" destOrd="0" parTransId="{52BDDE10-96E1-435F-9EF9-65E2639494D1}" sibTransId="{7766BEEF-262B-418A-A46E-0C4C241A4654}"/>
    <dgm:cxn modelId="{A4D9E57B-E5B7-40D7-B4E4-FEB9580A9433}" srcId="{8EE86646-A6C5-40C0-8517-C558982CF7AD}" destId="{064E0BEB-F3E1-4501-AE4E-7F9533508926}" srcOrd="1" destOrd="0" parTransId="{9CF1FF99-4D17-4615-ADD1-9AD7E6EA1DA5}" sibTransId="{EFBD4F51-8BB2-4FC0-8670-C0085618FD63}"/>
    <dgm:cxn modelId="{18E4BBAE-A351-42EE-8A6E-31AEDF256198}" type="presOf" srcId="{A32D9E55-8D6B-4289-A040-AB3E3206C7B5}" destId="{EC19C731-4DDB-4716-923D-E72C0F6EA680}" srcOrd="0" destOrd="0" presId="urn:microsoft.com/office/officeart/2005/8/layout/vList2"/>
    <dgm:cxn modelId="{F0BE2C53-1B11-469E-A53E-555524353D19}" type="presParOf" srcId="{5786371E-C7AF-43F2-82BC-81D578B637C7}" destId="{EC19C731-4DDB-4716-923D-E72C0F6EA680}" srcOrd="0" destOrd="0" presId="urn:microsoft.com/office/officeart/2005/8/layout/vList2"/>
    <dgm:cxn modelId="{0DE6243A-5976-4E50-B50F-4A80ED73820F}" type="presParOf" srcId="{5786371E-C7AF-43F2-82BC-81D578B637C7}" destId="{39C0EB76-E804-4A7B-8920-86193D2761E2}" srcOrd="1" destOrd="0" presId="urn:microsoft.com/office/officeart/2005/8/layout/vList2"/>
    <dgm:cxn modelId="{E258912D-050B-48B7-8951-FEC9CBDC97C7}" type="presParOf" srcId="{5786371E-C7AF-43F2-82BC-81D578B637C7}" destId="{E952D1AA-4430-4DC4-A5C2-6A2AC23F963F}" srcOrd="2" destOrd="0" presId="urn:microsoft.com/office/officeart/2005/8/layout/vList2"/>
    <dgm:cxn modelId="{C0E56DE9-F04F-4EE9-BC81-AF7F59E015A8}" type="presParOf" srcId="{5786371E-C7AF-43F2-82BC-81D578B637C7}" destId="{C5A92D05-B245-4C9D-9426-6D945C74A2D3}" srcOrd="3" destOrd="0" presId="urn:microsoft.com/office/officeart/2005/8/layout/vList2"/>
    <dgm:cxn modelId="{D8A3177B-D0E6-4683-A9DD-C532152BD33D}" type="presParOf" srcId="{5786371E-C7AF-43F2-82BC-81D578B637C7}" destId="{F5F90817-7F7D-4426-AE46-5DE276129F5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90F21CE-EC1B-413C-888D-C56BAEDA416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108C0B-E184-4DF8-96F3-09E0306585AB}">
      <dgm:prSet/>
      <dgm:spPr/>
      <dgm:t>
        <a:bodyPr/>
        <a:lstStyle/>
        <a:p>
          <a:r>
            <a:rPr lang="en-US"/>
            <a:t>Someone may have stolen an employee’s password</a:t>
          </a:r>
        </a:p>
      </dgm:t>
    </dgm:pt>
    <dgm:pt modelId="{23E3C856-C192-467C-9439-B48BED84B381}" type="parTrans" cxnId="{DD753B34-2E75-480E-B1FE-D311B69D87E1}">
      <dgm:prSet/>
      <dgm:spPr/>
      <dgm:t>
        <a:bodyPr/>
        <a:lstStyle/>
        <a:p>
          <a:endParaRPr lang="en-US"/>
        </a:p>
      </dgm:t>
    </dgm:pt>
    <dgm:pt modelId="{7A07EEE3-E858-4F06-B1C2-9864F564315D}" type="sibTrans" cxnId="{DD753B34-2E75-480E-B1FE-D311B69D87E1}">
      <dgm:prSet/>
      <dgm:spPr/>
      <dgm:t>
        <a:bodyPr/>
        <a:lstStyle/>
        <a:p>
          <a:endParaRPr lang="en-US"/>
        </a:p>
      </dgm:t>
    </dgm:pt>
    <dgm:pt modelId="{D6D59F29-3188-4BE1-9647-03D2646C303D}">
      <dgm:prSet/>
      <dgm:spPr/>
      <dgm:t>
        <a:bodyPr/>
        <a:lstStyle/>
        <a:p>
          <a:r>
            <a:rPr lang="en-US"/>
            <a:t>They logged in from another country</a:t>
          </a:r>
        </a:p>
      </dgm:t>
    </dgm:pt>
    <dgm:pt modelId="{CA574650-323E-415C-8BCE-EE883E521114}" type="parTrans" cxnId="{8C6FD8A0-EA0C-4111-9DA7-0E7ACCA24D37}">
      <dgm:prSet/>
      <dgm:spPr/>
      <dgm:t>
        <a:bodyPr/>
        <a:lstStyle/>
        <a:p>
          <a:endParaRPr lang="en-US"/>
        </a:p>
      </dgm:t>
    </dgm:pt>
    <dgm:pt modelId="{CAFB8AD7-2221-423B-8998-DEBA43AEFE94}" type="sibTrans" cxnId="{8C6FD8A0-EA0C-4111-9DA7-0E7ACCA24D37}">
      <dgm:prSet/>
      <dgm:spPr/>
      <dgm:t>
        <a:bodyPr/>
        <a:lstStyle/>
        <a:p>
          <a:endParaRPr lang="en-US"/>
        </a:p>
      </dgm:t>
    </dgm:pt>
    <dgm:pt modelId="{652AF4CC-4933-4A57-BEB9-374755EA568A}">
      <dgm:prSet/>
      <dgm:spPr/>
      <dgm:t>
        <a:bodyPr/>
        <a:lstStyle/>
        <a:p>
          <a:r>
            <a:rPr lang="en-US"/>
            <a:t>They could access company data</a:t>
          </a:r>
        </a:p>
      </dgm:t>
    </dgm:pt>
    <dgm:pt modelId="{38BB9411-DE2F-45CD-9837-8AE9D02F7101}" type="parTrans" cxnId="{21B6D967-4679-4884-B382-E58D89882941}">
      <dgm:prSet/>
      <dgm:spPr/>
      <dgm:t>
        <a:bodyPr/>
        <a:lstStyle/>
        <a:p>
          <a:endParaRPr lang="en-US"/>
        </a:p>
      </dgm:t>
    </dgm:pt>
    <dgm:pt modelId="{B14F1BC3-F90C-44E8-9D3F-5DA942D68C84}" type="sibTrans" cxnId="{21B6D967-4679-4884-B382-E58D89882941}">
      <dgm:prSet/>
      <dgm:spPr/>
      <dgm:t>
        <a:bodyPr/>
        <a:lstStyle/>
        <a:p>
          <a:endParaRPr lang="en-US"/>
        </a:p>
      </dgm:t>
    </dgm:pt>
    <dgm:pt modelId="{2E913D4D-7E8E-4781-8B92-03E1AF144CD2}">
      <dgm:prSet/>
      <dgm:spPr/>
      <dgm:t>
        <a:bodyPr/>
        <a:lstStyle/>
        <a:p>
          <a:r>
            <a:rPr lang="en-US"/>
            <a:t>We recommend forcing password reset and reviewing activity</a:t>
          </a:r>
        </a:p>
      </dgm:t>
    </dgm:pt>
    <dgm:pt modelId="{663B0970-9F53-4049-AEAF-EA072B0349E7}" type="parTrans" cxnId="{66FBDC0F-DB15-4DFD-B9F0-C12786292312}">
      <dgm:prSet/>
      <dgm:spPr/>
      <dgm:t>
        <a:bodyPr/>
        <a:lstStyle/>
        <a:p>
          <a:endParaRPr lang="en-US"/>
        </a:p>
      </dgm:t>
    </dgm:pt>
    <dgm:pt modelId="{9834F974-0EAA-42C9-A73E-2A3E1956AC62}" type="sibTrans" cxnId="{66FBDC0F-DB15-4DFD-B9F0-C12786292312}">
      <dgm:prSet/>
      <dgm:spPr/>
      <dgm:t>
        <a:bodyPr/>
        <a:lstStyle/>
        <a:p>
          <a:endParaRPr lang="en-US"/>
        </a:p>
      </dgm:t>
    </dgm:pt>
    <dgm:pt modelId="{5B0A3028-8ADB-40C7-92F7-D7420606C766}" type="pres">
      <dgm:prSet presAssocID="{A90F21CE-EC1B-413C-888D-C56BAEDA4165}" presName="linear" presStyleCnt="0">
        <dgm:presLayoutVars>
          <dgm:animLvl val="lvl"/>
          <dgm:resizeHandles val="exact"/>
        </dgm:presLayoutVars>
      </dgm:prSet>
      <dgm:spPr/>
    </dgm:pt>
    <dgm:pt modelId="{4C30F1D0-95D1-42EF-BE80-849B6C27A3C3}" type="pres">
      <dgm:prSet presAssocID="{3D108C0B-E184-4DF8-96F3-09E0306585A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30B5FE0-A769-4CEC-966D-606436D0A62A}" type="pres">
      <dgm:prSet presAssocID="{7A07EEE3-E858-4F06-B1C2-9864F564315D}" presName="spacer" presStyleCnt="0"/>
      <dgm:spPr/>
    </dgm:pt>
    <dgm:pt modelId="{D4909867-1261-4BF0-8467-F9903F4813A5}" type="pres">
      <dgm:prSet presAssocID="{D6D59F29-3188-4BE1-9647-03D2646C30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9F21667-9C48-4DCB-80F4-54D6098FF681}" type="pres">
      <dgm:prSet presAssocID="{CAFB8AD7-2221-423B-8998-DEBA43AEFE94}" presName="spacer" presStyleCnt="0"/>
      <dgm:spPr/>
    </dgm:pt>
    <dgm:pt modelId="{1CFD7DD1-18D4-4B80-BAA4-16E757DCEB81}" type="pres">
      <dgm:prSet presAssocID="{652AF4CC-4933-4A57-BEB9-374755EA56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DEF865-3C9B-45D0-98C4-2D28F33FDAA6}" type="pres">
      <dgm:prSet presAssocID="{B14F1BC3-F90C-44E8-9D3F-5DA942D68C84}" presName="spacer" presStyleCnt="0"/>
      <dgm:spPr/>
    </dgm:pt>
    <dgm:pt modelId="{68EB51A2-F4BC-44B5-9169-B62012B5BCB1}" type="pres">
      <dgm:prSet presAssocID="{2E913D4D-7E8E-4781-8B92-03E1AF144CD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6FBDC0F-DB15-4DFD-B9F0-C12786292312}" srcId="{A90F21CE-EC1B-413C-888D-C56BAEDA4165}" destId="{2E913D4D-7E8E-4781-8B92-03E1AF144CD2}" srcOrd="3" destOrd="0" parTransId="{663B0970-9F53-4049-AEAF-EA072B0349E7}" sibTransId="{9834F974-0EAA-42C9-A73E-2A3E1956AC62}"/>
    <dgm:cxn modelId="{DD753B34-2E75-480E-B1FE-D311B69D87E1}" srcId="{A90F21CE-EC1B-413C-888D-C56BAEDA4165}" destId="{3D108C0B-E184-4DF8-96F3-09E0306585AB}" srcOrd="0" destOrd="0" parTransId="{23E3C856-C192-467C-9439-B48BED84B381}" sibTransId="{7A07EEE3-E858-4F06-B1C2-9864F564315D}"/>
    <dgm:cxn modelId="{0BD1D23A-8109-4A0D-B8AE-4680B3A0F91C}" type="presOf" srcId="{2E913D4D-7E8E-4781-8B92-03E1AF144CD2}" destId="{68EB51A2-F4BC-44B5-9169-B62012B5BCB1}" srcOrd="0" destOrd="0" presId="urn:microsoft.com/office/officeart/2005/8/layout/vList2"/>
    <dgm:cxn modelId="{21B6D967-4679-4884-B382-E58D89882941}" srcId="{A90F21CE-EC1B-413C-888D-C56BAEDA4165}" destId="{652AF4CC-4933-4A57-BEB9-374755EA568A}" srcOrd="2" destOrd="0" parTransId="{38BB9411-DE2F-45CD-9837-8AE9D02F7101}" sibTransId="{B14F1BC3-F90C-44E8-9D3F-5DA942D68C84}"/>
    <dgm:cxn modelId="{10BFC976-AABA-43D9-8192-F104D845527E}" type="presOf" srcId="{652AF4CC-4933-4A57-BEB9-374755EA568A}" destId="{1CFD7DD1-18D4-4B80-BAA4-16E757DCEB81}" srcOrd="0" destOrd="0" presId="urn:microsoft.com/office/officeart/2005/8/layout/vList2"/>
    <dgm:cxn modelId="{0C6E2D7E-13D3-4915-9F2C-39BBA8F58953}" type="presOf" srcId="{A90F21CE-EC1B-413C-888D-C56BAEDA4165}" destId="{5B0A3028-8ADB-40C7-92F7-D7420606C766}" srcOrd="0" destOrd="0" presId="urn:microsoft.com/office/officeart/2005/8/layout/vList2"/>
    <dgm:cxn modelId="{8C6FD8A0-EA0C-4111-9DA7-0E7ACCA24D37}" srcId="{A90F21CE-EC1B-413C-888D-C56BAEDA4165}" destId="{D6D59F29-3188-4BE1-9647-03D2646C303D}" srcOrd="1" destOrd="0" parTransId="{CA574650-323E-415C-8BCE-EE883E521114}" sibTransId="{CAFB8AD7-2221-423B-8998-DEBA43AEFE94}"/>
    <dgm:cxn modelId="{C52CE7B1-AA7A-4887-B083-AEAA5F036A03}" type="presOf" srcId="{3D108C0B-E184-4DF8-96F3-09E0306585AB}" destId="{4C30F1D0-95D1-42EF-BE80-849B6C27A3C3}" srcOrd="0" destOrd="0" presId="urn:microsoft.com/office/officeart/2005/8/layout/vList2"/>
    <dgm:cxn modelId="{69A630C0-D2A2-40BB-8B0A-0F6C419E7BF7}" type="presOf" srcId="{D6D59F29-3188-4BE1-9647-03D2646C303D}" destId="{D4909867-1261-4BF0-8467-F9903F4813A5}" srcOrd="0" destOrd="0" presId="urn:microsoft.com/office/officeart/2005/8/layout/vList2"/>
    <dgm:cxn modelId="{2466F271-C4C9-4C9E-9D3A-FDEA3EF88A58}" type="presParOf" srcId="{5B0A3028-8ADB-40C7-92F7-D7420606C766}" destId="{4C30F1D0-95D1-42EF-BE80-849B6C27A3C3}" srcOrd="0" destOrd="0" presId="urn:microsoft.com/office/officeart/2005/8/layout/vList2"/>
    <dgm:cxn modelId="{477E2E45-0D43-4FE6-98E6-497FE32DBEDD}" type="presParOf" srcId="{5B0A3028-8ADB-40C7-92F7-D7420606C766}" destId="{030B5FE0-A769-4CEC-966D-606436D0A62A}" srcOrd="1" destOrd="0" presId="urn:microsoft.com/office/officeart/2005/8/layout/vList2"/>
    <dgm:cxn modelId="{7650C567-0189-454D-803E-A58AF4022794}" type="presParOf" srcId="{5B0A3028-8ADB-40C7-92F7-D7420606C766}" destId="{D4909867-1261-4BF0-8467-F9903F4813A5}" srcOrd="2" destOrd="0" presId="urn:microsoft.com/office/officeart/2005/8/layout/vList2"/>
    <dgm:cxn modelId="{BF7B8CEC-6CFF-4171-B787-23B0E3F9676C}" type="presParOf" srcId="{5B0A3028-8ADB-40C7-92F7-D7420606C766}" destId="{99F21667-9C48-4DCB-80F4-54D6098FF681}" srcOrd="3" destOrd="0" presId="urn:microsoft.com/office/officeart/2005/8/layout/vList2"/>
    <dgm:cxn modelId="{428CE7C2-D07B-44C0-BD65-88DCA24365B7}" type="presParOf" srcId="{5B0A3028-8ADB-40C7-92F7-D7420606C766}" destId="{1CFD7DD1-18D4-4B80-BAA4-16E757DCEB81}" srcOrd="4" destOrd="0" presId="urn:microsoft.com/office/officeart/2005/8/layout/vList2"/>
    <dgm:cxn modelId="{F4E2D3CF-85D9-4C79-B087-5E8EBC795F21}" type="presParOf" srcId="{5B0A3028-8ADB-40C7-92F7-D7420606C766}" destId="{B9DEF865-3C9B-45D0-98C4-2D28F33FDAA6}" srcOrd="5" destOrd="0" presId="urn:microsoft.com/office/officeart/2005/8/layout/vList2"/>
    <dgm:cxn modelId="{855ABECF-1A01-4275-B1CA-098BCEAA184F}" type="presParOf" srcId="{5B0A3028-8ADB-40C7-92F7-D7420606C766}" destId="{68EB51A2-F4BC-44B5-9169-B62012B5BCB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4EE98F4C-835A-4E97-960C-37A2CC374DE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858BFD-3B27-4D84-9810-EF34F5D679C0}">
      <dgm:prSet/>
      <dgm:spPr/>
      <dgm:t>
        <a:bodyPr/>
        <a:lstStyle/>
        <a:p>
          <a:r>
            <a:rPr lang="en-US"/>
            <a:t>08:15 suspicious email opened</a:t>
          </a:r>
        </a:p>
      </dgm:t>
    </dgm:pt>
    <dgm:pt modelId="{841973B1-3BF5-4C4A-9834-AA4592B3E973}" type="parTrans" cxnId="{EBE0CF03-96FE-4001-A6D9-27C96760279C}">
      <dgm:prSet/>
      <dgm:spPr/>
      <dgm:t>
        <a:bodyPr/>
        <a:lstStyle/>
        <a:p>
          <a:endParaRPr lang="en-US"/>
        </a:p>
      </dgm:t>
    </dgm:pt>
    <dgm:pt modelId="{745A8970-B88F-43FA-874F-46D6A155A5C7}" type="sibTrans" cxnId="{EBE0CF03-96FE-4001-A6D9-27C96760279C}">
      <dgm:prSet/>
      <dgm:spPr/>
      <dgm:t>
        <a:bodyPr/>
        <a:lstStyle/>
        <a:p>
          <a:endParaRPr lang="en-US"/>
        </a:p>
      </dgm:t>
    </dgm:pt>
    <dgm:pt modelId="{EB93495F-4232-4F74-BF81-01C7887305E1}">
      <dgm:prSet/>
      <dgm:spPr/>
      <dgm:t>
        <a:bodyPr/>
        <a:lstStyle/>
        <a:p>
          <a:r>
            <a:rPr lang="en-US"/>
            <a:t>08:20 malware executed</a:t>
          </a:r>
        </a:p>
      </dgm:t>
    </dgm:pt>
    <dgm:pt modelId="{064F0D21-6B42-46EC-9139-EB5BF9D0081D}" type="parTrans" cxnId="{FB1A6E9C-D6A5-4E23-93DD-6ECA09D1E6B3}">
      <dgm:prSet/>
      <dgm:spPr/>
      <dgm:t>
        <a:bodyPr/>
        <a:lstStyle/>
        <a:p>
          <a:endParaRPr lang="en-US"/>
        </a:p>
      </dgm:t>
    </dgm:pt>
    <dgm:pt modelId="{828B9BCE-F648-4086-8598-AEC9B8520A39}" type="sibTrans" cxnId="{FB1A6E9C-D6A5-4E23-93DD-6ECA09D1E6B3}">
      <dgm:prSet/>
      <dgm:spPr/>
      <dgm:t>
        <a:bodyPr/>
        <a:lstStyle/>
        <a:p>
          <a:endParaRPr lang="en-US"/>
        </a:p>
      </dgm:t>
    </dgm:pt>
    <dgm:pt modelId="{98A383C7-AE80-4587-8E3D-A55F874E1250}">
      <dgm:prSet/>
      <dgm:spPr/>
      <dgm:t>
        <a:bodyPr/>
        <a:lstStyle/>
        <a:p>
          <a:r>
            <a:rPr lang="en-US"/>
            <a:t>08:30 lateral movement detected</a:t>
          </a:r>
        </a:p>
      </dgm:t>
    </dgm:pt>
    <dgm:pt modelId="{2FBEB8B1-C254-4548-A02F-41B137224F26}" type="parTrans" cxnId="{C6EF77CD-7034-4B6E-87B8-C5567B32AD26}">
      <dgm:prSet/>
      <dgm:spPr/>
      <dgm:t>
        <a:bodyPr/>
        <a:lstStyle/>
        <a:p>
          <a:endParaRPr lang="en-US"/>
        </a:p>
      </dgm:t>
    </dgm:pt>
    <dgm:pt modelId="{7ECD0D8D-4957-4FA5-AA25-95CA95C4B0B6}" type="sibTrans" cxnId="{C6EF77CD-7034-4B6E-87B8-C5567B32AD26}">
      <dgm:prSet/>
      <dgm:spPr/>
      <dgm:t>
        <a:bodyPr/>
        <a:lstStyle/>
        <a:p>
          <a:endParaRPr lang="en-US"/>
        </a:p>
      </dgm:t>
    </dgm:pt>
    <dgm:pt modelId="{C281333E-AD97-4E1A-A8BB-5B5B2D0914E0}">
      <dgm:prSet/>
      <dgm:spPr/>
      <dgm:t>
        <a:bodyPr/>
        <a:lstStyle/>
        <a:p>
          <a:r>
            <a:rPr lang="en-US"/>
            <a:t>08:45 file encryption begins</a:t>
          </a:r>
        </a:p>
      </dgm:t>
    </dgm:pt>
    <dgm:pt modelId="{CBB50B21-E3B5-46E9-A104-0D79C114CEEB}" type="parTrans" cxnId="{9E4BFCB5-9BEE-4F90-AB38-B858F1DDDEE8}">
      <dgm:prSet/>
      <dgm:spPr/>
      <dgm:t>
        <a:bodyPr/>
        <a:lstStyle/>
        <a:p>
          <a:endParaRPr lang="en-US"/>
        </a:p>
      </dgm:t>
    </dgm:pt>
    <dgm:pt modelId="{144C23C9-7D4B-488F-8321-34D40C72EC92}" type="sibTrans" cxnId="{9E4BFCB5-9BEE-4F90-AB38-B858F1DDDEE8}">
      <dgm:prSet/>
      <dgm:spPr/>
      <dgm:t>
        <a:bodyPr/>
        <a:lstStyle/>
        <a:p>
          <a:endParaRPr lang="en-US"/>
        </a:p>
      </dgm:t>
    </dgm:pt>
    <dgm:pt modelId="{5D311172-1A1E-4FD4-80FE-C1E049ADF09D}">
      <dgm:prSet/>
      <dgm:spPr/>
      <dgm:t>
        <a:bodyPr/>
        <a:lstStyle/>
        <a:p>
          <a:r>
            <a:rPr lang="en-US"/>
            <a:t>09:00 production system affected</a:t>
          </a:r>
        </a:p>
      </dgm:t>
    </dgm:pt>
    <dgm:pt modelId="{5C35086F-D01E-4599-A319-E4E49454CE60}" type="parTrans" cxnId="{5AC0A44C-04B8-4F27-8AF8-7DBC54EC15A5}">
      <dgm:prSet/>
      <dgm:spPr/>
      <dgm:t>
        <a:bodyPr/>
        <a:lstStyle/>
        <a:p>
          <a:endParaRPr lang="en-US"/>
        </a:p>
      </dgm:t>
    </dgm:pt>
    <dgm:pt modelId="{2455211E-6E71-4F64-B82F-9D90396070D4}" type="sibTrans" cxnId="{5AC0A44C-04B8-4F27-8AF8-7DBC54EC15A5}">
      <dgm:prSet/>
      <dgm:spPr/>
      <dgm:t>
        <a:bodyPr/>
        <a:lstStyle/>
        <a:p>
          <a:endParaRPr lang="en-US"/>
        </a:p>
      </dgm:t>
    </dgm:pt>
    <dgm:pt modelId="{5AD8A643-434D-4DB0-805A-B2B0CD36C1FA}" type="pres">
      <dgm:prSet presAssocID="{4EE98F4C-835A-4E97-960C-37A2CC374DE2}" presName="linear" presStyleCnt="0">
        <dgm:presLayoutVars>
          <dgm:animLvl val="lvl"/>
          <dgm:resizeHandles val="exact"/>
        </dgm:presLayoutVars>
      </dgm:prSet>
      <dgm:spPr/>
    </dgm:pt>
    <dgm:pt modelId="{CE4BE444-CF2D-4EB1-895C-E91EBAAB0390}" type="pres">
      <dgm:prSet presAssocID="{25858BFD-3B27-4D84-9810-EF34F5D679C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CC219CA-0EBB-4F53-8F46-6FC90F43D04E}" type="pres">
      <dgm:prSet presAssocID="{745A8970-B88F-43FA-874F-46D6A155A5C7}" presName="spacer" presStyleCnt="0"/>
      <dgm:spPr/>
    </dgm:pt>
    <dgm:pt modelId="{3F67A2A8-1088-4572-9012-496223BE7DD6}" type="pres">
      <dgm:prSet presAssocID="{EB93495F-4232-4F74-BF81-01C7887305E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B13CB48-107E-4B6D-A6CC-DCD498215CAF}" type="pres">
      <dgm:prSet presAssocID="{828B9BCE-F648-4086-8598-AEC9B8520A39}" presName="spacer" presStyleCnt="0"/>
      <dgm:spPr/>
    </dgm:pt>
    <dgm:pt modelId="{C1E744CA-EABC-4BEF-8A2A-FC59C1CD0A6F}" type="pres">
      <dgm:prSet presAssocID="{98A383C7-AE80-4587-8E3D-A55F874E125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2E829EE-6FE1-41F0-BE61-9C182BFF3402}" type="pres">
      <dgm:prSet presAssocID="{7ECD0D8D-4957-4FA5-AA25-95CA95C4B0B6}" presName="spacer" presStyleCnt="0"/>
      <dgm:spPr/>
    </dgm:pt>
    <dgm:pt modelId="{33186A78-1A2E-4ED9-86CE-18D75C3F1736}" type="pres">
      <dgm:prSet presAssocID="{C281333E-AD97-4E1A-A8BB-5B5B2D0914E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C43D5E9-40FA-4E0E-9C17-EA44B337CEDA}" type="pres">
      <dgm:prSet presAssocID="{144C23C9-7D4B-488F-8321-34D40C72EC92}" presName="spacer" presStyleCnt="0"/>
      <dgm:spPr/>
    </dgm:pt>
    <dgm:pt modelId="{16A99DE2-751D-449F-A6C6-28FECE101DEE}" type="pres">
      <dgm:prSet presAssocID="{5D311172-1A1E-4FD4-80FE-C1E049ADF09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BE0CF03-96FE-4001-A6D9-27C96760279C}" srcId="{4EE98F4C-835A-4E97-960C-37A2CC374DE2}" destId="{25858BFD-3B27-4D84-9810-EF34F5D679C0}" srcOrd="0" destOrd="0" parTransId="{841973B1-3BF5-4C4A-9834-AA4592B3E973}" sibTransId="{745A8970-B88F-43FA-874F-46D6A155A5C7}"/>
    <dgm:cxn modelId="{6060F103-6F60-4501-826D-3B7C306FB700}" type="presOf" srcId="{5D311172-1A1E-4FD4-80FE-C1E049ADF09D}" destId="{16A99DE2-751D-449F-A6C6-28FECE101DEE}" srcOrd="0" destOrd="0" presId="urn:microsoft.com/office/officeart/2005/8/layout/vList2"/>
    <dgm:cxn modelId="{A653513F-1205-43C1-84BE-836199A17412}" type="presOf" srcId="{C281333E-AD97-4E1A-A8BB-5B5B2D0914E0}" destId="{33186A78-1A2E-4ED9-86CE-18D75C3F1736}" srcOrd="0" destOrd="0" presId="urn:microsoft.com/office/officeart/2005/8/layout/vList2"/>
    <dgm:cxn modelId="{5AC0A44C-04B8-4F27-8AF8-7DBC54EC15A5}" srcId="{4EE98F4C-835A-4E97-960C-37A2CC374DE2}" destId="{5D311172-1A1E-4FD4-80FE-C1E049ADF09D}" srcOrd="4" destOrd="0" parTransId="{5C35086F-D01E-4599-A319-E4E49454CE60}" sibTransId="{2455211E-6E71-4F64-B82F-9D90396070D4}"/>
    <dgm:cxn modelId="{7E5AA474-A04E-4D0E-A97A-E07335C5CE5A}" type="presOf" srcId="{EB93495F-4232-4F74-BF81-01C7887305E1}" destId="{3F67A2A8-1088-4572-9012-496223BE7DD6}" srcOrd="0" destOrd="0" presId="urn:microsoft.com/office/officeart/2005/8/layout/vList2"/>
    <dgm:cxn modelId="{FB1A6E9C-D6A5-4E23-93DD-6ECA09D1E6B3}" srcId="{4EE98F4C-835A-4E97-960C-37A2CC374DE2}" destId="{EB93495F-4232-4F74-BF81-01C7887305E1}" srcOrd="1" destOrd="0" parTransId="{064F0D21-6B42-46EC-9139-EB5BF9D0081D}" sibTransId="{828B9BCE-F648-4086-8598-AEC9B8520A39}"/>
    <dgm:cxn modelId="{CC1E559D-6D51-42E3-AC49-90F1703189A1}" type="presOf" srcId="{98A383C7-AE80-4587-8E3D-A55F874E1250}" destId="{C1E744CA-EABC-4BEF-8A2A-FC59C1CD0A6F}" srcOrd="0" destOrd="0" presId="urn:microsoft.com/office/officeart/2005/8/layout/vList2"/>
    <dgm:cxn modelId="{F1BF359E-ECE8-4EC6-B39E-29C15E24D92E}" type="presOf" srcId="{25858BFD-3B27-4D84-9810-EF34F5D679C0}" destId="{CE4BE444-CF2D-4EB1-895C-E91EBAAB0390}" srcOrd="0" destOrd="0" presId="urn:microsoft.com/office/officeart/2005/8/layout/vList2"/>
    <dgm:cxn modelId="{9E4BFCB5-9BEE-4F90-AB38-B858F1DDDEE8}" srcId="{4EE98F4C-835A-4E97-960C-37A2CC374DE2}" destId="{C281333E-AD97-4E1A-A8BB-5B5B2D0914E0}" srcOrd="3" destOrd="0" parTransId="{CBB50B21-E3B5-46E9-A104-0D79C114CEEB}" sibTransId="{144C23C9-7D4B-488F-8321-34D40C72EC92}"/>
    <dgm:cxn modelId="{E53D4AB6-1B92-4D35-A8DD-F31A1A305147}" type="presOf" srcId="{4EE98F4C-835A-4E97-960C-37A2CC374DE2}" destId="{5AD8A643-434D-4DB0-805A-B2B0CD36C1FA}" srcOrd="0" destOrd="0" presId="urn:microsoft.com/office/officeart/2005/8/layout/vList2"/>
    <dgm:cxn modelId="{C6EF77CD-7034-4B6E-87B8-C5567B32AD26}" srcId="{4EE98F4C-835A-4E97-960C-37A2CC374DE2}" destId="{98A383C7-AE80-4587-8E3D-A55F874E1250}" srcOrd="2" destOrd="0" parTransId="{2FBEB8B1-C254-4548-A02F-41B137224F26}" sibTransId="{7ECD0D8D-4957-4FA5-AA25-95CA95C4B0B6}"/>
    <dgm:cxn modelId="{DD19B83E-6953-4BFB-99D5-92B48E00FE42}" type="presParOf" srcId="{5AD8A643-434D-4DB0-805A-B2B0CD36C1FA}" destId="{CE4BE444-CF2D-4EB1-895C-E91EBAAB0390}" srcOrd="0" destOrd="0" presId="urn:microsoft.com/office/officeart/2005/8/layout/vList2"/>
    <dgm:cxn modelId="{6BD25DA5-D14D-4818-92B4-52FB4039CCC0}" type="presParOf" srcId="{5AD8A643-434D-4DB0-805A-B2B0CD36C1FA}" destId="{FCC219CA-0EBB-4F53-8F46-6FC90F43D04E}" srcOrd="1" destOrd="0" presId="urn:microsoft.com/office/officeart/2005/8/layout/vList2"/>
    <dgm:cxn modelId="{49E101C2-F5C1-49F8-9012-210B51F96399}" type="presParOf" srcId="{5AD8A643-434D-4DB0-805A-B2B0CD36C1FA}" destId="{3F67A2A8-1088-4572-9012-496223BE7DD6}" srcOrd="2" destOrd="0" presId="urn:microsoft.com/office/officeart/2005/8/layout/vList2"/>
    <dgm:cxn modelId="{0F4C6FA5-5E87-4DFB-A712-68FCEDC27333}" type="presParOf" srcId="{5AD8A643-434D-4DB0-805A-B2B0CD36C1FA}" destId="{8B13CB48-107E-4B6D-A6CC-DCD498215CAF}" srcOrd="3" destOrd="0" presId="urn:microsoft.com/office/officeart/2005/8/layout/vList2"/>
    <dgm:cxn modelId="{1FD4BF57-B071-4F50-8B0B-038BF6A7D501}" type="presParOf" srcId="{5AD8A643-434D-4DB0-805A-B2B0CD36C1FA}" destId="{C1E744CA-EABC-4BEF-8A2A-FC59C1CD0A6F}" srcOrd="4" destOrd="0" presId="urn:microsoft.com/office/officeart/2005/8/layout/vList2"/>
    <dgm:cxn modelId="{B8372155-3D5F-47D8-9264-50CC6AE053D5}" type="presParOf" srcId="{5AD8A643-434D-4DB0-805A-B2B0CD36C1FA}" destId="{82E829EE-6FE1-41F0-BE61-9C182BFF3402}" srcOrd="5" destOrd="0" presId="urn:microsoft.com/office/officeart/2005/8/layout/vList2"/>
    <dgm:cxn modelId="{886F9867-576B-4E9C-BEF5-426DA59995A3}" type="presParOf" srcId="{5AD8A643-434D-4DB0-805A-B2B0CD36C1FA}" destId="{33186A78-1A2E-4ED9-86CE-18D75C3F1736}" srcOrd="6" destOrd="0" presId="urn:microsoft.com/office/officeart/2005/8/layout/vList2"/>
    <dgm:cxn modelId="{6E653A96-78D5-424D-B44B-E4E8882D27EC}" type="presParOf" srcId="{5AD8A643-434D-4DB0-805A-B2B0CD36C1FA}" destId="{CC43D5E9-40FA-4E0E-9C17-EA44B337CEDA}" srcOrd="7" destOrd="0" presId="urn:microsoft.com/office/officeart/2005/8/layout/vList2"/>
    <dgm:cxn modelId="{07F6B3F9-04FD-468E-8F51-07CE8E530209}" type="presParOf" srcId="{5AD8A643-434D-4DB0-805A-B2B0CD36C1FA}" destId="{16A99DE2-751D-449F-A6C6-28FECE101DE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20CC7BA-8E02-4E81-8AA4-105E3805B08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1B76993-A6A6-49EA-A6CD-D78DC9C2BDAA}">
      <dgm:prSet/>
      <dgm:spPr/>
      <dgm:t>
        <a:bodyPr/>
        <a:lstStyle/>
        <a:p>
          <a:pPr>
            <a:defRPr cap="all"/>
          </a:pPr>
          <a:r>
            <a:rPr lang="en-US"/>
            <a:t>Who communicates to:</a:t>
          </a:r>
        </a:p>
      </dgm:t>
    </dgm:pt>
    <dgm:pt modelId="{70BA1D69-C22C-4248-A2B7-5F8C25DF3BA3}" type="parTrans" cxnId="{031C46B7-480F-41B3-A7BB-AA686B986871}">
      <dgm:prSet/>
      <dgm:spPr/>
      <dgm:t>
        <a:bodyPr/>
        <a:lstStyle/>
        <a:p>
          <a:endParaRPr lang="en-US"/>
        </a:p>
      </dgm:t>
    </dgm:pt>
    <dgm:pt modelId="{718DA016-D03B-446B-A4A5-8CB309586876}" type="sibTrans" cxnId="{031C46B7-480F-41B3-A7BB-AA686B986871}">
      <dgm:prSet/>
      <dgm:spPr/>
      <dgm:t>
        <a:bodyPr/>
        <a:lstStyle/>
        <a:p>
          <a:endParaRPr lang="en-US"/>
        </a:p>
      </dgm:t>
    </dgm:pt>
    <dgm:pt modelId="{76B62869-E906-4BEB-A49B-68D984A5F2B9}">
      <dgm:prSet/>
      <dgm:spPr/>
      <dgm:t>
        <a:bodyPr/>
        <a:lstStyle/>
        <a:p>
          <a:pPr>
            <a:defRPr cap="all"/>
          </a:pPr>
          <a:r>
            <a:rPr lang="en-US"/>
            <a:t>Executives</a:t>
          </a:r>
        </a:p>
      </dgm:t>
    </dgm:pt>
    <dgm:pt modelId="{1B02B75D-E50B-4856-8B96-58E51A91B83D}" type="parTrans" cxnId="{01A4CAEF-5F6B-45F1-9D09-02622445A7D0}">
      <dgm:prSet/>
      <dgm:spPr/>
      <dgm:t>
        <a:bodyPr/>
        <a:lstStyle/>
        <a:p>
          <a:endParaRPr lang="en-US"/>
        </a:p>
      </dgm:t>
    </dgm:pt>
    <dgm:pt modelId="{751DECE4-86A9-45A5-A694-981F9FA8C689}" type="sibTrans" cxnId="{01A4CAEF-5F6B-45F1-9D09-02622445A7D0}">
      <dgm:prSet/>
      <dgm:spPr/>
      <dgm:t>
        <a:bodyPr/>
        <a:lstStyle/>
        <a:p>
          <a:endParaRPr lang="en-US"/>
        </a:p>
      </dgm:t>
    </dgm:pt>
    <dgm:pt modelId="{334B031B-854F-43B8-B24B-CA992EDED4F5}">
      <dgm:prSet/>
      <dgm:spPr/>
      <dgm:t>
        <a:bodyPr/>
        <a:lstStyle/>
        <a:p>
          <a:pPr>
            <a:defRPr cap="all"/>
          </a:pPr>
          <a:r>
            <a:rPr lang="en-US"/>
            <a:t>IT team</a:t>
          </a:r>
        </a:p>
      </dgm:t>
    </dgm:pt>
    <dgm:pt modelId="{865FB23F-1071-4530-A80F-BACC73A778FB}" type="parTrans" cxnId="{B9D7378A-9F0D-4688-9188-294D36E9B6F9}">
      <dgm:prSet/>
      <dgm:spPr/>
      <dgm:t>
        <a:bodyPr/>
        <a:lstStyle/>
        <a:p>
          <a:endParaRPr lang="en-US"/>
        </a:p>
      </dgm:t>
    </dgm:pt>
    <dgm:pt modelId="{83DB475D-7878-4643-A16C-415F3A815FF0}" type="sibTrans" cxnId="{B9D7378A-9F0D-4688-9188-294D36E9B6F9}">
      <dgm:prSet/>
      <dgm:spPr/>
      <dgm:t>
        <a:bodyPr/>
        <a:lstStyle/>
        <a:p>
          <a:endParaRPr lang="en-US"/>
        </a:p>
      </dgm:t>
    </dgm:pt>
    <dgm:pt modelId="{6D67B301-B284-4789-A8A1-648FA6CBFCDA}">
      <dgm:prSet/>
      <dgm:spPr/>
      <dgm:t>
        <a:bodyPr/>
        <a:lstStyle/>
        <a:p>
          <a:pPr>
            <a:defRPr cap="all"/>
          </a:pPr>
          <a:r>
            <a:rPr lang="en-US"/>
            <a:t>Legal</a:t>
          </a:r>
        </a:p>
      </dgm:t>
    </dgm:pt>
    <dgm:pt modelId="{B7A14618-4789-4763-981E-30CBE2A27D05}" type="parTrans" cxnId="{30C9A13A-484D-4CCE-9FD6-D91D9605BFD3}">
      <dgm:prSet/>
      <dgm:spPr/>
      <dgm:t>
        <a:bodyPr/>
        <a:lstStyle/>
        <a:p>
          <a:endParaRPr lang="en-US"/>
        </a:p>
      </dgm:t>
    </dgm:pt>
    <dgm:pt modelId="{B6FB499E-D447-4DB2-AC90-640AC326078D}" type="sibTrans" cxnId="{30C9A13A-484D-4CCE-9FD6-D91D9605BFD3}">
      <dgm:prSet/>
      <dgm:spPr/>
      <dgm:t>
        <a:bodyPr/>
        <a:lstStyle/>
        <a:p>
          <a:endParaRPr lang="en-US"/>
        </a:p>
      </dgm:t>
    </dgm:pt>
    <dgm:pt modelId="{8B333665-3CA9-445A-8DB6-34DD40B607D2}">
      <dgm:prSet/>
      <dgm:spPr/>
      <dgm:t>
        <a:bodyPr/>
        <a:lstStyle/>
        <a:p>
          <a:pPr>
            <a:defRPr cap="all"/>
          </a:pPr>
          <a:r>
            <a:rPr lang="en-US"/>
            <a:t>Employees</a:t>
          </a:r>
        </a:p>
      </dgm:t>
    </dgm:pt>
    <dgm:pt modelId="{3F572D60-26C9-46C2-9279-4EE610CA0954}" type="parTrans" cxnId="{23AE0B16-B7C6-4F92-9E23-DFC93639D9B1}">
      <dgm:prSet/>
      <dgm:spPr/>
      <dgm:t>
        <a:bodyPr/>
        <a:lstStyle/>
        <a:p>
          <a:endParaRPr lang="en-US"/>
        </a:p>
      </dgm:t>
    </dgm:pt>
    <dgm:pt modelId="{D4D912F7-B334-4A1D-A8EA-362835F6D083}" type="sibTrans" cxnId="{23AE0B16-B7C6-4F92-9E23-DFC93639D9B1}">
      <dgm:prSet/>
      <dgm:spPr/>
      <dgm:t>
        <a:bodyPr/>
        <a:lstStyle/>
        <a:p>
          <a:endParaRPr lang="en-US"/>
        </a:p>
      </dgm:t>
    </dgm:pt>
    <dgm:pt modelId="{57E72B1A-FD59-49A8-8BD6-1A202BE18DD9}">
      <dgm:prSet/>
      <dgm:spPr/>
      <dgm:t>
        <a:bodyPr/>
        <a:lstStyle/>
        <a:p>
          <a:pPr>
            <a:defRPr cap="all"/>
          </a:pPr>
          <a:r>
            <a:rPr lang="en-US"/>
            <a:t>Customers</a:t>
          </a:r>
        </a:p>
      </dgm:t>
    </dgm:pt>
    <dgm:pt modelId="{CC003231-96CD-44F9-B7DA-4AA89039316F}" type="parTrans" cxnId="{B2A96BFA-D459-49DA-AA4D-C0915B94F367}">
      <dgm:prSet/>
      <dgm:spPr/>
      <dgm:t>
        <a:bodyPr/>
        <a:lstStyle/>
        <a:p>
          <a:endParaRPr lang="en-US"/>
        </a:p>
      </dgm:t>
    </dgm:pt>
    <dgm:pt modelId="{9222AB37-2D6E-41CE-BAF7-42D9679BF566}" type="sibTrans" cxnId="{B2A96BFA-D459-49DA-AA4D-C0915B94F367}">
      <dgm:prSet/>
      <dgm:spPr/>
      <dgm:t>
        <a:bodyPr/>
        <a:lstStyle/>
        <a:p>
          <a:endParaRPr lang="en-US"/>
        </a:p>
      </dgm:t>
    </dgm:pt>
    <dgm:pt modelId="{D64E9D95-2696-4DC5-95C3-BE500387522A}">
      <dgm:prSet/>
      <dgm:spPr/>
      <dgm:t>
        <a:bodyPr/>
        <a:lstStyle/>
        <a:p>
          <a:pPr>
            <a:defRPr cap="all"/>
          </a:pPr>
          <a:r>
            <a:rPr lang="en-US"/>
            <a:t>Write message for ONE group</a:t>
          </a:r>
        </a:p>
      </dgm:t>
    </dgm:pt>
    <dgm:pt modelId="{AA0AA248-2BBD-42EA-B5A6-5285AAC61BB1}" type="parTrans" cxnId="{8C247F30-110C-41E3-B8F8-A334CB315A9E}">
      <dgm:prSet/>
      <dgm:spPr/>
      <dgm:t>
        <a:bodyPr/>
        <a:lstStyle/>
        <a:p>
          <a:endParaRPr lang="en-US"/>
        </a:p>
      </dgm:t>
    </dgm:pt>
    <dgm:pt modelId="{8B48BADB-F350-47FE-9D56-9E9BC393CAB0}" type="sibTrans" cxnId="{8C247F30-110C-41E3-B8F8-A334CB315A9E}">
      <dgm:prSet/>
      <dgm:spPr/>
      <dgm:t>
        <a:bodyPr/>
        <a:lstStyle/>
        <a:p>
          <a:endParaRPr lang="en-US"/>
        </a:p>
      </dgm:t>
    </dgm:pt>
    <dgm:pt modelId="{2F2CA674-A9C3-4585-8692-6E556D72CAF7}" type="pres">
      <dgm:prSet presAssocID="{F20CC7BA-8E02-4E81-8AA4-105E3805B08A}" presName="root" presStyleCnt="0">
        <dgm:presLayoutVars>
          <dgm:dir/>
          <dgm:resizeHandles val="exact"/>
        </dgm:presLayoutVars>
      </dgm:prSet>
      <dgm:spPr/>
    </dgm:pt>
    <dgm:pt modelId="{DCB73C51-DF32-4B9C-A454-725A23ED71CD}" type="pres">
      <dgm:prSet presAssocID="{91B76993-A6A6-49EA-A6CD-D78DC9C2BDAA}" presName="compNode" presStyleCnt="0"/>
      <dgm:spPr/>
    </dgm:pt>
    <dgm:pt modelId="{42E12FB4-A539-4615-8D76-C83950AB6AF9}" type="pres">
      <dgm:prSet presAssocID="{91B76993-A6A6-49EA-A6CD-D78DC9C2BDAA}" presName="iconBgRect" presStyleLbl="bgShp" presStyleIdx="0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98680E47-25C4-4862-86BE-6DE0E3CB2B03}" type="pres">
      <dgm:prSet presAssocID="{91B76993-A6A6-49EA-A6CD-D78DC9C2BDA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E1B57D78-6B74-4AE7-AD4F-561A4784676C}" type="pres">
      <dgm:prSet presAssocID="{91B76993-A6A6-49EA-A6CD-D78DC9C2BDAA}" presName="spaceRect" presStyleCnt="0"/>
      <dgm:spPr/>
    </dgm:pt>
    <dgm:pt modelId="{2E05EC24-FFDB-4C84-9087-82E8E69EFAD7}" type="pres">
      <dgm:prSet presAssocID="{91B76993-A6A6-49EA-A6CD-D78DC9C2BDAA}" presName="textRect" presStyleLbl="revTx" presStyleIdx="0" presStyleCnt="7">
        <dgm:presLayoutVars>
          <dgm:chMax val="1"/>
          <dgm:chPref val="1"/>
        </dgm:presLayoutVars>
      </dgm:prSet>
      <dgm:spPr/>
    </dgm:pt>
    <dgm:pt modelId="{9D6E8621-A4EF-4183-A911-F9016AA5AD48}" type="pres">
      <dgm:prSet presAssocID="{718DA016-D03B-446B-A4A5-8CB309586876}" presName="sibTrans" presStyleCnt="0"/>
      <dgm:spPr/>
    </dgm:pt>
    <dgm:pt modelId="{BED19799-6A74-4018-930E-5BC9F548650C}" type="pres">
      <dgm:prSet presAssocID="{76B62869-E906-4BEB-A49B-68D984A5F2B9}" presName="compNode" presStyleCnt="0"/>
      <dgm:spPr/>
    </dgm:pt>
    <dgm:pt modelId="{BD0E56ED-C7DC-4798-A5D7-B3A607DCE230}" type="pres">
      <dgm:prSet presAssocID="{76B62869-E906-4BEB-A49B-68D984A5F2B9}" presName="iconBgRect" presStyleLbl="bgShp" presStyleIdx="1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F7779AFD-2408-4D66-8D5B-38E60E52D0AC}" type="pres">
      <dgm:prSet presAssocID="{76B62869-E906-4BEB-A49B-68D984A5F2B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6A4DC10-2961-42E8-9E86-1372821BC34F}" type="pres">
      <dgm:prSet presAssocID="{76B62869-E906-4BEB-A49B-68D984A5F2B9}" presName="spaceRect" presStyleCnt="0"/>
      <dgm:spPr/>
    </dgm:pt>
    <dgm:pt modelId="{D24EB4B5-C1C2-492E-B455-2B52FE08C1A7}" type="pres">
      <dgm:prSet presAssocID="{76B62869-E906-4BEB-A49B-68D984A5F2B9}" presName="textRect" presStyleLbl="revTx" presStyleIdx="1" presStyleCnt="7">
        <dgm:presLayoutVars>
          <dgm:chMax val="1"/>
          <dgm:chPref val="1"/>
        </dgm:presLayoutVars>
      </dgm:prSet>
      <dgm:spPr/>
    </dgm:pt>
    <dgm:pt modelId="{63D419D8-1878-4102-8613-14C262587C61}" type="pres">
      <dgm:prSet presAssocID="{751DECE4-86A9-45A5-A694-981F9FA8C689}" presName="sibTrans" presStyleCnt="0"/>
      <dgm:spPr/>
    </dgm:pt>
    <dgm:pt modelId="{2687DEA0-4560-4A15-8407-4C3A8CEC75A0}" type="pres">
      <dgm:prSet presAssocID="{334B031B-854F-43B8-B24B-CA992EDED4F5}" presName="compNode" presStyleCnt="0"/>
      <dgm:spPr/>
    </dgm:pt>
    <dgm:pt modelId="{4A97ABD2-3929-426A-9433-5DF91108A333}" type="pres">
      <dgm:prSet presAssocID="{334B031B-854F-43B8-B24B-CA992EDED4F5}" presName="iconBgRect" presStyleLbl="bgShp" presStyleIdx="2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BAE9CAB0-C5D4-46E0-A140-22908621A49C}" type="pres">
      <dgm:prSet presAssocID="{334B031B-854F-43B8-B24B-CA992EDED4F5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428F01F-9A46-43AE-8CEA-0F96E93BC710}" type="pres">
      <dgm:prSet presAssocID="{334B031B-854F-43B8-B24B-CA992EDED4F5}" presName="spaceRect" presStyleCnt="0"/>
      <dgm:spPr/>
    </dgm:pt>
    <dgm:pt modelId="{C0DC0672-F9FD-449D-9A8C-95BFBC13EA11}" type="pres">
      <dgm:prSet presAssocID="{334B031B-854F-43B8-B24B-CA992EDED4F5}" presName="textRect" presStyleLbl="revTx" presStyleIdx="2" presStyleCnt="7">
        <dgm:presLayoutVars>
          <dgm:chMax val="1"/>
          <dgm:chPref val="1"/>
        </dgm:presLayoutVars>
      </dgm:prSet>
      <dgm:spPr/>
    </dgm:pt>
    <dgm:pt modelId="{DF3733B0-B975-44C3-99B6-D28DD07DDBE3}" type="pres">
      <dgm:prSet presAssocID="{83DB475D-7878-4643-A16C-415F3A815FF0}" presName="sibTrans" presStyleCnt="0"/>
      <dgm:spPr/>
    </dgm:pt>
    <dgm:pt modelId="{67283EFF-CB8C-4323-9B4B-B1DE91662C33}" type="pres">
      <dgm:prSet presAssocID="{6D67B301-B284-4789-A8A1-648FA6CBFCDA}" presName="compNode" presStyleCnt="0"/>
      <dgm:spPr/>
    </dgm:pt>
    <dgm:pt modelId="{9767966F-E2ED-40B3-884D-2E93D2CB77BD}" type="pres">
      <dgm:prSet presAssocID="{6D67B301-B284-4789-A8A1-648FA6CBFCDA}" presName="iconBgRect" presStyleLbl="bgShp" presStyleIdx="3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43C8B92D-B31E-47F4-8D6F-A4BA4EB00FA2}" type="pres">
      <dgm:prSet presAssocID="{6D67B301-B284-4789-A8A1-648FA6CBFCD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AD65AC4E-8159-4E60-ABCE-8C81E9C235EB}" type="pres">
      <dgm:prSet presAssocID="{6D67B301-B284-4789-A8A1-648FA6CBFCDA}" presName="spaceRect" presStyleCnt="0"/>
      <dgm:spPr/>
    </dgm:pt>
    <dgm:pt modelId="{D8A84B88-F67C-4855-B57D-7F6BB41E5D30}" type="pres">
      <dgm:prSet presAssocID="{6D67B301-B284-4789-A8A1-648FA6CBFCDA}" presName="textRect" presStyleLbl="revTx" presStyleIdx="3" presStyleCnt="7">
        <dgm:presLayoutVars>
          <dgm:chMax val="1"/>
          <dgm:chPref val="1"/>
        </dgm:presLayoutVars>
      </dgm:prSet>
      <dgm:spPr/>
    </dgm:pt>
    <dgm:pt modelId="{7B082DA1-029C-4F8A-9E43-6D81B1E394B0}" type="pres">
      <dgm:prSet presAssocID="{B6FB499E-D447-4DB2-AC90-640AC326078D}" presName="sibTrans" presStyleCnt="0"/>
      <dgm:spPr/>
    </dgm:pt>
    <dgm:pt modelId="{87124DA3-74F0-42B9-B778-CC916D4901AE}" type="pres">
      <dgm:prSet presAssocID="{8B333665-3CA9-445A-8DB6-34DD40B607D2}" presName="compNode" presStyleCnt="0"/>
      <dgm:spPr/>
    </dgm:pt>
    <dgm:pt modelId="{71BBFBAA-A43E-4218-B9FE-349766AAA4CB}" type="pres">
      <dgm:prSet presAssocID="{8B333665-3CA9-445A-8DB6-34DD40B607D2}" presName="iconBgRect" presStyleLbl="bgShp" presStyleIdx="4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559F6E72-8720-4C9A-88FA-54D72AAFC00F}" type="pres">
      <dgm:prSet presAssocID="{8B333665-3CA9-445A-8DB6-34DD40B607D2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36217A50-4467-4FCB-8514-66AB8AFF341D}" type="pres">
      <dgm:prSet presAssocID="{8B333665-3CA9-445A-8DB6-34DD40B607D2}" presName="spaceRect" presStyleCnt="0"/>
      <dgm:spPr/>
    </dgm:pt>
    <dgm:pt modelId="{AE7894F9-721D-460E-B54A-859314B2721F}" type="pres">
      <dgm:prSet presAssocID="{8B333665-3CA9-445A-8DB6-34DD40B607D2}" presName="textRect" presStyleLbl="revTx" presStyleIdx="4" presStyleCnt="7">
        <dgm:presLayoutVars>
          <dgm:chMax val="1"/>
          <dgm:chPref val="1"/>
        </dgm:presLayoutVars>
      </dgm:prSet>
      <dgm:spPr/>
    </dgm:pt>
    <dgm:pt modelId="{93CCC730-E260-470C-BAEB-975B3059CA5B}" type="pres">
      <dgm:prSet presAssocID="{D4D912F7-B334-4A1D-A8EA-362835F6D083}" presName="sibTrans" presStyleCnt="0"/>
      <dgm:spPr/>
    </dgm:pt>
    <dgm:pt modelId="{62B644B3-A5EB-4A98-95CB-812AD4CF2DC9}" type="pres">
      <dgm:prSet presAssocID="{57E72B1A-FD59-49A8-8BD6-1A202BE18DD9}" presName="compNode" presStyleCnt="0"/>
      <dgm:spPr/>
    </dgm:pt>
    <dgm:pt modelId="{42EB93C4-68B0-4C9D-B3CC-78C64A946D97}" type="pres">
      <dgm:prSet presAssocID="{57E72B1A-FD59-49A8-8BD6-1A202BE18DD9}" presName="iconBgRect" presStyleLbl="bgShp" presStyleIdx="5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4A494F2C-90B3-403F-ABDC-AE938A747FCF}" type="pres">
      <dgm:prSet presAssocID="{57E72B1A-FD59-49A8-8BD6-1A202BE18DD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F3989756-6781-48D0-BE4F-9F44B56B77EC}" type="pres">
      <dgm:prSet presAssocID="{57E72B1A-FD59-49A8-8BD6-1A202BE18DD9}" presName="spaceRect" presStyleCnt="0"/>
      <dgm:spPr/>
    </dgm:pt>
    <dgm:pt modelId="{C3879D11-701C-4181-82DC-A3BF60D06213}" type="pres">
      <dgm:prSet presAssocID="{57E72B1A-FD59-49A8-8BD6-1A202BE18DD9}" presName="textRect" presStyleLbl="revTx" presStyleIdx="5" presStyleCnt="7">
        <dgm:presLayoutVars>
          <dgm:chMax val="1"/>
          <dgm:chPref val="1"/>
        </dgm:presLayoutVars>
      </dgm:prSet>
      <dgm:spPr/>
    </dgm:pt>
    <dgm:pt modelId="{BCA113AD-0F87-44DC-9E4B-1F542A955F58}" type="pres">
      <dgm:prSet presAssocID="{9222AB37-2D6E-41CE-BAF7-42D9679BF566}" presName="sibTrans" presStyleCnt="0"/>
      <dgm:spPr/>
    </dgm:pt>
    <dgm:pt modelId="{AE218071-15E1-45F2-8759-69C8440002C2}" type="pres">
      <dgm:prSet presAssocID="{D64E9D95-2696-4DC5-95C3-BE500387522A}" presName="compNode" presStyleCnt="0"/>
      <dgm:spPr/>
    </dgm:pt>
    <dgm:pt modelId="{9D3C28ED-A11B-44C1-8EA6-2684C28DD640}" type="pres">
      <dgm:prSet presAssocID="{D64E9D95-2696-4DC5-95C3-BE500387522A}" presName="iconBgRect" presStyleLbl="bgShp" presStyleIdx="6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E3A1B9C4-D1A6-44C0-AA8D-5F2828C8418C}" type="pres">
      <dgm:prSet presAssocID="{D64E9D95-2696-4DC5-95C3-BE500387522A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156498F4-3B35-43F6-9D43-032C4D31435F}" type="pres">
      <dgm:prSet presAssocID="{D64E9D95-2696-4DC5-95C3-BE500387522A}" presName="spaceRect" presStyleCnt="0"/>
      <dgm:spPr/>
    </dgm:pt>
    <dgm:pt modelId="{C4B97743-9331-437A-A659-6878CCDC4C02}" type="pres">
      <dgm:prSet presAssocID="{D64E9D95-2696-4DC5-95C3-BE500387522A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23AE0B16-B7C6-4F92-9E23-DFC93639D9B1}" srcId="{F20CC7BA-8E02-4E81-8AA4-105E3805B08A}" destId="{8B333665-3CA9-445A-8DB6-34DD40B607D2}" srcOrd="4" destOrd="0" parTransId="{3F572D60-26C9-46C2-9279-4EE610CA0954}" sibTransId="{D4D912F7-B334-4A1D-A8EA-362835F6D083}"/>
    <dgm:cxn modelId="{CEDB3C1A-F2CE-452E-B4B3-F7AE2917D3CA}" type="presOf" srcId="{91B76993-A6A6-49EA-A6CD-D78DC9C2BDAA}" destId="{2E05EC24-FFDB-4C84-9087-82E8E69EFAD7}" srcOrd="0" destOrd="0" presId="urn:microsoft.com/office/officeart/2018/5/layout/IconLeafLabelList"/>
    <dgm:cxn modelId="{8C247F30-110C-41E3-B8F8-A334CB315A9E}" srcId="{F20CC7BA-8E02-4E81-8AA4-105E3805B08A}" destId="{D64E9D95-2696-4DC5-95C3-BE500387522A}" srcOrd="6" destOrd="0" parTransId="{AA0AA248-2BBD-42EA-B5A6-5285AAC61BB1}" sibTransId="{8B48BADB-F350-47FE-9D56-9E9BC393CAB0}"/>
    <dgm:cxn modelId="{30C9A13A-484D-4CCE-9FD6-D91D9605BFD3}" srcId="{F20CC7BA-8E02-4E81-8AA4-105E3805B08A}" destId="{6D67B301-B284-4789-A8A1-648FA6CBFCDA}" srcOrd="3" destOrd="0" parTransId="{B7A14618-4789-4763-981E-30CBE2A27D05}" sibTransId="{B6FB499E-D447-4DB2-AC90-640AC326078D}"/>
    <dgm:cxn modelId="{1D10316C-9DAC-453A-A2C5-029812ED53E7}" type="presOf" srcId="{F20CC7BA-8E02-4E81-8AA4-105E3805B08A}" destId="{2F2CA674-A9C3-4585-8692-6E556D72CAF7}" srcOrd="0" destOrd="0" presId="urn:microsoft.com/office/officeart/2018/5/layout/IconLeafLabelList"/>
    <dgm:cxn modelId="{C82D3B81-B9E7-4111-BB00-BB87883E016E}" type="presOf" srcId="{334B031B-854F-43B8-B24B-CA992EDED4F5}" destId="{C0DC0672-F9FD-449D-9A8C-95BFBC13EA11}" srcOrd="0" destOrd="0" presId="urn:microsoft.com/office/officeart/2018/5/layout/IconLeafLabelList"/>
    <dgm:cxn modelId="{B9D7378A-9F0D-4688-9188-294D36E9B6F9}" srcId="{F20CC7BA-8E02-4E81-8AA4-105E3805B08A}" destId="{334B031B-854F-43B8-B24B-CA992EDED4F5}" srcOrd="2" destOrd="0" parTransId="{865FB23F-1071-4530-A80F-BACC73A778FB}" sibTransId="{83DB475D-7878-4643-A16C-415F3A815FF0}"/>
    <dgm:cxn modelId="{55A02BB0-67C4-4716-AB21-0D529A0BF394}" type="presOf" srcId="{76B62869-E906-4BEB-A49B-68D984A5F2B9}" destId="{D24EB4B5-C1C2-492E-B455-2B52FE08C1A7}" srcOrd="0" destOrd="0" presId="urn:microsoft.com/office/officeart/2018/5/layout/IconLeafLabelList"/>
    <dgm:cxn modelId="{ACD56AB0-1517-4DF3-9C4D-B874B83B1BEF}" type="presOf" srcId="{D64E9D95-2696-4DC5-95C3-BE500387522A}" destId="{C4B97743-9331-437A-A659-6878CCDC4C02}" srcOrd="0" destOrd="0" presId="urn:microsoft.com/office/officeart/2018/5/layout/IconLeafLabelList"/>
    <dgm:cxn modelId="{031C46B7-480F-41B3-A7BB-AA686B986871}" srcId="{F20CC7BA-8E02-4E81-8AA4-105E3805B08A}" destId="{91B76993-A6A6-49EA-A6CD-D78DC9C2BDAA}" srcOrd="0" destOrd="0" parTransId="{70BA1D69-C22C-4248-A2B7-5F8C25DF3BA3}" sibTransId="{718DA016-D03B-446B-A4A5-8CB309586876}"/>
    <dgm:cxn modelId="{186B3DCE-E735-4705-8B0B-B31AFB2E7A31}" type="presOf" srcId="{57E72B1A-FD59-49A8-8BD6-1A202BE18DD9}" destId="{C3879D11-701C-4181-82DC-A3BF60D06213}" srcOrd="0" destOrd="0" presId="urn:microsoft.com/office/officeart/2018/5/layout/IconLeafLabelList"/>
    <dgm:cxn modelId="{A91F2BDA-4711-4C2D-A252-135D62D206C1}" type="presOf" srcId="{6D67B301-B284-4789-A8A1-648FA6CBFCDA}" destId="{D8A84B88-F67C-4855-B57D-7F6BB41E5D30}" srcOrd="0" destOrd="0" presId="urn:microsoft.com/office/officeart/2018/5/layout/IconLeafLabelList"/>
    <dgm:cxn modelId="{28EE6BDE-FD12-44E5-B7A9-992947E8ABE0}" type="presOf" srcId="{8B333665-3CA9-445A-8DB6-34DD40B607D2}" destId="{AE7894F9-721D-460E-B54A-859314B2721F}" srcOrd="0" destOrd="0" presId="urn:microsoft.com/office/officeart/2018/5/layout/IconLeafLabelList"/>
    <dgm:cxn modelId="{01A4CAEF-5F6B-45F1-9D09-02622445A7D0}" srcId="{F20CC7BA-8E02-4E81-8AA4-105E3805B08A}" destId="{76B62869-E906-4BEB-A49B-68D984A5F2B9}" srcOrd="1" destOrd="0" parTransId="{1B02B75D-E50B-4856-8B96-58E51A91B83D}" sibTransId="{751DECE4-86A9-45A5-A694-981F9FA8C689}"/>
    <dgm:cxn modelId="{B2A96BFA-D459-49DA-AA4D-C0915B94F367}" srcId="{F20CC7BA-8E02-4E81-8AA4-105E3805B08A}" destId="{57E72B1A-FD59-49A8-8BD6-1A202BE18DD9}" srcOrd="5" destOrd="0" parTransId="{CC003231-96CD-44F9-B7DA-4AA89039316F}" sibTransId="{9222AB37-2D6E-41CE-BAF7-42D9679BF566}"/>
    <dgm:cxn modelId="{0979B3C8-58DB-46EC-BBD6-FD5971BC286A}" type="presParOf" srcId="{2F2CA674-A9C3-4585-8692-6E556D72CAF7}" destId="{DCB73C51-DF32-4B9C-A454-725A23ED71CD}" srcOrd="0" destOrd="0" presId="urn:microsoft.com/office/officeart/2018/5/layout/IconLeafLabelList"/>
    <dgm:cxn modelId="{75D0659C-C5DF-4F0C-A53C-EC0A475E3C64}" type="presParOf" srcId="{DCB73C51-DF32-4B9C-A454-725A23ED71CD}" destId="{42E12FB4-A539-4615-8D76-C83950AB6AF9}" srcOrd="0" destOrd="0" presId="urn:microsoft.com/office/officeart/2018/5/layout/IconLeafLabelList"/>
    <dgm:cxn modelId="{932C7E79-99D3-4843-896F-A9B74984F615}" type="presParOf" srcId="{DCB73C51-DF32-4B9C-A454-725A23ED71CD}" destId="{98680E47-25C4-4862-86BE-6DE0E3CB2B03}" srcOrd="1" destOrd="0" presId="urn:microsoft.com/office/officeart/2018/5/layout/IconLeafLabelList"/>
    <dgm:cxn modelId="{83FF98B8-8DF2-4254-9283-4B8C032B1B88}" type="presParOf" srcId="{DCB73C51-DF32-4B9C-A454-725A23ED71CD}" destId="{E1B57D78-6B74-4AE7-AD4F-561A4784676C}" srcOrd="2" destOrd="0" presId="urn:microsoft.com/office/officeart/2018/5/layout/IconLeafLabelList"/>
    <dgm:cxn modelId="{462C39D6-ECB3-45EA-8106-353D68011423}" type="presParOf" srcId="{DCB73C51-DF32-4B9C-A454-725A23ED71CD}" destId="{2E05EC24-FFDB-4C84-9087-82E8E69EFAD7}" srcOrd="3" destOrd="0" presId="urn:microsoft.com/office/officeart/2018/5/layout/IconLeafLabelList"/>
    <dgm:cxn modelId="{386C5CCE-5634-4B2A-B757-7F850543B827}" type="presParOf" srcId="{2F2CA674-A9C3-4585-8692-6E556D72CAF7}" destId="{9D6E8621-A4EF-4183-A911-F9016AA5AD48}" srcOrd="1" destOrd="0" presId="urn:microsoft.com/office/officeart/2018/5/layout/IconLeafLabelList"/>
    <dgm:cxn modelId="{3F01612A-0833-4B1A-B541-365FF7B3AF58}" type="presParOf" srcId="{2F2CA674-A9C3-4585-8692-6E556D72CAF7}" destId="{BED19799-6A74-4018-930E-5BC9F548650C}" srcOrd="2" destOrd="0" presId="urn:microsoft.com/office/officeart/2018/5/layout/IconLeafLabelList"/>
    <dgm:cxn modelId="{EF1AA501-6618-4541-A4DA-653118458149}" type="presParOf" srcId="{BED19799-6A74-4018-930E-5BC9F548650C}" destId="{BD0E56ED-C7DC-4798-A5D7-B3A607DCE230}" srcOrd="0" destOrd="0" presId="urn:microsoft.com/office/officeart/2018/5/layout/IconLeafLabelList"/>
    <dgm:cxn modelId="{199AEC1D-572B-4E1D-BB1D-3F8EBF0C4BF2}" type="presParOf" srcId="{BED19799-6A74-4018-930E-5BC9F548650C}" destId="{F7779AFD-2408-4D66-8D5B-38E60E52D0AC}" srcOrd="1" destOrd="0" presId="urn:microsoft.com/office/officeart/2018/5/layout/IconLeafLabelList"/>
    <dgm:cxn modelId="{1137F9DD-BBF7-4F19-B151-795A3C63CC73}" type="presParOf" srcId="{BED19799-6A74-4018-930E-5BC9F548650C}" destId="{16A4DC10-2961-42E8-9E86-1372821BC34F}" srcOrd="2" destOrd="0" presId="urn:microsoft.com/office/officeart/2018/5/layout/IconLeafLabelList"/>
    <dgm:cxn modelId="{9D93FAE9-0423-4A80-939B-62503A397602}" type="presParOf" srcId="{BED19799-6A74-4018-930E-5BC9F548650C}" destId="{D24EB4B5-C1C2-492E-B455-2B52FE08C1A7}" srcOrd="3" destOrd="0" presId="urn:microsoft.com/office/officeart/2018/5/layout/IconLeafLabelList"/>
    <dgm:cxn modelId="{60EBCBD6-FA6A-46B0-A8F1-89E56102CA55}" type="presParOf" srcId="{2F2CA674-A9C3-4585-8692-6E556D72CAF7}" destId="{63D419D8-1878-4102-8613-14C262587C61}" srcOrd="3" destOrd="0" presId="urn:microsoft.com/office/officeart/2018/5/layout/IconLeafLabelList"/>
    <dgm:cxn modelId="{C4F8C94C-38B1-4D1D-8F4C-84BA90EEF48E}" type="presParOf" srcId="{2F2CA674-A9C3-4585-8692-6E556D72CAF7}" destId="{2687DEA0-4560-4A15-8407-4C3A8CEC75A0}" srcOrd="4" destOrd="0" presId="urn:microsoft.com/office/officeart/2018/5/layout/IconLeafLabelList"/>
    <dgm:cxn modelId="{A2ED27B1-8B69-47B7-A485-6057D1E632D4}" type="presParOf" srcId="{2687DEA0-4560-4A15-8407-4C3A8CEC75A0}" destId="{4A97ABD2-3929-426A-9433-5DF91108A333}" srcOrd="0" destOrd="0" presId="urn:microsoft.com/office/officeart/2018/5/layout/IconLeafLabelList"/>
    <dgm:cxn modelId="{C9AF53F3-326D-4578-B81C-4F022923FAA6}" type="presParOf" srcId="{2687DEA0-4560-4A15-8407-4C3A8CEC75A0}" destId="{BAE9CAB0-C5D4-46E0-A140-22908621A49C}" srcOrd="1" destOrd="0" presId="urn:microsoft.com/office/officeart/2018/5/layout/IconLeafLabelList"/>
    <dgm:cxn modelId="{ECC91AC6-9534-429E-B5DE-301B39F8A2FC}" type="presParOf" srcId="{2687DEA0-4560-4A15-8407-4C3A8CEC75A0}" destId="{7428F01F-9A46-43AE-8CEA-0F96E93BC710}" srcOrd="2" destOrd="0" presId="urn:microsoft.com/office/officeart/2018/5/layout/IconLeafLabelList"/>
    <dgm:cxn modelId="{E258370C-F057-4E8F-A052-BD14D7F73D56}" type="presParOf" srcId="{2687DEA0-4560-4A15-8407-4C3A8CEC75A0}" destId="{C0DC0672-F9FD-449D-9A8C-95BFBC13EA11}" srcOrd="3" destOrd="0" presId="urn:microsoft.com/office/officeart/2018/5/layout/IconLeafLabelList"/>
    <dgm:cxn modelId="{3F7E4308-8E45-4178-B184-7FAEE3AD0A34}" type="presParOf" srcId="{2F2CA674-A9C3-4585-8692-6E556D72CAF7}" destId="{DF3733B0-B975-44C3-99B6-D28DD07DDBE3}" srcOrd="5" destOrd="0" presId="urn:microsoft.com/office/officeart/2018/5/layout/IconLeafLabelList"/>
    <dgm:cxn modelId="{B9E71283-CEAA-4D21-96B1-EFFBFC2AE1DC}" type="presParOf" srcId="{2F2CA674-A9C3-4585-8692-6E556D72CAF7}" destId="{67283EFF-CB8C-4323-9B4B-B1DE91662C33}" srcOrd="6" destOrd="0" presId="urn:microsoft.com/office/officeart/2018/5/layout/IconLeafLabelList"/>
    <dgm:cxn modelId="{0E3E0890-D013-4DC5-904F-70176965726A}" type="presParOf" srcId="{67283EFF-CB8C-4323-9B4B-B1DE91662C33}" destId="{9767966F-E2ED-40B3-884D-2E93D2CB77BD}" srcOrd="0" destOrd="0" presId="urn:microsoft.com/office/officeart/2018/5/layout/IconLeafLabelList"/>
    <dgm:cxn modelId="{8DA60730-B9DE-4A6E-84CD-DA621421BE7D}" type="presParOf" srcId="{67283EFF-CB8C-4323-9B4B-B1DE91662C33}" destId="{43C8B92D-B31E-47F4-8D6F-A4BA4EB00FA2}" srcOrd="1" destOrd="0" presId="urn:microsoft.com/office/officeart/2018/5/layout/IconLeafLabelList"/>
    <dgm:cxn modelId="{8BBACA5E-07CE-4D4F-A967-8619307AF318}" type="presParOf" srcId="{67283EFF-CB8C-4323-9B4B-B1DE91662C33}" destId="{AD65AC4E-8159-4E60-ABCE-8C81E9C235EB}" srcOrd="2" destOrd="0" presId="urn:microsoft.com/office/officeart/2018/5/layout/IconLeafLabelList"/>
    <dgm:cxn modelId="{08F5CCC7-2248-4E75-8E62-04009BF61DD8}" type="presParOf" srcId="{67283EFF-CB8C-4323-9B4B-B1DE91662C33}" destId="{D8A84B88-F67C-4855-B57D-7F6BB41E5D30}" srcOrd="3" destOrd="0" presId="urn:microsoft.com/office/officeart/2018/5/layout/IconLeafLabelList"/>
    <dgm:cxn modelId="{71B067A5-C052-4EA6-88EE-C4C48923A09D}" type="presParOf" srcId="{2F2CA674-A9C3-4585-8692-6E556D72CAF7}" destId="{7B082DA1-029C-4F8A-9E43-6D81B1E394B0}" srcOrd="7" destOrd="0" presId="urn:microsoft.com/office/officeart/2018/5/layout/IconLeafLabelList"/>
    <dgm:cxn modelId="{E3F228A3-BA5C-4BA8-A216-A60F11C9F4DA}" type="presParOf" srcId="{2F2CA674-A9C3-4585-8692-6E556D72CAF7}" destId="{87124DA3-74F0-42B9-B778-CC916D4901AE}" srcOrd="8" destOrd="0" presId="urn:microsoft.com/office/officeart/2018/5/layout/IconLeafLabelList"/>
    <dgm:cxn modelId="{0BE4EB9E-794D-42E0-80EE-9159590A361C}" type="presParOf" srcId="{87124DA3-74F0-42B9-B778-CC916D4901AE}" destId="{71BBFBAA-A43E-4218-B9FE-349766AAA4CB}" srcOrd="0" destOrd="0" presId="urn:microsoft.com/office/officeart/2018/5/layout/IconLeafLabelList"/>
    <dgm:cxn modelId="{C5DBB63C-3584-43FC-8AF7-20B158745F87}" type="presParOf" srcId="{87124DA3-74F0-42B9-B778-CC916D4901AE}" destId="{559F6E72-8720-4C9A-88FA-54D72AAFC00F}" srcOrd="1" destOrd="0" presId="urn:microsoft.com/office/officeart/2018/5/layout/IconLeafLabelList"/>
    <dgm:cxn modelId="{F94D874D-E799-4C48-8A1A-4285D3674400}" type="presParOf" srcId="{87124DA3-74F0-42B9-B778-CC916D4901AE}" destId="{36217A50-4467-4FCB-8514-66AB8AFF341D}" srcOrd="2" destOrd="0" presId="urn:microsoft.com/office/officeart/2018/5/layout/IconLeafLabelList"/>
    <dgm:cxn modelId="{84AD7391-4332-4088-8F09-184CA7862432}" type="presParOf" srcId="{87124DA3-74F0-42B9-B778-CC916D4901AE}" destId="{AE7894F9-721D-460E-B54A-859314B2721F}" srcOrd="3" destOrd="0" presId="urn:microsoft.com/office/officeart/2018/5/layout/IconLeafLabelList"/>
    <dgm:cxn modelId="{E5BB8FB2-1733-4022-BB4C-4FD3AF8C0C6A}" type="presParOf" srcId="{2F2CA674-A9C3-4585-8692-6E556D72CAF7}" destId="{93CCC730-E260-470C-BAEB-975B3059CA5B}" srcOrd="9" destOrd="0" presId="urn:microsoft.com/office/officeart/2018/5/layout/IconLeafLabelList"/>
    <dgm:cxn modelId="{6BD3F47F-15BB-490B-9624-A5C6263BE65E}" type="presParOf" srcId="{2F2CA674-A9C3-4585-8692-6E556D72CAF7}" destId="{62B644B3-A5EB-4A98-95CB-812AD4CF2DC9}" srcOrd="10" destOrd="0" presId="urn:microsoft.com/office/officeart/2018/5/layout/IconLeafLabelList"/>
    <dgm:cxn modelId="{DFEBF21A-56E7-43D8-A63A-DEF5F9A598E0}" type="presParOf" srcId="{62B644B3-A5EB-4A98-95CB-812AD4CF2DC9}" destId="{42EB93C4-68B0-4C9D-B3CC-78C64A946D97}" srcOrd="0" destOrd="0" presId="urn:microsoft.com/office/officeart/2018/5/layout/IconLeafLabelList"/>
    <dgm:cxn modelId="{9A07920C-B8E2-441E-89F1-03EA2B48DF58}" type="presParOf" srcId="{62B644B3-A5EB-4A98-95CB-812AD4CF2DC9}" destId="{4A494F2C-90B3-403F-ABDC-AE938A747FCF}" srcOrd="1" destOrd="0" presId="urn:microsoft.com/office/officeart/2018/5/layout/IconLeafLabelList"/>
    <dgm:cxn modelId="{E3BC8DC9-F543-4696-8ED6-ED00AAD03200}" type="presParOf" srcId="{62B644B3-A5EB-4A98-95CB-812AD4CF2DC9}" destId="{F3989756-6781-48D0-BE4F-9F44B56B77EC}" srcOrd="2" destOrd="0" presId="urn:microsoft.com/office/officeart/2018/5/layout/IconLeafLabelList"/>
    <dgm:cxn modelId="{4F47F9C3-D08C-431B-A134-902586994801}" type="presParOf" srcId="{62B644B3-A5EB-4A98-95CB-812AD4CF2DC9}" destId="{C3879D11-701C-4181-82DC-A3BF60D06213}" srcOrd="3" destOrd="0" presId="urn:microsoft.com/office/officeart/2018/5/layout/IconLeafLabelList"/>
    <dgm:cxn modelId="{A8775F75-123B-4AFF-A1E4-D11C9DF29F30}" type="presParOf" srcId="{2F2CA674-A9C3-4585-8692-6E556D72CAF7}" destId="{BCA113AD-0F87-44DC-9E4B-1F542A955F58}" srcOrd="11" destOrd="0" presId="urn:microsoft.com/office/officeart/2018/5/layout/IconLeafLabelList"/>
    <dgm:cxn modelId="{27E5C88F-57F5-41AC-9A4D-66945963B312}" type="presParOf" srcId="{2F2CA674-A9C3-4585-8692-6E556D72CAF7}" destId="{AE218071-15E1-45F2-8759-69C8440002C2}" srcOrd="12" destOrd="0" presId="urn:microsoft.com/office/officeart/2018/5/layout/IconLeafLabelList"/>
    <dgm:cxn modelId="{BD74FB55-DB09-47AC-9CB9-687B5C865DD7}" type="presParOf" srcId="{AE218071-15E1-45F2-8759-69C8440002C2}" destId="{9D3C28ED-A11B-44C1-8EA6-2684C28DD640}" srcOrd="0" destOrd="0" presId="urn:microsoft.com/office/officeart/2018/5/layout/IconLeafLabelList"/>
    <dgm:cxn modelId="{3DF9D771-2BB1-4508-B20C-40EB36067C23}" type="presParOf" srcId="{AE218071-15E1-45F2-8759-69C8440002C2}" destId="{E3A1B9C4-D1A6-44C0-AA8D-5F2828C8418C}" srcOrd="1" destOrd="0" presId="urn:microsoft.com/office/officeart/2018/5/layout/IconLeafLabelList"/>
    <dgm:cxn modelId="{49E79921-5F8F-41E9-8D05-FFC40AC7D5DB}" type="presParOf" srcId="{AE218071-15E1-45F2-8759-69C8440002C2}" destId="{156498F4-3B35-43F6-9D43-032C4D31435F}" srcOrd="2" destOrd="0" presId="urn:microsoft.com/office/officeart/2018/5/layout/IconLeafLabelList"/>
    <dgm:cxn modelId="{1B7E9EE3-4FC3-48F7-BA9A-D6B8BD259A47}" type="presParOf" srcId="{AE218071-15E1-45F2-8759-69C8440002C2}" destId="{C4B97743-9331-437A-A659-6878CCDC4C0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D9FEAF0-B5E7-472C-AC84-A3DA2ED8EF2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A603EE-CB5C-4CA0-9178-FA3609C31911}">
      <dgm:prSet/>
      <dgm:spPr/>
      <dgm:t>
        <a:bodyPr/>
        <a:lstStyle/>
        <a:p>
          <a:pPr>
            <a:defRPr cap="all"/>
          </a:pPr>
          <a:r>
            <a:rPr lang="en-US"/>
            <a:t>Technical:</a:t>
          </a:r>
        </a:p>
      </dgm:t>
    </dgm:pt>
    <dgm:pt modelId="{41119307-A4FF-413A-8486-3B29BA8758FE}" type="parTrans" cxnId="{611FC61C-B342-4E3F-BB17-207846CCEDE8}">
      <dgm:prSet/>
      <dgm:spPr/>
      <dgm:t>
        <a:bodyPr/>
        <a:lstStyle/>
        <a:p>
          <a:endParaRPr lang="en-US"/>
        </a:p>
      </dgm:t>
    </dgm:pt>
    <dgm:pt modelId="{0780096B-18D5-496F-BC49-C5B699381923}" type="sibTrans" cxnId="{611FC61C-B342-4E3F-BB17-207846CCEDE8}">
      <dgm:prSet/>
      <dgm:spPr/>
      <dgm:t>
        <a:bodyPr/>
        <a:lstStyle/>
        <a:p>
          <a:endParaRPr lang="en-US"/>
        </a:p>
      </dgm:t>
    </dgm:pt>
    <dgm:pt modelId="{79F535E9-E161-46E7-BA04-85F17FB51F88}">
      <dgm:prSet/>
      <dgm:spPr/>
      <dgm:t>
        <a:bodyPr/>
        <a:lstStyle/>
        <a:p>
          <a:pPr>
            <a:defRPr cap="all"/>
          </a:pPr>
          <a:r>
            <a:rPr lang="en-US"/>
            <a:t>Privilege escalation achieved via exploit.</a:t>
          </a:r>
        </a:p>
      </dgm:t>
    </dgm:pt>
    <dgm:pt modelId="{7EF17739-AEC3-4963-B68C-414F24121D60}" type="parTrans" cxnId="{585A7F2D-AF1A-4B6B-911E-C7C7135E47F6}">
      <dgm:prSet/>
      <dgm:spPr/>
      <dgm:t>
        <a:bodyPr/>
        <a:lstStyle/>
        <a:p>
          <a:endParaRPr lang="en-US"/>
        </a:p>
      </dgm:t>
    </dgm:pt>
    <dgm:pt modelId="{4CBF103B-96C7-4CBD-9774-D40AF13B49AB}" type="sibTrans" cxnId="{585A7F2D-AF1A-4B6B-911E-C7C7135E47F6}">
      <dgm:prSet/>
      <dgm:spPr/>
      <dgm:t>
        <a:bodyPr/>
        <a:lstStyle/>
        <a:p>
          <a:endParaRPr lang="en-US"/>
        </a:p>
      </dgm:t>
    </dgm:pt>
    <dgm:pt modelId="{0C1157DD-2F7C-450F-B028-C3B2F4746933}">
      <dgm:prSet/>
      <dgm:spPr/>
      <dgm:t>
        <a:bodyPr/>
        <a:lstStyle/>
        <a:p>
          <a:pPr>
            <a:defRPr cap="all"/>
          </a:pPr>
          <a:r>
            <a:rPr lang="en-US"/>
            <a:t>Explain to hospital administrator.</a:t>
          </a:r>
        </a:p>
      </dgm:t>
    </dgm:pt>
    <dgm:pt modelId="{B1F29F85-EBFB-4234-90DA-B1EE0DD503B2}" type="parTrans" cxnId="{71CD94D3-058B-440C-8F38-E62651A790D4}">
      <dgm:prSet/>
      <dgm:spPr/>
      <dgm:t>
        <a:bodyPr/>
        <a:lstStyle/>
        <a:p>
          <a:endParaRPr lang="en-US"/>
        </a:p>
      </dgm:t>
    </dgm:pt>
    <dgm:pt modelId="{2E79B93E-ABA4-4F0D-A813-324788418075}" type="sibTrans" cxnId="{71CD94D3-058B-440C-8F38-E62651A790D4}">
      <dgm:prSet/>
      <dgm:spPr/>
      <dgm:t>
        <a:bodyPr/>
        <a:lstStyle/>
        <a:p>
          <a:endParaRPr lang="en-US"/>
        </a:p>
      </dgm:t>
    </dgm:pt>
    <dgm:pt modelId="{C18D01A2-087C-40D2-9B92-74F5AE59A357}" type="pres">
      <dgm:prSet presAssocID="{1D9FEAF0-B5E7-472C-AC84-A3DA2ED8EF25}" presName="outerComposite" presStyleCnt="0">
        <dgm:presLayoutVars>
          <dgm:chMax val="5"/>
          <dgm:dir/>
          <dgm:resizeHandles val="exact"/>
        </dgm:presLayoutVars>
      </dgm:prSet>
      <dgm:spPr/>
    </dgm:pt>
    <dgm:pt modelId="{87900C5C-1D16-40C9-953F-91CB6907B68D}" type="pres">
      <dgm:prSet presAssocID="{1D9FEAF0-B5E7-472C-AC84-A3DA2ED8EF25}" presName="dummyMaxCanvas" presStyleCnt="0">
        <dgm:presLayoutVars/>
      </dgm:prSet>
      <dgm:spPr/>
    </dgm:pt>
    <dgm:pt modelId="{D90C14C4-9D53-46B9-A703-F96BC8E4DC37}" type="pres">
      <dgm:prSet presAssocID="{1D9FEAF0-B5E7-472C-AC84-A3DA2ED8EF25}" presName="ThreeNodes_1" presStyleLbl="node1" presStyleIdx="0" presStyleCnt="3">
        <dgm:presLayoutVars>
          <dgm:bulletEnabled val="1"/>
        </dgm:presLayoutVars>
      </dgm:prSet>
      <dgm:spPr/>
    </dgm:pt>
    <dgm:pt modelId="{C6216C5F-7199-4F19-8090-8B9A4A985F1A}" type="pres">
      <dgm:prSet presAssocID="{1D9FEAF0-B5E7-472C-AC84-A3DA2ED8EF25}" presName="ThreeNodes_2" presStyleLbl="node1" presStyleIdx="1" presStyleCnt="3">
        <dgm:presLayoutVars>
          <dgm:bulletEnabled val="1"/>
        </dgm:presLayoutVars>
      </dgm:prSet>
      <dgm:spPr/>
    </dgm:pt>
    <dgm:pt modelId="{BC4FB527-8EFA-470A-960A-D686C876B69D}" type="pres">
      <dgm:prSet presAssocID="{1D9FEAF0-B5E7-472C-AC84-A3DA2ED8EF25}" presName="ThreeNodes_3" presStyleLbl="node1" presStyleIdx="2" presStyleCnt="3">
        <dgm:presLayoutVars>
          <dgm:bulletEnabled val="1"/>
        </dgm:presLayoutVars>
      </dgm:prSet>
      <dgm:spPr/>
    </dgm:pt>
    <dgm:pt modelId="{1BB027CA-B884-4677-A905-AE5AE48F2D88}" type="pres">
      <dgm:prSet presAssocID="{1D9FEAF0-B5E7-472C-AC84-A3DA2ED8EF25}" presName="ThreeConn_1-2" presStyleLbl="fgAccFollowNode1" presStyleIdx="0" presStyleCnt="2">
        <dgm:presLayoutVars>
          <dgm:bulletEnabled val="1"/>
        </dgm:presLayoutVars>
      </dgm:prSet>
      <dgm:spPr/>
    </dgm:pt>
    <dgm:pt modelId="{D0CE13E1-C218-41DE-B9F7-871EEAE7B938}" type="pres">
      <dgm:prSet presAssocID="{1D9FEAF0-B5E7-472C-AC84-A3DA2ED8EF25}" presName="ThreeConn_2-3" presStyleLbl="fgAccFollowNode1" presStyleIdx="1" presStyleCnt="2">
        <dgm:presLayoutVars>
          <dgm:bulletEnabled val="1"/>
        </dgm:presLayoutVars>
      </dgm:prSet>
      <dgm:spPr/>
    </dgm:pt>
    <dgm:pt modelId="{004D254B-DE70-4573-9AD4-81085A98D973}" type="pres">
      <dgm:prSet presAssocID="{1D9FEAF0-B5E7-472C-AC84-A3DA2ED8EF25}" presName="ThreeNodes_1_text" presStyleLbl="node1" presStyleIdx="2" presStyleCnt="3">
        <dgm:presLayoutVars>
          <dgm:bulletEnabled val="1"/>
        </dgm:presLayoutVars>
      </dgm:prSet>
      <dgm:spPr/>
    </dgm:pt>
    <dgm:pt modelId="{BAFF431E-552B-4F34-A157-DAC9053E0FFE}" type="pres">
      <dgm:prSet presAssocID="{1D9FEAF0-B5E7-472C-AC84-A3DA2ED8EF25}" presName="ThreeNodes_2_text" presStyleLbl="node1" presStyleIdx="2" presStyleCnt="3">
        <dgm:presLayoutVars>
          <dgm:bulletEnabled val="1"/>
        </dgm:presLayoutVars>
      </dgm:prSet>
      <dgm:spPr/>
    </dgm:pt>
    <dgm:pt modelId="{DA63A13C-D3A7-44F9-9A92-B2D60835FAE8}" type="pres">
      <dgm:prSet presAssocID="{1D9FEAF0-B5E7-472C-AC84-A3DA2ED8EF2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11FC61C-B342-4E3F-BB17-207846CCEDE8}" srcId="{1D9FEAF0-B5E7-472C-AC84-A3DA2ED8EF25}" destId="{11A603EE-CB5C-4CA0-9178-FA3609C31911}" srcOrd="0" destOrd="0" parTransId="{41119307-A4FF-413A-8486-3B29BA8758FE}" sibTransId="{0780096B-18D5-496F-BC49-C5B699381923}"/>
    <dgm:cxn modelId="{585A7F2D-AF1A-4B6B-911E-C7C7135E47F6}" srcId="{1D9FEAF0-B5E7-472C-AC84-A3DA2ED8EF25}" destId="{79F535E9-E161-46E7-BA04-85F17FB51F88}" srcOrd="1" destOrd="0" parTransId="{7EF17739-AEC3-4963-B68C-414F24121D60}" sibTransId="{4CBF103B-96C7-4CBD-9774-D40AF13B49AB}"/>
    <dgm:cxn modelId="{B9A88670-6BE7-48EC-B7B2-3DF601BDD25B}" type="presOf" srcId="{4CBF103B-96C7-4CBD-9774-D40AF13B49AB}" destId="{D0CE13E1-C218-41DE-B9F7-871EEAE7B938}" srcOrd="0" destOrd="0" presId="urn:microsoft.com/office/officeart/2005/8/layout/vProcess5"/>
    <dgm:cxn modelId="{A446487C-1FFC-4B4B-8B16-20AFF7317A11}" type="presOf" srcId="{1D9FEAF0-B5E7-472C-AC84-A3DA2ED8EF25}" destId="{C18D01A2-087C-40D2-9B92-74F5AE59A357}" srcOrd="0" destOrd="0" presId="urn:microsoft.com/office/officeart/2005/8/layout/vProcess5"/>
    <dgm:cxn modelId="{2F0E9C81-F90B-4D8F-975B-B901A9053529}" type="presOf" srcId="{11A603EE-CB5C-4CA0-9178-FA3609C31911}" destId="{D90C14C4-9D53-46B9-A703-F96BC8E4DC37}" srcOrd="0" destOrd="0" presId="urn:microsoft.com/office/officeart/2005/8/layout/vProcess5"/>
    <dgm:cxn modelId="{5D06E085-8E6A-4E6F-94E9-D96C7529E396}" type="presOf" srcId="{0C1157DD-2F7C-450F-B028-C3B2F4746933}" destId="{DA63A13C-D3A7-44F9-9A92-B2D60835FAE8}" srcOrd="1" destOrd="0" presId="urn:microsoft.com/office/officeart/2005/8/layout/vProcess5"/>
    <dgm:cxn modelId="{AEBBBB93-5E2E-4B02-A6CD-58C930FCE7F0}" type="presOf" srcId="{79F535E9-E161-46E7-BA04-85F17FB51F88}" destId="{BAFF431E-552B-4F34-A157-DAC9053E0FFE}" srcOrd="1" destOrd="0" presId="urn:microsoft.com/office/officeart/2005/8/layout/vProcess5"/>
    <dgm:cxn modelId="{08126BBF-1568-4BB7-AEDA-6CBBF60166A0}" type="presOf" srcId="{0780096B-18D5-496F-BC49-C5B699381923}" destId="{1BB027CA-B884-4677-A905-AE5AE48F2D88}" srcOrd="0" destOrd="0" presId="urn:microsoft.com/office/officeart/2005/8/layout/vProcess5"/>
    <dgm:cxn modelId="{71CD94D3-058B-440C-8F38-E62651A790D4}" srcId="{1D9FEAF0-B5E7-472C-AC84-A3DA2ED8EF25}" destId="{0C1157DD-2F7C-450F-B028-C3B2F4746933}" srcOrd="2" destOrd="0" parTransId="{B1F29F85-EBFB-4234-90DA-B1EE0DD503B2}" sibTransId="{2E79B93E-ABA4-4F0D-A813-324788418075}"/>
    <dgm:cxn modelId="{D7E192E9-A457-47BF-B518-1B752F74B5AE}" type="presOf" srcId="{11A603EE-CB5C-4CA0-9178-FA3609C31911}" destId="{004D254B-DE70-4573-9AD4-81085A98D973}" srcOrd="1" destOrd="0" presId="urn:microsoft.com/office/officeart/2005/8/layout/vProcess5"/>
    <dgm:cxn modelId="{5A83FDFA-8ED3-4560-925F-AA4362A08756}" type="presOf" srcId="{79F535E9-E161-46E7-BA04-85F17FB51F88}" destId="{C6216C5F-7199-4F19-8090-8B9A4A985F1A}" srcOrd="0" destOrd="0" presId="urn:microsoft.com/office/officeart/2005/8/layout/vProcess5"/>
    <dgm:cxn modelId="{C70430FC-DF82-4EBD-97E8-47E677DBD0E4}" type="presOf" srcId="{0C1157DD-2F7C-450F-B028-C3B2F4746933}" destId="{BC4FB527-8EFA-470A-960A-D686C876B69D}" srcOrd="0" destOrd="0" presId="urn:microsoft.com/office/officeart/2005/8/layout/vProcess5"/>
    <dgm:cxn modelId="{DD0FE8F0-267D-4962-B651-B624F9656577}" type="presParOf" srcId="{C18D01A2-087C-40D2-9B92-74F5AE59A357}" destId="{87900C5C-1D16-40C9-953F-91CB6907B68D}" srcOrd="0" destOrd="0" presId="urn:microsoft.com/office/officeart/2005/8/layout/vProcess5"/>
    <dgm:cxn modelId="{0ADC2257-0790-4A59-B3C4-E9E1509F9476}" type="presParOf" srcId="{C18D01A2-087C-40D2-9B92-74F5AE59A357}" destId="{D90C14C4-9D53-46B9-A703-F96BC8E4DC37}" srcOrd="1" destOrd="0" presId="urn:microsoft.com/office/officeart/2005/8/layout/vProcess5"/>
    <dgm:cxn modelId="{653A44B1-1525-4FB0-A9E1-B311FC84F99C}" type="presParOf" srcId="{C18D01A2-087C-40D2-9B92-74F5AE59A357}" destId="{C6216C5F-7199-4F19-8090-8B9A4A985F1A}" srcOrd="2" destOrd="0" presId="urn:microsoft.com/office/officeart/2005/8/layout/vProcess5"/>
    <dgm:cxn modelId="{9F254BF4-E0BD-42B5-8D70-66B15D000DC1}" type="presParOf" srcId="{C18D01A2-087C-40D2-9B92-74F5AE59A357}" destId="{BC4FB527-8EFA-470A-960A-D686C876B69D}" srcOrd="3" destOrd="0" presId="urn:microsoft.com/office/officeart/2005/8/layout/vProcess5"/>
    <dgm:cxn modelId="{CC75B7B9-584A-4EDF-980A-17E6BC268082}" type="presParOf" srcId="{C18D01A2-087C-40D2-9B92-74F5AE59A357}" destId="{1BB027CA-B884-4677-A905-AE5AE48F2D88}" srcOrd="4" destOrd="0" presId="urn:microsoft.com/office/officeart/2005/8/layout/vProcess5"/>
    <dgm:cxn modelId="{CAE9B877-39F5-41FA-AA73-25858460D74C}" type="presParOf" srcId="{C18D01A2-087C-40D2-9B92-74F5AE59A357}" destId="{D0CE13E1-C218-41DE-B9F7-871EEAE7B938}" srcOrd="5" destOrd="0" presId="urn:microsoft.com/office/officeart/2005/8/layout/vProcess5"/>
    <dgm:cxn modelId="{5FD9D821-2EF5-4E78-8424-297083E7397D}" type="presParOf" srcId="{C18D01A2-087C-40D2-9B92-74F5AE59A357}" destId="{004D254B-DE70-4573-9AD4-81085A98D973}" srcOrd="6" destOrd="0" presId="urn:microsoft.com/office/officeart/2005/8/layout/vProcess5"/>
    <dgm:cxn modelId="{3D054C75-5EBC-49D4-A8A5-D503F5FE24DB}" type="presParOf" srcId="{C18D01A2-087C-40D2-9B92-74F5AE59A357}" destId="{BAFF431E-552B-4F34-A157-DAC9053E0FFE}" srcOrd="7" destOrd="0" presId="urn:microsoft.com/office/officeart/2005/8/layout/vProcess5"/>
    <dgm:cxn modelId="{B75B8C17-53C2-4773-8862-C47123DBEB4F}" type="presParOf" srcId="{C18D01A2-087C-40D2-9B92-74F5AE59A357}" destId="{DA63A13C-D3A7-44F9-9A92-B2D60835FAE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9B7689B-ED3C-44E8-A009-AC8555E48DB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F23B078-8481-475E-943C-5B6206251514}">
      <dgm:prSet/>
      <dgm:spPr/>
      <dgm:t>
        <a:bodyPr/>
        <a:lstStyle/>
        <a:p>
          <a:r>
            <a:rPr lang="en-US"/>
            <a:t>Are we safe right now?</a:t>
          </a:r>
        </a:p>
      </dgm:t>
    </dgm:pt>
    <dgm:pt modelId="{4FB80FE9-442C-46A2-8655-ADC4E251CB02}" type="parTrans" cxnId="{478BE4D6-E427-4537-B1F9-742CA52181DD}">
      <dgm:prSet/>
      <dgm:spPr/>
      <dgm:t>
        <a:bodyPr/>
        <a:lstStyle/>
        <a:p>
          <a:endParaRPr lang="en-US"/>
        </a:p>
      </dgm:t>
    </dgm:pt>
    <dgm:pt modelId="{33DD51DE-61F1-4CFC-83DB-FF9085A07C69}" type="sibTrans" cxnId="{478BE4D6-E427-4537-B1F9-742CA52181DD}">
      <dgm:prSet/>
      <dgm:spPr/>
      <dgm:t>
        <a:bodyPr/>
        <a:lstStyle/>
        <a:p>
          <a:endParaRPr lang="en-US"/>
        </a:p>
      </dgm:t>
    </dgm:pt>
    <dgm:pt modelId="{B1A73E64-3A5E-446A-A2C4-66090A5ACA99}">
      <dgm:prSet/>
      <dgm:spPr/>
      <dgm:t>
        <a:bodyPr/>
        <a:lstStyle/>
        <a:p>
          <a:r>
            <a:rPr lang="en-US"/>
            <a:t>How much will this cost?</a:t>
          </a:r>
        </a:p>
      </dgm:t>
    </dgm:pt>
    <dgm:pt modelId="{833310F9-9307-4AB3-873A-CEAA1BA036D2}" type="parTrans" cxnId="{8EC015C2-25F7-46A3-9210-BD7044E7A2FD}">
      <dgm:prSet/>
      <dgm:spPr/>
      <dgm:t>
        <a:bodyPr/>
        <a:lstStyle/>
        <a:p>
          <a:endParaRPr lang="en-US"/>
        </a:p>
      </dgm:t>
    </dgm:pt>
    <dgm:pt modelId="{BAF52D1C-8DDD-4968-BCCC-65822C54C2B5}" type="sibTrans" cxnId="{8EC015C2-25F7-46A3-9210-BD7044E7A2FD}">
      <dgm:prSet/>
      <dgm:spPr/>
      <dgm:t>
        <a:bodyPr/>
        <a:lstStyle/>
        <a:p>
          <a:endParaRPr lang="en-US"/>
        </a:p>
      </dgm:t>
    </dgm:pt>
    <dgm:pt modelId="{84186332-B81B-4682-8159-8DFB5DEF7DF4}">
      <dgm:prSet/>
      <dgm:spPr/>
      <dgm:t>
        <a:bodyPr/>
        <a:lstStyle/>
        <a:p>
          <a:r>
            <a:rPr lang="en-US"/>
            <a:t>Do we shut systems down?</a:t>
          </a:r>
        </a:p>
      </dgm:t>
    </dgm:pt>
    <dgm:pt modelId="{1FC27B6C-164A-42DE-97BB-E9CCC705617D}" type="parTrans" cxnId="{81CDC88D-F55C-4AEA-B8FC-9EDF78601398}">
      <dgm:prSet/>
      <dgm:spPr/>
      <dgm:t>
        <a:bodyPr/>
        <a:lstStyle/>
        <a:p>
          <a:endParaRPr lang="en-US"/>
        </a:p>
      </dgm:t>
    </dgm:pt>
    <dgm:pt modelId="{F41590A0-7EF1-41B2-B65B-FCF0FE52AA6E}" type="sibTrans" cxnId="{81CDC88D-F55C-4AEA-B8FC-9EDF78601398}">
      <dgm:prSet/>
      <dgm:spPr/>
      <dgm:t>
        <a:bodyPr/>
        <a:lstStyle/>
        <a:p>
          <a:endParaRPr lang="en-US"/>
        </a:p>
      </dgm:t>
    </dgm:pt>
    <dgm:pt modelId="{A584FDE8-C2D3-4396-B90D-9DDEE8F305C2}">
      <dgm:prSet/>
      <dgm:spPr/>
      <dgm:t>
        <a:bodyPr/>
        <a:lstStyle/>
        <a:p>
          <a:r>
            <a:rPr lang="en-US"/>
            <a:t>Will customers be affected?</a:t>
          </a:r>
        </a:p>
      </dgm:t>
    </dgm:pt>
    <dgm:pt modelId="{51310FCF-0CE5-41F8-9F98-58E6B04A98E8}" type="parTrans" cxnId="{A0820BD4-7D60-43D1-AC62-D188CD49D3DD}">
      <dgm:prSet/>
      <dgm:spPr/>
      <dgm:t>
        <a:bodyPr/>
        <a:lstStyle/>
        <a:p>
          <a:endParaRPr lang="en-US"/>
        </a:p>
      </dgm:t>
    </dgm:pt>
    <dgm:pt modelId="{ECD76504-DFFC-4830-AD2A-3735479CCB8B}" type="sibTrans" cxnId="{A0820BD4-7D60-43D1-AC62-D188CD49D3DD}">
      <dgm:prSet/>
      <dgm:spPr/>
      <dgm:t>
        <a:bodyPr/>
        <a:lstStyle/>
        <a:p>
          <a:endParaRPr lang="en-US"/>
        </a:p>
      </dgm:t>
    </dgm:pt>
    <dgm:pt modelId="{2CCA1A5F-0EA9-47CD-B978-10465D0FF560}">
      <dgm:prSet/>
      <dgm:spPr/>
      <dgm:t>
        <a:bodyPr/>
        <a:lstStyle/>
        <a:p>
          <a:r>
            <a:rPr lang="en-US"/>
            <a:t>How long to recover?</a:t>
          </a:r>
        </a:p>
      </dgm:t>
    </dgm:pt>
    <dgm:pt modelId="{B7F5941B-E8D9-4674-A88B-8A89FB8129CF}" type="parTrans" cxnId="{4CA6EED9-6D4A-447D-B73E-4AE5723A0FC5}">
      <dgm:prSet/>
      <dgm:spPr/>
      <dgm:t>
        <a:bodyPr/>
        <a:lstStyle/>
        <a:p>
          <a:endParaRPr lang="en-US"/>
        </a:p>
      </dgm:t>
    </dgm:pt>
    <dgm:pt modelId="{DF386D10-4702-4133-AF2B-FE469AA9CB06}" type="sibTrans" cxnId="{4CA6EED9-6D4A-447D-B73E-4AE5723A0FC5}">
      <dgm:prSet/>
      <dgm:spPr/>
      <dgm:t>
        <a:bodyPr/>
        <a:lstStyle/>
        <a:p>
          <a:endParaRPr lang="en-US"/>
        </a:p>
      </dgm:t>
    </dgm:pt>
    <dgm:pt modelId="{03610581-AD60-4F7A-8D98-0D51B0D8FB34}" type="pres">
      <dgm:prSet presAssocID="{F9B7689B-ED3C-44E8-A009-AC8555E48DBA}" presName="diagram" presStyleCnt="0">
        <dgm:presLayoutVars>
          <dgm:dir/>
          <dgm:resizeHandles val="exact"/>
        </dgm:presLayoutVars>
      </dgm:prSet>
      <dgm:spPr/>
    </dgm:pt>
    <dgm:pt modelId="{33C48D01-85D7-402A-B7A8-02812ECA3A1B}" type="pres">
      <dgm:prSet presAssocID="{BF23B078-8481-475E-943C-5B6206251514}" presName="node" presStyleLbl="node1" presStyleIdx="0" presStyleCnt="5">
        <dgm:presLayoutVars>
          <dgm:bulletEnabled val="1"/>
        </dgm:presLayoutVars>
      </dgm:prSet>
      <dgm:spPr/>
    </dgm:pt>
    <dgm:pt modelId="{C8EFCC62-F598-4191-A53E-6E027BB379CD}" type="pres">
      <dgm:prSet presAssocID="{33DD51DE-61F1-4CFC-83DB-FF9085A07C69}" presName="sibTrans" presStyleCnt="0"/>
      <dgm:spPr/>
    </dgm:pt>
    <dgm:pt modelId="{E6CBBD2E-FBC5-481D-B78D-36BFC4203461}" type="pres">
      <dgm:prSet presAssocID="{B1A73E64-3A5E-446A-A2C4-66090A5ACA99}" presName="node" presStyleLbl="node1" presStyleIdx="1" presStyleCnt="5">
        <dgm:presLayoutVars>
          <dgm:bulletEnabled val="1"/>
        </dgm:presLayoutVars>
      </dgm:prSet>
      <dgm:spPr/>
    </dgm:pt>
    <dgm:pt modelId="{3B92FE00-DBE7-47BD-84AF-FEE628E9F267}" type="pres">
      <dgm:prSet presAssocID="{BAF52D1C-8DDD-4968-BCCC-65822C54C2B5}" presName="sibTrans" presStyleCnt="0"/>
      <dgm:spPr/>
    </dgm:pt>
    <dgm:pt modelId="{DCFF380B-65DA-4937-8AA1-FA181A5161B7}" type="pres">
      <dgm:prSet presAssocID="{84186332-B81B-4682-8159-8DFB5DEF7DF4}" presName="node" presStyleLbl="node1" presStyleIdx="2" presStyleCnt="5">
        <dgm:presLayoutVars>
          <dgm:bulletEnabled val="1"/>
        </dgm:presLayoutVars>
      </dgm:prSet>
      <dgm:spPr/>
    </dgm:pt>
    <dgm:pt modelId="{8CBA5A48-9AF5-43C7-81D7-7257D9B24208}" type="pres">
      <dgm:prSet presAssocID="{F41590A0-7EF1-41B2-B65B-FCF0FE52AA6E}" presName="sibTrans" presStyleCnt="0"/>
      <dgm:spPr/>
    </dgm:pt>
    <dgm:pt modelId="{6702A41F-8639-4947-A224-3376498592E3}" type="pres">
      <dgm:prSet presAssocID="{A584FDE8-C2D3-4396-B90D-9DDEE8F305C2}" presName="node" presStyleLbl="node1" presStyleIdx="3" presStyleCnt="5">
        <dgm:presLayoutVars>
          <dgm:bulletEnabled val="1"/>
        </dgm:presLayoutVars>
      </dgm:prSet>
      <dgm:spPr/>
    </dgm:pt>
    <dgm:pt modelId="{A42F9BF7-35A5-4258-8681-5C644B3C52C0}" type="pres">
      <dgm:prSet presAssocID="{ECD76504-DFFC-4830-AD2A-3735479CCB8B}" presName="sibTrans" presStyleCnt="0"/>
      <dgm:spPr/>
    </dgm:pt>
    <dgm:pt modelId="{F1A0CFB7-3591-4C7E-A31D-907D33326DEB}" type="pres">
      <dgm:prSet presAssocID="{2CCA1A5F-0EA9-47CD-B978-10465D0FF560}" presName="node" presStyleLbl="node1" presStyleIdx="4" presStyleCnt="5">
        <dgm:presLayoutVars>
          <dgm:bulletEnabled val="1"/>
        </dgm:presLayoutVars>
      </dgm:prSet>
      <dgm:spPr/>
    </dgm:pt>
  </dgm:ptLst>
  <dgm:cxnLst>
    <dgm:cxn modelId="{81CDC88D-F55C-4AEA-B8FC-9EDF78601398}" srcId="{F9B7689B-ED3C-44E8-A009-AC8555E48DBA}" destId="{84186332-B81B-4682-8159-8DFB5DEF7DF4}" srcOrd="2" destOrd="0" parTransId="{1FC27B6C-164A-42DE-97BB-E9CCC705617D}" sibTransId="{F41590A0-7EF1-41B2-B65B-FCF0FE52AA6E}"/>
    <dgm:cxn modelId="{88B2D796-C0F9-4E1D-B4AD-6ED5D5D71C47}" type="presOf" srcId="{F9B7689B-ED3C-44E8-A009-AC8555E48DBA}" destId="{03610581-AD60-4F7A-8D98-0D51B0D8FB34}" srcOrd="0" destOrd="0" presId="urn:microsoft.com/office/officeart/2005/8/layout/default"/>
    <dgm:cxn modelId="{7D92AFB8-F1CF-46C0-8F29-098707DE6922}" type="presOf" srcId="{2CCA1A5F-0EA9-47CD-B978-10465D0FF560}" destId="{F1A0CFB7-3591-4C7E-A31D-907D33326DEB}" srcOrd="0" destOrd="0" presId="urn:microsoft.com/office/officeart/2005/8/layout/default"/>
    <dgm:cxn modelId="{8EC015C2-25F7-46A3-9210-BD7044E7A2FD}" srcId="{F9B7689B-ED3C-44E8-A009-AC8555E48DBA}" destId="{B1A73E64-3A5E-446A-A2C4-66090A5ACA99}" srcOrd="1" destOrd="0" parTransId="{833310F9-9307-4AB3-873A-CEAA1BA036D2}" sibTransId="{BAF52D1C-8DDD-4968-BCCC-65822C54C2B5}"/>
    <dgm:cxn modelId="{A0820BD4-7D60-43D1-AC62-D188CD49D3DD}" srcId="{F9B7689B-ED3C-44E8-A009-AC8555E48DBA}" destId="{A584FDE8-C2D3-4396-B90D-9DDEE8F305C2}" srcOrd="3" destOrd="0" parTransId="{51310FCF-0CE5-41F8-9F98-58E6B04A98E8}" sibTransId="{ECD76504-DFFC-4830-AD2A-3735479CCB8B}"/>
    <dgm:cxn modelId="{478BE4D6-E427-4537-B1F9-742CA52181DD}" srcId="{F9B7689B-ED3C-44E8-A009-AC8555E48DBA}" destId="{BF23B078-8481-475E-943C-5B6206251514}" srcOrd="0" destOrd="0" parTransId="{4FB80FE9-442C-46A2-8655-ADC4E251CB02}" sibTransId="{33DD51DE-61F1-4CFC-83DB-FF9085A07C69}"/>
    <dgm:cxn modelId="{4CA6EED9-6D4A-447D-B73E-4AE5723A0FC5}" srcId="{F9B7689B-ED3C-44E8-A009-AC8555E48DBA}" destId="{2CCA1A5F-0EA9-47CD-B978-10465D0FF560}" srcOrd="4" destOrd="0" parTransId="{B7F5941B-E8D9-4674-A88B-8A89FB8129CF}" sibTransId="{DF386D10-4702-4133-AF2B-FE469AA9CB06}"/>
    <dgm:cxn modelId="{00DC0CE9-5B6D-48BC-9961-8DF0BC5586B8}" type="presOf" srcId="{BF23B078-8481-475E-943C-5B6206251514}" destId="{33C48D01-85D7-402A-B7A8-02812ECA3A1B}" srcOrd="0" destOrd="0" presId="urn:microsoft.com/office/officeart/2005/8/layout/default"/>
    <dgm:cxn modelId="{928C03F0-D6EF-489B-A1CC-5A2E28E46787}" type="presOf" srcId="{A584FDE8-C2D3-4396-B90D-9DDEE8F305C2}" destId="{6702A41F-8639-4947-A224-3376498592E3}" srcOrd="0" destOrd="0" presId="urn:microsoft.com/office/officeart/2005/8/layout/default"/>
    <dgm:cxn modelId="{DB323FF1-0F4F-440D-ADE2-800758073E75}" type="presOf" srcId="{84186332-B81B-4682-8159-8DFB5DEF7DF4}" destId="{DCFF380B-65DA-4937-8AA1-FA181A5161B7}" srcOrd="0" destOrd="0" presId="urn:microsoft.com/office/officeart/2005/8/layout/default"/>
    <dgm:cxn modelId="{7829FAFC-45CD-4CC2-A253-5FE56D682CAE}" type="presOf" srcId="{B1A73E64-3A5E-446A-A2C4-66090A5ACA99}" destId="{E6CBBD2E-FBC5-481D-B78D-36BFC4203461}" srcOrd="0" destOrd="0" presId="urn:microsoft.com/office/officeart/2005/8/layout/default"/>
    <dgm:cxn modelId="{346C8E2D-8BBC-4044-A362-5F6E3150EFBB}" type="presParOf" srcId="{03610581-AD60-4F7A-8D98-0D51B0D8FB34}" destId="{33C48D01-85D7-402A-B7A8-02812ECA3A1B}" srcOrd="0" destOrd="0" presId="urn:microsoft.com/office/officeart/2005/8/layout/default"/>
    <dgm:cxn modelId="{C0A8556D-2781-4144-9F3E-AE6BB7C8C8E8}" type="presParOf" srcId="{03610581-AD60-4F7A-8D98-0D51B0D8FB34}" destId="{C8EFCC62-F598-4191-A53E-6E027BB379CD}" srcOrd="1" destOrd="0" presId="urn:microsoft.com/office/officeart/2005/8/layout/default"/>
    <dgm:cxn modelId="{03BF5DC8-2AD1-48B9-80DA-50423DD69622}" type="presParOf" srcId="{03610581-AD60-4F7A-8D98-0D51B0D8FB34}" destId="{E6CBBD2E-FBC5-481D-B78D-36BFC4203461}" srcOrd="2" destOrd="0" presId="urn:microsoft.com/office/officeart/2005/8/layout/default"/>
    <dgm:cxn modelId="{618DEFFF-A872-4CC5-8CF6-F0E7C1AFFF49}" type="presParOf" srcId="{03610581-AD60-4F7A-8D98-0D51B0D8FB34}" destId="{3B92FE00-DBE7-47BD-84AF-FEE628E9F267}" srcOrd="3" destOrd="0" presId="urn:microsoft.com/office/officeart/2005/8/layout/default"/>
    <dgm:cxn modelId="{51D960B1-26D5-473F-A538-872C05EAE85E}" type="presParOf" srcId="{03610581-AD60-4F7A-8D98-0D51B0D8FB34}" destId="{DCFF380B-65DA-4937-8AA1-FA181A5161B7}" srcOrd="4" destOrd="0" presId="urn:microsoft.com/office/officeart/2005/8/layout/default"/>
    <dgm:cxn modelId="{40F1D990-588A-45D0-B1DF-26513992741C}" type="presParOf" srcId="{03610581-AD60-4F7A-8D98-0D51B0D8FB34}" destId="{8CBA5A48-9AF5-43C7-81D7-7257D9B24208}" srcOrd="5" destOrd="0" presId="urn:microsoft.com/office/officeart/2005/8/layout/default"/>
    <dgm:cxn modelId="{489C2E69-FCAF-49C2-9500-37FFF58C4955}" type="presParOf" srcId="{03610581-AD60-4F7A-8D98-0D51B0D8FB34}" destId="{6702A41F-8639-4947-A224-3376498592E3}" srcOrd="6" destOrd="0" presId="urn:microsoft.com/office/officeart/2005/8/layout/default"/>
    <dgm:cxn modelId="{F53888BD-9CD8-4A0A-ADDB-D573CB8F0E08}" type="presParOf" srcId="{03610581-AD60-4F7A-8D98-0D51B0D8FB34}" destId="{A42F9BF7-35A5-4258-8681-5C644B3C52C0}" srcOrd="7" destOrd="0" presId="urn:microsoft.com/office/officeart/2005/8/layout/default"/>
    <dgm:cxn modelId="{7FE4E44B-85C5-4522-B422-43DD6149B295}" type="presParOf" srcId="{03610581-AD60-4F7A-8D98-0D51B0D8FB34}" destId="{F1A0CFB7-3591-4C7E-A31D-907D33326DE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08C01104-D01A-4953-8D3C-1B488268F21D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6435659-02AE-4F5B-960C-2B9E513691C5}">
      <dgm:prSet/>
      <dgm:spPr/>
      <dgm:t>
        <a:bodyPr/>
        <a:lstStyle/>
        <a:p>
          <a:r>
            <a:rPr lang="en-US"/>
            <a:t>Be honest about uncertainty</a:t>
          </a:r>
        </a:p>
      </dgm:t>
    </dgm:pt>
    <dgm:pt modelId="{D8A28329-14CB-40D8-989E-A253F0C6D5BE}" type="parTrans" cxnId="{6E3BC897-6E18-443A-B7F1-D7CA18C10BA1}">
      <dgm:prSet/>
      <dgm:spPr/>
      <dgm:t>
        <a:bodyPr/>
        <a:lstStyle/>
        <a:p>
          <a:endParaRPr lang="en-US"/>
        </a:p>
      </dgm:t>
    </dgm:pt>
    <dgm:pt modelId="{A5E90E71-E075-4D7A-A654-3B9692DD5CDA}" type="sibTrans" cxnId="{6E3BC897-6E18-443A-B7F1-D7CA18C10BA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1432932-1E63-46EE-9CA1-F7CF22E0D17E}">
      <dgm:prSet/>
      <dgm:spPr/>
      <dgm:t>
        <a:bodyPr/>
        <a:lstStyle/>
        <a:p>
          <a:r>
            <a:rPr lang="en-US"/>
            <a:t>Give best estimate</a:t>
          </a:r>
        </a:p>
      </dgm:t>
    </dgm:pt>
    <dgm:pt modelId="{611ADB05-1836-4C98-9D21-FD6F0DAAE779}" type="parTrans" cxnId="{45A9F4BC-4A5E-420D-9295-2F3196E2FC5A}">
      <dgm:prSet/>
      <dgm:spPr/>
      <dgm:t>
        <a:bodyPr/>
        <a:lstStyle/>
        <a:p>
          <a:endParaRPr lang="en-US"/>
        </a:p>
      </dgm:t>
    </dgm:pt>
    <dgm:pt modelId="{9D31F011-39E3-46DF-8D5A-3C18A9C28306}" type="sibTrans" cxnId="{45A9F4BC-4A5E-420D-9295-2F3196E2FC5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CD7ADDB-D8F2-418D-8906-39C4D1553B95}">
      <dgm:prSet/>
      <dgm:spPr/>
      <dgm:t>
        <a:bodyPr/>
        <a:lstStyle/>
        <a:p>
          <a:r>
            <a:rPr lang="en-US"/>
            <a:t>Provide options</a:t>
          </a:r>
        </a:p>
      </dgm:t>
    </dgm:pt>
    <dgm:pt modelId="{E2A1A51C-7855-42BD-A8C2-FB8F540D70D9}" type="parTrans" cxnId="{2BB91722-D071-4DE2-97F2-0D2EAC3BBEBC}">
      <dgm:prSet/>
      <dgm:spPr/>
      <dgm:t>
        <a:bodyPr/>
        <a:lstStyle/>
        <a:p>
          <a:endParaRPr lang="en-US"/>
        </a:p>
      </dgm:t>
    </dgm:pt>
    <dgm:pt modelId="{A8414BBB-4479-4295-BCCB-0D81777DD260}" type="sibTrans" cxnId="{2BB91722-D071-4DE2-97F2-0D2EAC3BBEB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729AA7E-2CAA-4D05-8D7B-9C7CF321C880}">
      <dgm:prSet/>
      <dgm:spPr/>
      <dgm:t>
        <a:bodyPr/>
        <a:lstStyle/>
        <a:p>
          <a:r>
            <a:rPr lang="en-US"/>
            <a:t>Explain consequences</a:t>
          </a:r>
        </a:p>
      </dgm:t>
    </dgm:pt>
    <dgm:pt modelId="{EBE6EEA1-1894-4576-934C-215423FDD32C}" type="parTrans" cxnId="{82C52CDE-C80C-4161-936B-F24AAAAA4985}">
      <dgm:prSet/>
      <dgm:spPr/>
      <dgm:t>
        <a:bodyPr/>
        <a:lstStyle/>
        <a:p>
          <a:endParaRPr lang="en-US"/>
        </a:p>
      </dgm:t>
    </dgm:pt>
    <dgm:pt modelId="{E86A94B5-2754-4B6D-9821-61E5050E0193}" type="sibTrans" cxnId="{82C52CDE-C80C-4161-936B-F24AAAAA498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04BEFA91-3767-4D37-94A1-061DE54704CE}">
      <dgm:prSet/>
      <dgm:spPr/>
      <dgm:t>
        <a:bodyPr/>
        <a:lstStyle/>
        <a:p>
          <a:r>
            <a:rPr lang="en-US"/>
            <a:t>Recommend action</a:t>
          </a:r>
        </a:p>
      </dgm:t>
    </dgm:pt>
    <dgm:pt modelId="{B14F0CD7-0146-4C26-B6A7-1EC8E97B26E5}" type="parTrans" cxnId="{14D1E530-907A-49D7-88D6-1C9463B3A563}">
      <dgm:prSet/>
      <dgm:spPr/>
      <dgm:t>
        <a:bodyPr/>
        <a:lstStyle/>
        <a:p>
          <a:endParaRPr lang="en-US"/>
        </a:p>
      </dgm:t>
    </dgm:pt>
    <dgm:pt modelId="{B48CC2BA-CDE3-4BC3-9720-C4B737F1DB06}" type="sibTrans" cxnId="{14D1E530-907A-49D7-88D6-1C9463B3A563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DB90D6E5-F331-45D7-80DC-05864B95CFF3}" type="pres">
      <dgm:prSet presAssocID="{08C01104-D01A-4953-8D3C-1B488268F21D}" presName="Name0" presStyleCnt="0">
        <dgm:presLayoutVars>
          <dgm:animLvl val="lvl"/>
          <dgm:resizeHandles val="exact"/>
        </dgm:presLayoutVars>
      </dgm:prSet>
      <dgm:spPr/>
    </dgm:pt>
    <dgm:pt modelId="{A6E3E9CB-18E0-4B02-B153-8EA3CF9FE95C}" type="pres">
      <dgm:prSet presAssocID="{36435659-02AE-4F5B-960C-2B9E513691C5}" presName="compositeNode" presStyleCnt="0">
        <dgm:presLayoutVars>
          <dgm:bulletEnabled val="1"/>
        </dgm:presLayoutVars>
      </dgm:prSet>
      <dgm:spPr/>
    </dgm:pt>
    <dgm:pt modelId="{CAECDD0E-3706-4206-A484-5DD24CDD6D6E}" type="pres">
      <dgm:prSet presAssocID="{36435659-02AE-4F5B-960C-2B9E513691C5}" presName="bgRect" presStyleLbl="bgAccFollowNode1" presStyleIdx="0" presStyleCnt="5"/>
      <dgm:spPr/>
    </dgm:pt>
    <dgm:pt modelId="{9E53A5B5-7C72-46F9-A019-81F9F1AF50ED}" type="pres">
      <dgm:prSet presAssocID="{A5E90E71-E075-4D7A-A654-3B9692DD5CD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5BF53CC0-1971-4D31-8399-779CBD78A517}" type="pres">
      <dgm:prSet presAssocID="{36435659-02AE-4F5B-960C-2B9E513691C5}" presName="bottomLine" presStyleLbl="alignNode1" presStyleIdx="1" presStyleCnt="10">
        <dgm:presLayoutVars/>
      </dgm:prSet>
      <dgm:spPr/>
    </dgm:pt>
    <dgm:pt modelId="{E952D43D-43FD-4EE7-BF49-0E9587E74F9D}" type="pres">
      <dgm:prSet presAssocID="{36435659-02AE-4F5B-960C-2B9E513691C5}" presName="nodeText" presStyleLbl="bgAccFollowNode1" presStyleIdx="0" presStyleCnt="5">
        <dgm:presLayoutVars>
          <dgm:bulletEnabled val="1"/>
        </dgm:presLayoutVars>
      </dgm:prSet>
      <dgm:spPr/>
    </dgm:pt>
    <dgm:pt modelId="{4669F69B-60D6-45E9-A11D-6BBD17232393}" type="pres">
      <dgm:prSet presAssocID="{A5E90E71-E075-4D7A-A654-3B9692DD5CDA}" presName="sibTrans" presStyleCnt="0"/>
      <dgm:spPr/>
    </dgm:pt>
    <dgm:pt modelId="{FB3245AD-1A9F-4E6F-825F-ED48BD03C77F}" type="pres">
      <dgm:prSet presAssocID="{E1432932-1E63-46EE-9CA1-F7CF22E0D17E}" presName="compositeNode" presStyleCnt="0">
        <dgm:presLayoutVars>
          <dgm:bulletEnabled val="1"/>
        </dgm:presLayoutVars>
      </dgm:prSet>
      <dgm:spPr/>
    </dgm:pt>
    <dgm:pt modelId="{D18D04C5-D725-4A11-B2AB-9F53E8E81CE2}" type="pres">
      <dgm:prSet presAssocID="{E1432932-1E63-46EE-9CA1-F7CF22E0D17E}" presName="bgRect" presStyleLbl="bgAccFollowNode1" presStyleIdx="1" presStyleCnt="5"/>
      <dgm:spPr/>
    </dgm:pt>
    <dgm:pt modelId="{B152C64F-7390-4B64-BA51-5670F683F2D2}" type="pres">
      <dgm:prSet presAssocID="{9D31F011-39E3-46DF-8D5A-3C18A9C28306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C2FD28E1-1B03-4808-97AC-6102D3A6EB60}" type="pres">
      <dgm:prSet presAssocID="{E1432932-1E63-46EE-9CA1-F7CF22E0D17E}" presName="bottomLine" presStyleLbl="alignNode1" presStyleIdx="3" presStyleCnt="10">
        <dgm:presLayoutVars/>
      </dgm:prSet>
      <dgm:spPr/>
    </dgm:pt>
    <dgm:pt modelId="{6E491B56-D918-4CD4-99CA-A80F3406CB37}" type="pres">
      <dgm:prSet presAssocID="{E1432932-1E63-46EE-9CA1-F7CF22E0D17E}" presName="nodeText" presStyleLbl="bgAccFollowNode1" presStyleIdx="1" presStyleCnt="5">
        <dgm:presLayoutVars>
          <dgm:bulletEnabled val="1"/>
        </dgm:presLayoutVars>
      </dgm:prSet>
      <dgm:spPr/>
    </dgm:pt>
    <dgm:pt modelId="{22E4CE2D-C6B2-47FC-B4C7-1C442F1DB074}" type="pres">
      <dgm:prSet presAssocID="{9D31F011-39E3-46DF-8D5A-3C18A9C28306}" presName="sibTrans" presStyleCnt="0"/>
      <dgm:spPr/>
    </dgm:pt>
    <dgm:pt modelId="{EB6FD87A-AF88-43D1-BE11-2D9167729708}" type="pres">
      <dgm:prSet presAssocID="{ACD7ADDB-D8F2-418D-8906-39C4D1553B95}" presName="compositeNode" presStyleCnt="0">
        <dgm:presLayoutVars>
          <dgm:bulletEnabled val="1"/>
        </dgm:presLayoutVars>
      </dgm:prSet>
      <dgm:spPr/>
    </dgm:pt>
    <dgm:pt modelId="{14010B75-F3BF-4DDF-B291-CA4F6C15C03F}" type="pres">
      <dgm:prSet presAssocID="{ACD7ADDB-D8F2-418D-8906-39C4D1553B95}" presName="bgRect" presStyleLbl="bgAccFollowNode1" presStyleIdx="2" presStyleCnt="5"/>
      <dgm:spPr/>
    </dgm:pt>
    <dgm:pt modelId="{2484FA62-3B55-4CEB-B206-162C9333BFB5}" type="pres">
      <dgm:prSet presAssocID="{A8414BBB-4479-4295-BCCB-0D81777DD260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308501CE-69DB-4509-A669-BD8382BC2652}" type="pres">
      <dgm:prSet presAssocID="{ACD7ADDB-D8F2-418D-8906-39C4D1553B95}" presName="bottomLine" presStyleLbl="alignNode1" presStyleIdx="5" presStyleCnt="10">
        <dgm:presLayoutVars/>
      </dgm:prSet>
      <dgm:spPr/>
    </dgm:pt>
    <dgm:pt modelId="{F9D8BEB3-68AA-43BB-8F5A-4D0F16128C9C}" type="pres">
      <dgm:prSet presAssocID="{ACD7ADDB-D8F2-418D-8906-39C4D1553B95}" presName="nodeText" presStyleLbl="bgAccFollowNode1" presStyleIdx="2" presStyleCnt="5">
        <dgm:presLayoutVars>
          <dgm:bulletEnabled val="1"/>
        </dgm:presLayoutVars>
      </dgm:prSet>
      <dgm:spPr/>
    </dgm:pt>
    <dgm:pt modelId="{6D696B15-D658-45EA-B8B1-04F33EED9039}" type="pres">
      <dgm:prSet presAssocID="{A8414BBB-4479-4295-BCCB-0D81777DD260}" presName="sibTrans" presStyleCnt="0"/>
      <dgm:spPr/>
    </dgm:pt>
    <dgm:pt modelId="{14A03154-FE52-41B1-AA20-F4D948C54042}" type="pres">
      <dgm:prSet presAssocID="{6729AA7E-2CAA-4D05-8D7B-9C7CF321C880}" presName="compositeNode" presStyleCnt="0">
        <dgm:presLayoutVars>
          <dgm:bulletEnabled val="1"/>
        </dgm:presLayoutVars>
      </dgm:prSet>
      <dgm:spPr/>
    </dgm:pt>
    <dgm:pt modelId="{710C9E33-8922-452E-91CB-C879A92BAC6F}" type="pres">
      <dgm:prSet presAssocID="{6729AA7E-2CAA-4D05-8D7B-9C7CF321C880}" presName="bgRect" presStyleLbl="bgAccFollowNode1" presStyleIdx="3" presStyleCnt="5"/>
      <dgm:spPr/>
    </dgm:pt>
    <dgm:pt modelId="{DF5F31E0-CD11-4E27-882B-3FAEEA8B7BC7}" type="pres">
      <dgm:prSet presAssocID="{E86A94B5-2754-4B6D-9821-61E5050E0193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A83A35F1-83FE-463B-BBEF-DE236878621C}" type="pres">
      <dgm:prSet presAssocID="{6729AA7E-2CAA-4D05-8D7B-9C7CF321C880}" presName="bottomLine" presStyleLbl="alignNode1" presStyleIdx="7" presStyleCnt="10">
        <dgm:presLayoutVars/>
      </dgm:prSet>
      <dgm:spPr/>
    </dgm:pt>
    <dgm:pt modelId="{75A3F7DA-80B6-446D-8CAD-B30540F0B098}" type="pres">
      <dgm:prSet presAssocID="{6729AA7E-2CAA-4D05-8D7B-9C7CF321C880}" presName="nodeText" presStyleLbl="bgAccFollowNode1" presStyleIdx="3" presStyleCnt="5">
        <dgm:presLayoutVars>
          <dgm:bulletEnabled val="1"/>
        </dgm:presLayoutVars>
      </dgm:prSet>
      <dgm:spPr/>
    </dgm:pt>
    <dgm:pt modelId="{B7703FC1-53B2-4C79-B266-A4AF4014C7BA}" type="pres">
      <dgm:prSet presAssocID="{E86A94B5-2754-4B6D-9821-61E5050E0193}" presName="sibTrans" presStyleCnt="0"/>
      <dgm:spPr/>
    </dgm:pt>
    <dgm:pt modelId="{70229DF8-0DD7-4714-9E99-E24C6BC45C18}" type="pres">
      <dgm:prSet presAssocID="{04BEFA91-3767-4D37-94A1-061DE54704CE}" presName="compositeNode" presStyleCnt="0">
        <dgm:presLayoutVars>
          <dgm:bulletEnabled val="1"/>
        </dgm:presLayoutVars>
      </dgm:prSet>
      <dgm:spPr/>
    </dgm:pt>
    <dgm:pt modelId="{F9102AA7-C739-423A-B5FD-79447F62BEC9}" type="pres">
      <dgm:prSet presAssocID="{04BEFA91-3767-4D37-94A1-061DE54704CE}" presName="bgRect" presStyleLbl="bgAccFollowNode1" presStyleIdx="4" presStyleCnt="5"/>
      <dgm:spPr/>
    </dgm:pt>
    <dgm:pt modelId="{77613115-F1E3-4061-885F-DAFC93479B8E}" type="pres">
      <dgm:prSet presAssocID="{B48CC2BA-CDE3-4BC3-9720-C4B737F1DB06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6EAA5B56-7943-4F8A-9572-F318BBD5B74A}" type="pres">
      <dgm:prSet presAssocID="{04BEFA91-3767-4D37-94A1-061DE54704CE}" presName="bottomLine" presStyleLbl="alignNode1" presStyleIdx="9" presStyleCnt="10">
        <dgm:presLayoutVars/>
      </dgm:prSet>
      <dgm:spPr/>
    </dgm:pt>
    <dgm:pt modelId="{5AC41244-6BCC-48CC-8693-567A831AB5F4}" type="pres">
      <dgm:prSet presAssocID="{04BEFA91-3767-4D37-94A1-061DE54704CE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42F16308-0B85-49E1-A170-F4BE7FEE5F77}" type="presOf" srcId="{B48CC2BA-CDE3-4BC3-9720-C4B737F1DB06}" destId="{77613115-F1E3-4061-885F-DAFC93479B8E}" srcOrd="0" destOrd="0" presId="urn:microsoft.com/office/officeart/2016/7/layout/BasicLinearProcessNumbered"/>
    <dgm:cxn modelId="{30AC5D0D-6B59-4BA5-A907-32A560D017E1}" type="presOf" srcId="{ACD7ADDB-D8F2-418D-8906-39C4D1553B95}" destId="{14010B75-F3BF-4DDF-B291-CA4F6C15C03F}" srcOrd="0" destOrd="0" presId="urn:microsoft.com/office/officeart/2016/7/layout/BasicLinearProcessNumbered"/>
    <dgm:cxn modelId="{2BB91722-D071-4DE2-97F2-0D2EAC3BBEBC}" srcId="{08C01104-D01A-4953-8D3C-1B488268F21D}" destId="{ACD7ADDB-D8F2-418D-8906-39C4D1553B95}" srcOrd="2" destOrd="0" parTransId="{E2A1A51C-7855-42BD-A8C2-FB8F540D70D9}" sibTransId="{A8414BBB-4479-4295-BCCB-0D81777DD260}"/>
    <dgm:cxn modelId="{8D268D25-59C0-4DE3-A4ED-2DECEFFD62DA}" type="presOf" srcId="{04BEFA91-3767-4D37-94A1-061DE54704CE}" destId="{F9102AA7-C739-423A-B5FD-79447F62BEC9}" srcOrd="0" destOrd="0" presId="urn:microsoft.com/office/officeart/2016/7/layout/BasicLinearProcessNumbered"/>
    <dgm:cxn modelId="{0028582D-4815-443E-A616-1900C9CC879B}" type="presOf" srcId="{E1432932-1E63-46EE-9CA1-F7CF22E0D17E}" destId="{D18D04C5-D725-4A11-B2AB-9F53E8E81CE2}" srcOrd="0" destOrd="0" presId="urn:microsoft.com/office/officeart/2016/7/layout/BasicLinearProcessNumbered"/>
    <dgm:cxn modelId="{14D1E530-907A-49D7-88D6-1C9463B3A563}" srcId="{08C01104-D01A-4953-8D3C-1B488268F21D}" destId="{04BEFA91-3767-4D37-94A1-061DE54704CE}" srcOrd="4" destOrd="0" parTransId="{B14F0CD7-0146-4C26-B6A7-1EC8E97B26E5}" sibTransId="{B48CC2BA-CDE3-4BC3-9720-C4B737F1DB06}"/>
    <dgm:cxn modelId="{7EE31F35-E88A-4B5F-9A65-CC546338409E}" type="presOf" srcId="{04BEFA91-3767-4D37-94A1-061DE54704CE}" destId="{5AC41244-6BCC-48CC-8693-567A831AB5F4}" srcOrd="1" destOrd="0" presId="urn:microsoft.com/office/officeart/2016/7/layout/BasicLinearProcessNumbered"/>
    <dgm:cxn modelId="{E848DA35-FB11-41CF-9D82-34AFA7553462}" type="presOf" srcId="{36435659-02AE-4F5B-960C-2B9E513691C5}" destId="{CAECDD0E-3706-4206-A484-5DD24CDD6D6E}" srcOrd="0" destOrd="0" presId="urn:microsoft.com/office/officeart/2016/7/layout/BasicLinearProcessNumbered"/>
    <dgm:cxn modelId="{3D215137-1EF0-474F-B67F-E7DBBD633AC1}" type="presOf" srcId="{08C01104-D01A-4953-8D3C-1B488268F21D}" destId="{DB90D6E5-F331-45D7-80DC-05864B95CFF3}" srcOrd="0" destOrd="0" presId="urn:microsoft.com/office/officeart/2016/7/layout/BasicLinearProcessNumbered"/>
    <dgm:cxn modelId="{2A512F3F-D6EF-448E-884B-3F29F6CA3AE4}" type="presOf" srcId="{6729AA7E-2CAA-4D05-8D7B-9C7CF321C880}" destId="{710C9E33-8922-452E-91CB-C879A92BAC6F}" srcOrd="0" destOrd="0" presId="urn:microsoft.com/office/officeart/2016/7/layout/BasicLinearProcessNumbered"/>
    <dgm:cxn modelId="{7D890840-00DC-412B-9DD9-75F65BF4E53E}" type="presOf" srcId="{9D31F011-39E3-46DF-8D5A-3C18A9C28306}" destId="{B152C64F-7390-4B64-BA51-5670F683F2D2}" srcOrd="0" destOrd="0" presId="urn:microsoft.com/office/officeart/2016/7/layout/BasicLinearProcessNumbered"/>
    <dgm:cxn modelId="{B616255D-BE9A-4045-94F4-73F9ED3DEF64}" type="presOf" srcId="{E1432932-1E63-46EE-9CA1-F7CF22E0D17E}" destId="{6E491B56-D918-4CD4-99CA-A80F3406CB37}" srcOrd="1" destOrd="0" presId="urn:microsoft.com/office/officeart/2016/7/layout/BasicLinearProcessNumbered"/>
    <dgm:cxn modelId="{B0126561-E535-4746-AF00-A67F23E28F41}" type="presOf" srcId="{E86A94B5-2754-4B6D-9821-61E5050E0193}" destId="{DF5F31E0-CD11-4E27-882B-3FAEEA8B7BC7}" srcOrd="0" destOrd="0" presId="urn:microsoft.com/office/officeart/2016/7/layout/BasicLinearProcessNumbered"/>
    <dgm:cxn modelId="{90AA0B76-82D7-4EA6-98A9-CB0995972C25}" type="presOf" srcId="{ACD7ADDB-D8F2-418D-8906-39C4D1553B95}" destId="{F9D8BEB3-68AA-43BB-8F5A-4D0F16128C9C}" srcOrd="1" destOrd="0" presId="urn:microsoft.com/office/officeart/2016/7/layout/BasicLinearProcessNumbered"/>
    <dgm:cxn modelId="{8687BA8F-3820-4843-B586-2CDB0E1374C3}" type="presOf" srcId="{6729AA7E-2CAA-4D05-8D7B-9C7CF321C880}" destId="{75A3F7DA-80B6-446D-8CAD-B30540F0B098}" srcOrd="1" destOrd="0" presId="urn:microsoft.com/office/officeart/2016/7/layout/BasicLinearProcessNumbered"/>
    <dgm:cxn modelId="{6E3BC897-6E18-443A-B7F1-D7CA18C10BA1}" srcId="{08C01104-D01A-4953-8D3C-1B488268F21D}" destId="{36435659-02AE-4F5B-960C-2B9E513691C5}" srcOrd="0" destOrd="0" parTransId="{D8A28329-14CB-40D8-989E-A253F0C6D5BE}" sibTransId="{A5E90E71-E075-4D7A-A654-3B9692DD5CDA}"/>
    <dgm:cxn modelId="{D616B5A0-4CDA-49A6-B8EF-E34944935190}" type="presOf" srcId="{A5E90E71-E075-4D7A-A654-3B9692DD5CDA}" destId="{9E53A5B5-7C72-46F9-A019-81F9F1AF50ED}" srcOrd="0" destOrd="0" presId="urn:microsoft.com/office/officeart/2016/7/layout/BasicLinearProcessNumbered"/>
    <dgm:cxn modelId="{E4AB3BAC-8979-4DBF-AE20-97CCA961B9AA}" type="presOf" srcId="{A8414BBB-4479-4295-BCCB-0D81777DD260}" destId="{2484FA62-3B55-4CEB-B206-162C9333BFB5}" srcOrd="0" destOrd="0" presId="urn:microsoft.com/office/officeart/2016/7/layout/BasicLinearProcessNumbered"/>
    <dgm:cxn modelId="{317B28B0-0997-4B46-A820-60A4802D739C}" type="presOf" srcId="{36435659-02AE-4F5B-960C-2B9E513691C5}" destId="{E952D43D-43FD-4EE7-BF49-0E9587E74F9D}" srcOrd="1" destOrd="0" presId="urn:microsoft.com/office/officeart/2016/7/layout/BasicLinearProcessNumbered"/>
    <dgm:cxn modelId="{45A9F4BC-4A5E-420D-9295-2F3196E2FC5A}" srcId="{08C01104-D01A-4953-8D3C-1B488268F21D}" destId="{E1432932-1E63-46EE-9CA1-F7CF22E0D17E}" srcOrd="1" destOrd="0" parTransId="{611ADB05-1836-4C98-9D21-FD6F0DAAE779}" sibTransId="{9D31F011-39E3-46DF-8D5A-3C18A9C28306}"/>
    <dgm:cxn modelId="{82C52CDE-C80C-4161-936B-F24AAAAA4985}" srcId="{08C01104-D01A-4953-8D3C-1B488268F21D}" destId="{6729AA7E-2CAA-4D05-8D7B-9C7CF321C880}" srcOrd="3" destOrd="0" parTransId="{EBE6EEA1-1894-4576-934C-215423FDD32C}" sibTransId="{E86A94B5-2754-4B6D-9821-61E5050E0193}"/>
    <dgm:cxn modelId="{A5BE2EDF-8FDD-4556-AB25-CC84C80A4854}" type="presParOf" srcId="{DB90D6E5-F331-45D7-80DC-05864B95CFF3}" destId="{A6E3E9CB-18E0-4B02-B153-8EA3CF9FE95C}" srcOrd="0" destOrd="0" presId="urn:microsoft.com/office/officeart/2016/7/layout/BasicLinearProcessNumbered"/>
    <dgm:cxn modelId="{02F5815F-B2FD-4E91-927E-A820724AFFC8}" type="presParOf" srcId="{A6E3E9CB-18E0-4B02-B153-8EA3CF9FE95C}" destId="{CAECDD0E-3706-4206-A484-5DD24CDD6D6E}" srcOrd="0" destOrd="0" presId="urn:microsoft.com/office/officeart/2016/7/layout/BasicLinearProcessNumbered"/>
    <dgm:cxn modelId="{B1A58B36-CEA4-4B2A-89A1-25C6A62307B9}" type="presParOf" srcId="{A6E3E9CB-18E0-4B02-B153-8EA3CF9FE95C}" destId="{9E53A5B5-7C72-46F9-A019-81F9F1AF50ED}" srcOrd="1" destOrd="0" presId="urn:microsoft.com/office/officeart/2016/7/layout/BasicLinearProcessNumbered"/>
    <dgm:cxn modelId="{5CA82C98-6094-4FAC-93F2-C5837C954028}" type="presParOf" srcId="{A6E3E9CB-18E0-4B02-B153-8EA3CF9FE95C}" destId="{5BF53CC0-1971-4D31-8399-779CBD78A517}" srcOrd="2" destOrd="0" presId="urn:microsoft.com/office/officeart/2016/7/layout/BasicLinearProcessNumbered"/>
    <dgm:cxn modelId="{E2176E7B-42BE-4708-B4A1-86F11305923B}" type="presParOf" srcId="{A6E3E9CB-18E0-4B02-B153-8EA3CF9FE95C}" destId="{E952D43D-43FD-4EE7-BF49-0E9587E74F9D}" srcOrd="3" destOrd="0" presId="urn:microsoft.com/office/officeart/2016/7/layout/BasicLinearProcessNumbered"/>
    <dgm:cxn modelId="{150DC3C7-8089-4219-A8C9-2D37F44C79D2}" type="presParOf" srcId="{DB90D6E5-F331-45D7-80DC-05864B95CFF3}" destId="{4669F69B-60D6-45E9-A11D-6BBD17232393}" srcOrd="1" destOrd="0" presId="urn:microsoft.com/office/officeart/2016/7/layout/BasicLinearProcessNumbered"/>
    <dgm:cxn modelId="{F67C21E7-2B2D-4B3B-A645-9EF28F502E2B}" type="presParOf" srcId="{DB90D6E5-F331-45D7-80DC-05864B95CFF3}" destId="{FB3245AD-1A9F-4E6F-825F-ED48BD03C77F}" srcOrd="2" destOrd="0" presId="urn:microsoft.com/office/officeart/2016/7/layout/BasicLinearProcessNumbered"/>
    <dgm:cxn modelId="{D9225AA5-BE75-4EBD-A7C8-C250743DB769}" type="presParOf" srcId="{FB3245AD-1A9F-4E6F-825F-ED48BD03C77F}" destId="{D18D04C5-D725-4A11-B2AB-9F53E8E81CE2}" srcOrd="0" destOrd="0" presId="urn:microsoft.com/office/officeart/2016/7/layout/BasicLinearProcessNumbered"/>
    <dgm:cxn modelId="{CBD43CAD-743F-4D31-AC20-47927E84CF23}" type="presParOf" srcId="{FB3245AD-1A9F-4E6F-825F-ED48BD03C77F}" destId="{B152C64F-7390-4B64-BA51-5670F683F2D2}" srcOrd="1" destOrd="0" presId="urn:microsoft.com/office/officeart/2016/7/layout/BasicLinearProcessNumbered"/>
    <dgm:cxn modelId="{FF159AA1-3D31-4E45-A5A2-6183F76C8DEB}" type="presParOf" srcId="{FB3245AD-1A9F-4E6F-825F-ED48BD03C77F}" destId="{C2FD28E1-1B03-4808-97AC-6102D3A6EB60}" srcOrd="2" destOrd="0" presId="urn:microsoft.com/office/officeart/2016/7/layout/BasicLinearProcessNumbered"/>
    <dgm:cxn modelId="{D57A4290-A7E1-4611-835D-022D5F6D3F78}" type="presParOf" srcId="{FB3245AD-1A9F-4E6F-825F-ED48BD03C77F}" destId="{6E491B56-D918-4CD4-99CA-A80F3406CB37}" srcOrd="3" destOrd="0" presId="urn:microsoft.com/office/officeart/2016/7/layout/BasicLinearProcessNumbered"/>
    <dgm:cxn modelId="{1ABBC837-B913-4B8E-AEB4-F36AF01CD0EF}" type="presParOf" srcId="{DB90D6E5-F331-45D7-80DC-05864B95CFF3}" destId="{22E4CE2D-C6B2-47FC-B4C7-1C442F1DB074}" srcOrd="3" destOrd="0" presId="urn:microsoft.com/office/officeart/2016/7/layout/BasicLinearProcessNumbered"/>
    <dgm:cxn modelId="{6BB5F3F1-8884-44E1-AE59-39C52E35C2EF}" type="presParOf" srcId="{DB90D6E5-F331-45D7-80DC-05864B95CFF3}" destId="{EB6FD87A-AF88-43D1-BE11-2D9167729708}" srcOrd="4" destOrd="0" presId="urn:microsoft.com/office/officeart/2016/7/layout/BasicLinearProcessNumbered"/>
    <dgm:cxn modelId="{EF136E12-7304-4D22-AE59-AA4136362558}" type="presParOf" srcId="{EB6FD87A-AF88-43D1-BE11-2D9167729708}" destId="{14010B75-F3BF-4DDF-B291-CA4F6C15C03F}" srcOrd="0" destOrd="0" presId="urn:microsoft.com/office/officeart/2016/7/layout/BasicLinearProcessNumbered"/>
    <dgm:cxn modelId="{3B90AE42-2B77-4A93-99E7-75389955C9AE}" type="presParOf" srcId="{EB6FD87A-AF88-43D1-BE11-2D9167729708}" destId="{2484FA62-3B55-4CEB-B206-162C9333BFB5}" srcOrd="1" destOrd="0" presId="urn:microsoft.com/office/officeart/2016/7/layout/BasicLinearProcessNumbered"/>
    <dgm:cxn modelId="{3397BC77-BD40-45F1-AA39-950E22B39ACE}" type="presParOf" srcId="{EB6FD87A-AF88-43D1-BE11-2D9167729708}" destId="{308501CE-69DB-4509-A669-BD8382BC2652}" srcOrd="2" destOrd="0" presId="urn:microsoft.com/office/officeart/2016/7/layout/BasicLinearProcessNumbered"/>
    <dgm:cxn modelId="{FF031F74-9DDA-4DE6-A478-312E8C8B3CA7}" type="presParOf" srcId="{EB6FD87A-AF88-43D1-BE11-2D9167729708}" destId="{F9D8BEB3-68AA-43BB-8F5A-4D0F16128C9C}" srcOrd="3" destOrd="0" presId="urn:microsoft.com/office/officeart/2016/7/layout/BasicLinearProcessNumbered"/>
    <dgm:cxn modelId="{FFE12531-AA58-47F1-A2A1-D4446CC6E6FD}" type="presParOf" srcId="{DB90D6E5-F331-45D7-80DC-05864B95CFF3}" destId="{6D696B15-D658-45EA-B8B1-04F33EED9039}" srcOrd="5" destOrd="0" presId="urn:microsoft.com/office/officeart/2016/7/layout/BasicLinearProcessNumbered"/>
    <dgm:cxn modelId="{AF2E3C55-D64A-4E5B-87B0-41B56DE42BD6}" type="presParOf" srcId="{DB90D6E5-F331-45D7-80DC-05864B95CFF3}" destId="{14A03154-FE52-41B1-AA20-F4D948C54042}" srcOrd="6" destOrd="0" presId="urn:microsoft.com/office/officeart/2016/7/layout/BasicLinearProcessNumbered"/>
    <dgm:cxn modelId="{2BEABFC8-9035-4431-A736-949A074ADDEA}" type="presParOf" srcId="{14A03154-FE52-41B1-AA20-F4D948C54042}" destId="{710C9E33-8922-452E-91CB-C879A92BAC6F}" srcOrd="0" destOrd="0" presId="urn:microsoft.com/office/officeart/2016/7/layout/BasicLinearProcessNumbered"/>
    <dgm:cxn modelId="{6AA7C2AD-D378-4FD7-860D-C6A68B922297}" type="presParOf" srcId="{14A03154-FE52-41B1-AA20-F4D948C54042}" destId="{DF5F31E0-CD11-4E27-882B-3FAEEA8B7BC7}" srcOrd="1" destOrd="0" presId="urn:microsoft.com/office/officeart/2016/7/layout/BasicLinearProcessNumbered"/>
    <dgm:cxn modelId="{DF1500B7-FE6A-417A-8C05-EEFEA3306200}" type="presParOf" srcId="{14A03154-FE52-41B1-AA20-F4D948C54042}" destId="{A83A35F1-83FE-463B-BBEF-DE236878621C}" srcOrd="2" destOrd="0" presId="urn:microsoft.com/office/officeart/2016/7/layout/BasicLinearProcessNumbered"/>
    <dgm:cxn modelId="{92C8E90B-C21A-40FE-924F-366F66A87430}" type="presParOf" srcId="{14A03154-FE52-41B1-AA20-F4D948C54042}" destId="{75A3F7DA-80B6-446D-8CAD-B30540F0B098}" srcOrd="3" destOrd="0" presId="urn:microsoft.com/office/officeart/2016/7/layout/BasicLinearProcessNumbered"/>
    <dgm:cxn modelId="{D9B54C89-BD52-4BFC-A446-8411516E0150}" type="presParOf" srcId="{DB90D6E5-F331-45D7-80DC-05864B95CFF3}" destId="{B7703FC1-53B2-4C79-B266-A4AF4014C7BA}" srcOrd="7" destOrd="0" presId="urn:microsoft.com/office/officeart/2016/7/layout/BasicLinearProcessNumbered"/>
    <dgm:cxn modelId="{9E236FB9-0392-4282-BCAD-94F959586853}" type="presParOf" srcId="{DB90D6E5-F331-45D7-80DC-05864B95CFF3}" destId="{70229DF8-0DD7-4714-9E99-E24C6BC45C18}" srcOrd="8" destOrd="0" presId="urn:microsoft.com/office/officeart/2016/7/layout/BasicLinearProcessNumbered"/>
    <dgm:cxn modelId="{1FFE80F2-CBFA-4D90-9125-6C4F5792A370}" type="presParOf" srcId="{70229DF8-0DD7-4714-9E99-E24C6BC45C18}" destId="{F9102AA7-C739-423A-B5FD-79447F62BEC9}" srcOrd="0" destOrd="0" presId="urn:microsoft.com/office/officeart/2016/7/layout/BasicLinearProcessNumbered"/>
    <dgm:cxn modelId="{AD33077B-1EE5-4FDB-B745-75FB147325F9}" type="presParOf" srcId="{70229DF8-0DD7-4714-9E99-E24C6BC45C18}" destId="{77613115-F1E3-4061-885F-DAFC93479B8E}" srcOrd="1" destOrd="0" presId="urn:microsoft.com/office/officeart/2016/7/layout/BasicLinearProcessNumbered"/>
    <dgm:cxn modelId="{EC5E0C90-E171-40F7-B9D7-D1E4C36E28AA}" type="presParOf" srcId="{70229DF8-0DD7-4714-9E99-E24C6BC45C18}" destId="{6EAA5B56-7943-4F8A-9572-F318BBD5B74A}" srcOrd="2" destOrd="0" presId="urn:microsoft.com/office/officeart/2016/7/layout/BasicLinearProcessNumbered"/>
    <dgm:cxn modelId="{6826577F-774F-4A07-A430-38DE7010834D}" type="presParOf" srcId="{70229DF8-0DD7-4714-9E99-E24C6BC45C18}" destId="{5AC41244-6BCC-48CC-8693-567A831AB5F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ECA8F431-53E8-4181-A275-DCCEFB7162D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A4A72B7-FC7F-45C1-949A-98E35DF60D02}">
      <dgm:prSet/>
      <dgm:spPr/>
      <dgm:t>
        <a:bodyPr/>
        <a:lstStyle/>
        <a:p>
          <a:r>
            <a:rPr lang="en-US"/>
            <a:t>Engineer wants to delay patching to avoid downtime.</a:t>
          </a:r>
        </a:p>
      </dgm:t>
    </dgm:pt>
    <dgm:pt modelId="{9D98BFFC-CA8F-4D9E-AF6C-14DAD6C0E7EB}" type="parTrans" cxnId="{5B4D1CBB-2DAD-49EF-9CAB-382C78A45DB9}">
      <dgm:prSet/>
      <dgm:spPr/>
      <dgm:t>
        <a:bodyPr/>
        <a:lstStyle/>
        <a:p>
          <a:endParaRPr lang="en-US"/>
        </a:p>
      </dgm:t>
    </dgm:pt>
    <dgm:pt modelId="{3DBD3400-1E26-4F1D-8C25-FD0DF78D1FA4}" type="sibTrans" cxnId="{5B4D1CBB-2DAD-49EF-9CAB-382C78A45DB9}">
      <dgm:prSet/>
      <dgm:spPr/>
      <dgm:t>
        <a:bodyPr/>
        <a:lstStyle/>
        <a:p>
          <a:endParaRPr lang="en-US"/>
        </a:p>
      </dgm:t>
    </dgm:pt>
    <dgm:pt modelId="{6615F074-A3BD-4DA1-8D9D-5B7EA59B76F7}">
      <dgm:prSet/>
      <dgm:spPr/>
      <dgm:t>
        <a:bodyPr/>
        <a:lstStyle/>
        <a:p>
          <a:r>
            <a:rPr lang="en-US"/>
            <a:t>Security says patch immediately.</a:t>
          </a:r>
        </a:p>
      </dgm:t>
    </dgm:pt>
    <dgm:pt modelId="{44F3B4A9-C825-4CFD-B5D5-6B4A44B90853}" type="parTrans" cxnId="{BDC7B5BB-AB94-47EF-9D83-01963E547FE4}">
      <dgm:prSet/>
      <dgm:spPr/>
      <dgm:t>
        <a:bodyPr/>
        <a:lstStyle/>
        <a:p>
          <a:endParaRPr lang="en-US"/>
        </a:p>
      </dgm:t>
    </dgm:pt>
    <dgm:pt modelId="{C5D5C764-3091-4622-A2AC-F33324CEA6FF}" type="sibTrans" cxnId="{BDC7B5BB-AB94-47EF-9D83-01963E547FE4}">
      <dgm:prSet/>
      <dgm:spPr/>
      <dgm:t>
        <a:bodyPr/>
        <a:lstStyle/>
        <a:p>
          <a:endParaRPr lang="en-US"/>
        </a:p>
      </dgm:t>
    </dgm:pt>
    <dgm:pt modelId="{C8D9D5ED-7733-446A-A6A2-9424F8DCAAD2}">
      <dgm:prSet/>
      <dgm:spPr/>
      <dgm:t>
        <a:bodyPr/>
        <a:lstStyle/>
        <a:p>
          <a:r>
            <a:rPr lang="en-US"/>
            <a:t>Resolve professionally.</a:t>
          </a:r>
        </a:p>
      </dgm:t>
    </dgm:pt>
    <dgm:pt modelId="{4F9B7A12-19E9-44F1-8B25-924A9F7569DF}" type="parTrans" cxnId="{85E09CAD-7E2E-41CE-AB0A-F96756842B87}">
      <dgm:prSet/>
      <dgm:spPr/>
      <dgm:t>
        <a:bodyPr/>
        <a:lstStyle/>
        <a:p>
          <a:endParaRPr lang="en-US"/>
        </a:p>
      </dgm:t>
    </dgm:pt>
    <dgm:pt modelId="{5ED903AC-57B9-459D-AE69-24D267FF451F}" type="sibTrans" cxnId="{85E09CAD-7E2E-41CE-AB0A-F96756842B87}">
      <dgm:prSet/>
      <dgm:spPr/>
      <dgm:t>
        <a:bodyPr/>
        <a:lstStyle/>
        <a:p>
          <a:endParaRPr lang="en-US"/>
        </a:p>
      </dgm:t>
    </dgm:pt>
    <dgm:pt modelId="{608CD5F5-81C4-4964-995B-421D9FA5F301}" type="pres">
      <dgm:prSet presAssocID="{ECA8F431-53E8-4181-A275-DCCEFB7162DE}" presName="root" presStyleCnt="0">
        <dgm:presLayoutVars>
          <dgm:dir/>
          <dgm:resizeHandles val="exact"/>
        </dgm:presLayoutVars>
      </dgm:prSet>
      <dgm:spPr/>
    </dgm:pt>
    <dgm:pt modelId="{F81D036D-B5C8-4108-91AD-21ACC4BC9122}" type="pres">
      <dgm:prSet presAssocID="{1A4A72B7-FC7F-45C1-949A-98E35DF60D02}" presName="compNode" presStyleCnt="0"/>
      <dgm:spPr/>
    </dgm:pt>
    <dgm:pt modelId="{96B9AF6D-D7C4-4054-A0A6-9A95A0638D70}" type="pres">
      <dgm:prSet presAssocID="{1A4A72B7-FC7F-45C1-949A-98E35DF60D02}" presName="bgRect" presStyleLbl="bgShp" presStyleIdx="0" presStyleCnt="3"/>
      <dgm:spPr/>
    </dgm:pt>
    <dgm:pt modelId="{2545686E-AACF-46A0-A5BC-5034BBD36221}" type="pres">
      <dgm:prSet presAssocID="{1A4A72B7-FC7F-45C1-949A-98E35DF60D0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90716DD-54F9-4241-9E2A-5FFF91C7DCB6}" type="pres">
      <dgm:prSet presAssocID="{1A4A72B7-FC7F-45C1-949A-98E35DF60D02}" presName="spaceRect" presStyleCnt="0"/>
      <dgm:spPr/>
    </dgm:pt>
    <dgm:pt modelId="{3C29E6FA-0A48-4D80-B6AA-5D2A021D8FF0}" type="pres">
      <dgm:prSet presAssocID="{1A4A72B7-FC7F-45C1-949A-98E35DF60D02}" presName="parTx" presStyleLbl="revTx" presStyleIdx="0" presStyleCnt="3">
        <dgm:presLayoutVars>
          <dgm:chMax val="0"/>
          <dgm:chPref val="0"/>
        </dgm:presLayoutVars>
      </dgm:prSet>
      <dgm:spPr/>
    </dgm:pt>
    <dgm:pt modelId="{138DEBE9-2DB3-434D-A8B0-1D3BFD308B5A}" type="pres">
      <dgm:prSet presAssocID="{3DBD3400-1E26-4F1D-8C25-FD0DF78D1FA4}" presName="sibTrans" presStyleCnt="0"/>
      <dgm:spPr/>
    </dgm:pt>
    <dgm:pt modelId="{17F5146C-FC91-4B92-AE83-4A02984F816A}" type="pres">
      <dgm:prSet presAssocID="{6615F074-A3BD-4DA1-8D9D-5B7EA59B76F7}" presName="compNode" presStyleCnt="0"/>
      <dgm:spPr/>
    </dgm:pt>
    <dgm:pt modelId="{E5C08246-9A3A-4590-AF93-55769F4BE3DB}" type="pres">
      <dgm:prSet presAssocID="{6615F074-A3BD-4DA1-8D9D-5B7EA59B76F7}" presName="bgRect" presStyleLbl="bgShp" presStyleIdx="1" presStyleCnt="3"/>
      <dgm:spPr/>
    </dgm:pt>
    <dgm:pt modelId="{0911FDD0-A26A-4B91-BA66-07D044A76E75}" type="pres">
      <dgm:prSet presAssocID="{6615F074-A3BD-4DA1-8D9D-5B7EA59B76F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1ABF6CF-7EBB-4128-AA50-BD8B10E23B5F}" type="pres">
      <dgm:prSet presAssocID="{6615F074-A3BD-4DA1-8D9D-5B7EA59B76F7}" presName="spaceRect" presStyleCnt="0"/>
      <dgm:spPr/>
    </dgm:pt>
    <dgm:pt modelId="{D743EF6B-839B-4DFA-AB81-AD027F856B6E}" type="pres">
      <dgm:prSet presAssocID="{6615F074-A3BD-4DA1-8D9D-5B7EA59B76F7}" presName="parTx" presStyleLbl="revTx" presStyleIdx="1" presStyleCnt="3">
        <dgm:presLayoutVars>
          <dgm:chMax val="0"/>
          <dgm:chPref val="0"/>
        </dgm:presLayoutVars>
      </dgm:prSet>
      <dgm:spPr/>
    </dgm:pt>
    <dgm:pt modelId="{6B0AA64E-CB21-4122-A4F9-6B77519CB985}" type="pres">
      <dgm:prSet presAssocID="{C5D5C764-3091-4622-A2AC-F33324CEA6FF}" presName="sibTrans" presStyleCnt="0"/>
      <dgm:spPr/>
    </dgm:pt>
    <dgm:pt modelId="{B8256829-9E62-4085-8F1C-CD7DA79533E8}" type="pres">
      <dgm:prSet presAssocID="{C8D9D5ED-7733-446A-A6A2-9424F8DCAAD2}" presName="compNode" presStyleCnt="0"/>
      <dgm:spPr/>
    </dgm:pt>
    <dgm:pt modelId="{4D68AF48-A2AF-4597-902E-A5565CD3D61D}" type="pres">
      <dgm:prSet presAssocID="{C8D9D5ED-7733-446A-A6A2-9424F8DCAAD2}" presName="bgRect" presStyleLbl="bgShp" presStyleIdx="2" presStyleCnt="3"/>
      <dgm:spPr/>
    </dgm:pt>
    <dgm:pt modelId="{3EE77571-8BB6-4028-B81B-B8515D65BA4A}" type="pres">
      <dgm:prSet presAssocID="{C8D9D5ED-7733-446A-A6A2-9424F8DCAAD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FDD7202-38F3-43E8-A076-0B7E4A2BE64C}" type="pres">
      <dgm:prSet presAssocID="{C8D9D5ED-7733-446A-A6A2-9424F8DCAAD2}" presName="spaceRect" presStyleCnt="0"/>
      <dgm:spPr/>
    </dgm:pt>
    <dgm:pt modelId="{F7824E96-358E-4CE5-B3BA-B7ED39A22D25}" type="pres">
      <dgm:prSet presAssocID="{C8D9D5ED-7733-446A-A6A2-9424F8DCAAD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87459C-E142-4C26-9BB7-632C3823A0C8}" type="presOf" srcId="{1A4A72B7-FC7F-45C1-949A-98E35DF60D02}" destId="{3C29E6FA-0A48-4D80-B6AA-5D2A021D8FF0}" srcOrd="0" destOrd="0" presId="urn:microsoft.com/office/officeart/2018/2/layout/IconVerticalSolidList"/>
    <dgm:cxn modelId="{85E09CAD-7E2E-41CE-AB0A-F96756842B87}" srcId="{ECA8F431-53E8-4181-A275-DCCEFB7162DE}" destId="{C8D9D5ED-7733-446A-A6A2-9424F8DCAAD2}" srcOrd="2" destOrd="0" parTransId="{4F9B7A12-19E9-44F1-8B25-924A9F7569DF}" sibTransId="{5ED903AC-57B9-459D-AE69-24D267FF451F}"/>
    <dgm:cxn modelId="{645370B6-5EA0-4E54-B532-E281A035E39D}" type="presOf" srcId="{C8D9D5ED-7733-446A-A6A2-9424F8DCAAD2}" destId="{F7824E96-358E-4CE5-B3BA-B7ED39A22D25}" srcOrd="0" destOrd="0" presId="urn:microsoft.com/office/officeart/2018/2/layout/IconVerticalSolidList"/>
    <dgm:cxn modelId="{D71603B9-3FE5-46C1-B2BE-D4AFEBACD00E}" type="presOf" srcId="{ECA8F431-53E8-4181-A275-DCCEFB7162DE}" destId="{608CD5F5-81C4-4964-995B-421D9FA5F301}" srcOrd="0" destOrd="0" presId="urn:microsoft.com/office/officeart/2018/2/layout/IconVerticalSolidList"/>
    <dgm:cxn modelId="{5B4D1CBB-2DAD-49EF-9CAB-382C78A45DB9}" srcId="{ECA8F431-53E8-4181-A275-DCCEFB7162DE}" destId="{1A4A72B7-FC7F-45C1-949A-98E35DF60D02}" srcOrd="0" destOrd="0" parTransId="{9D98BFFC-CA8F-4D9E-AF6C-14DAD6C0E7EB}" sibTransId="{3DBD3400-1E26-4F1D-8C25-FD0DF78D1FA4}"/>
    <dgm:cxn modelId="{BDC7B5BB-AB94-47EF-9D83-01963E547FE4}" srcId="{ECA8F431-53E8-4181-A275-DCCEFB7162DE}" destId="{6615F074-A3BD-4DA1-8D9D-5B7EA59B76F7}" srcOrd="1" destOrd="0" parTransId="{44F3B4A9-C825-4CFD-B5D5-6B4A44B90853}" sibTransId="{C5D5C764-3091-4622-A2AC-F33324CEA6FF}"/>
    <dgm:cxn modelId="{ECF20ED1-7597-47EF-9B10-A0AD1568B577}" type="presOf" srcId="{6615F074-A3BD-4DA1-8D9D-5B7EA59B76F7}" destId="{D743EF6B-839B-4DFA-AB81-AD027F856B6E}" srcOrd="0" destOrd="0" presId="urn:microsoft.com/office/officeart/2018/2/layout/IconVerticalSolidList"/>
    <dgm:cxn modelId="{3768CB14-6FF4-4279-8B98-EEA3BE0CC7ED}" type="presParOf" srcId="{608CD5F5-81C4-4964-995B-421D9FA5F301}" destId="{F81D036D-B5C8-4108-91AD-21ACC4BC9122}" srcOrd="0" destOrd="0" presId="urn:microsoft.com/office/officeart/2018/2/layout/IconVerticalSolidList"/>
    <dgm:cxn modelId="{60E679C1-30A2-48DF-A647-E86BDA918576}" type="presParOf" srcId="{F81D036D-B5C8-4108-91AD-21ACC4BC9122}" destId="{96B9AF6D-D7C4-4054-A0A6-9A95A0638D70}" srcOrd="0" destOrd="0" presId="urn:microsoft.com/office/officeart/2018/2/layout/IconVerticalSolidList"/>
    <dgm:cxn modelId="{4DE620CE-08D8-4700-BB82-2C49D24EA16F}" type="presParOf" srcId="{F81D036D-B5C8-4108-91AD-21ACC4BC9122}" destId="{2545686E-AACF-46A0-A5BC-5034BBD36221}" srcOrd="1" destOrd="0" presId="urn:microsoft.com/office/officeart/2018/2/layout/IconVerticalSolidList"/>
    <dgm:cxn modelId="{C3FF1D0B-7A0E-4C28-8061-7BB32315713C}" type="presParOf" srcId="{F81D036D-B5C8-4108-91AD-21ACC4BC9122}" destId="{890716DD-54F9-4241-9E2A-5FFF91C7DCB6}" srcOrd="2" destOrd="0" presId="urn:microsoft.com/office/officeart/2018/2/layout/IconVerticalSolidList"/>
    <dgm:cxn modelId="{B5797B11-F477-4970-99DE-02DF332FD68C}" type="presParOf" srcId="{F81D036D-B5C8-4108-91AD-21ACC4BC9122}" destId="{3C29E6FA-0A48-4D80-B6AA-5D2A021D8FF0}" srcOrd="3" destOrd="0" presId="urn:microsoft.com/office/officeart/2018/2/layout/IconVerticalSolidList"/>
    <dgm:cxn modelId="{3126AA5F-100D-449D-84DA-B44180BE1FC1}" type="presParOf" srcId="{608CD5F5-81C4-4964-995B-421D9FA5F301}" destId="{138DEBE9-2DB3-434D-A8B0-1D3BFD308B5A}" srcOrd="1" destOrd="0" presId="urn:microsoft.com/office/officeart/2018/2/layout/IconVerticalSolidList"/>
    <dgm:cxn modelId="{A4C3CFAF-5CBB-495F-A877-1B7F6AF9E9AB}" type="presParOf" srcId="{608CD5F5-81C4-4964-995B-421D9FA5F301}" destId="{17F5146C-FC91-4B92-AE83-4A02984F816A}" srcOrd="2" destOrd="0" presId="urn:microsoft.com/office/officeart/2018/2/layout/IconVerticalSolidList"/>
    <dgm:cxn modelId="{A6E858A3-71A5-498F-A241-D557E494757C}" type="presParOf" srcId="{17F5146C-FC91-4B92-AE83-4A02984F816A}" destId="{E5C08246-9A3A-4590-AF93-55769F4BE3DB}" srcOrd="0" destOrd="0" presId="urn:microsoft.com/office/officeart/2018/2/layout/IconVerticalSolidList"/>
    <dgm:cxn modelId="{47C88A65-B6D3-4E96-8E2A-8C4DB8AC55C8}" type="presParOf" srcId="{17F5146C-FC91-4B92-AE83-4A02984F816A}" destId="{0911FDD0-A26A-4B91-BA66-07D044A76E75}" srcOrd="1" destOrd="0" presId="urn:microsoft.com/office/officeart/2018/2/layout/IconVerticalSolidList"/>
    <dgm:cxn modelId="{2901582C-95DE-4BDB-8381-5BE7DFA9FB8F}" type="presParOf" srcId="{17F5146C-FC91-4B92-AE83-4A02984F816A}" destId="{E1ABF6CF-7EBB-4128-AA50-BD8B10E23B5F}" srcOrd="2" destOrd="0" presId="urn:microsoft.com/office/officeart/2018/2/layout/IconVerticalSolidList"/>
    <dgm:cxn modelId="{648FF20E-F9CE-437A-8D34-53877DE9C227}" type="presParOf" srcId="{17F5146C-FC91-4B92-AE83-4A02984F816A}" destId="{D743EF6B-839B-4DFA-AB81-AD027F856B6E}" srcOrd="3" destOrd="0" presId="urn:microsoft.com/office/officeart/2018/2/layout/IconVerticalSolidList"/>
    <dgm:cxn modelId="{E0990651-E8F5-4984-9808-47F7C73F0D6F}" type="presParOf" srcId="{608CD5F5-81C4-4964-995B-421D9FA5F301}" destId="{6B0AA64E-CB21-4122-A4F9-6B77519CB985}" srcOrd="3" destOrd="0" presId="urn:microsoft.com/office/officeart/2018/2/layout/IconVerticalSolidList"/>
    <dgm:cxn modelId="{EBCDFC90-F7DC-45AB-8765-2DF29BE1E5EC}" type="presParOf" srcId="{608CD5F5-81C4-4964-995B-421D9FA5F301}" destId="{B8256829-9E62-4085-8F1C-CD7DA79533E8}" srcOrd="4" destOrd="0" presId="urn:microsoft.com/office/officeart/2018/2/layout/IconVerticalSolidList"/>
    <dgm:cxn modelId="{DF86E13E-8C85-409B-A03B-3BAF221D829A}" type="presParOf" srcId="{B8256829-9E62-4085-8F1C-CD7DA79533E8}" destId="{4D68AF48-A2AF-4597-902E-A5565CD3D61D}" srcOrd="0" destOrd="0" presId="urn:microsoft.com/office/officeart/2018/2/layout/IconVerticalSolidList"/>
    <dgm:cxn modelId="{4D9274E9-5176-497D-8B65-F705DD0D20C9}" type="presParOf" srcId="{B8256829-9E62-4085-8F1C-CD7DA79533E8}" destId="{3EE77571-8BB6-4028-B81B-B8515D65BA4A}" srcOrd="1" destOrd="0" presId="urn:microsoft.com/office/officeart/2018/2/layout/IconVerticalSolidList"/>
    <dgm:cxn modelId="{28DE45BD-09AE-4081-9430-0F1A2D38C2EC}" type="presParOf" srcId="{B8256829-9E62-4085-8F1C-CD7DA79533E8}" destId="{6FDD7202-38F3-43E8-A076-0B7E4A2BE64C}" srcOrd="2" destOrd="0" presId="urn:microsoft.com/office/officeart/2018/2/layout/IconVerticalSolidList"/>
    <dgm:cxn modelId="{041D4F00-6D18-4D25-8576-5C03CCEC25B2}" type="presParOf" srcId="{B8256829-9E62-4085-8F1C-CD7DA79533E8}" destId="{F7824E96-358E-4CE5-B3BA-B7ED39A22D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884E0458-E4B3-4AF2-9200-0004E70166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D31DCC3-E45D-43AA-8FF8-1CBAB9A12C6B}">
      <dgm:prSet/>
      <dgm:spPr/>
      <dgm:t>
        <a:bodyPr/>
        <a:lstStyle/>
        <a:p>
          <a:r>
            <a:rPr lang="en-US"/>
            <a:t>I understand uptime is critical</a:t>
          </a:r>
        </a:p>
      </dgm:t>
    </dgm:pt>
    <dgm:pt modelId="{6C96418D-81B7-44BE-827F-7546F6CCFDDB}" type="parTrans" cxnId="{EDBA3FCF-38C2-4C87-A9EB-94A2ADCD8F9B}">
      <dgm:prSet/>
      <dgm:spPr/>
      <dgm:t>
        <a:bodyPr/>
        <a:lstStyle/>
        <a:p>
          <a:endParaRPr lang="en-US"/>
        </a:p>
      </dgm:t>
    </dgm:pt>
    <dgm:pt modelId="{DA4F9137-4EE4-4AA3-883E-78061B1A27B6}" type="sibTrans" cxnId="{EDBA3FCF-38C2-4C87-A9EB-94A2ADCD8F9B}">
      <dgm:prSet/>
      <dgm:spPr/>
      <dgm:t>
        <a:bodyPr/>
        <a:lstStyle/>
        <a:p>
          <a:endParaRPr lang="en-US"/>
        </a:p>
      </dgm:t>
    </dgm:pt>
    <dgm:pt modelId="{190FB527-42F0-4274-BA9B-68BF198FC8AD}">
      <dgm:prSet/>
      <dgm:spPr/>
      <dgm:t>
        <a:bodyPr/>
        <a:lstStyle/>
        <a:p>
          <a:r>
            <a:rPr lang="en-US"/>
            <a:t>Our shared goal is business continuity</a:t>
          </a:r>
        </a:p>
      </dgm:t>
    </dgm:pt>
    <dgm:pt modelId="{413AD8B6-0370-4F46-9D29-0E7B6E305B8F}" type="parTrans" cxnId="{F8C54882-B4DF-4BAB-A0DA-5871A1181B8D}">
      <dgm:prSet/>
      <dgm:spPr/>
      <dgm:t>
        <a:bodyPr/>
        <a:lstStyle/>
        <a:p>
          <a:endParaRPr lang="en-US"/>
        </a:p>
      </dgm:t>
    </dgm:pt>
    <dgm:pt modelId="{9D0197EC-9D6F-410D-9F69-BC50D677816C}" type="sibTrans" cxnId="{F8C54882-B4DF-4BAB-A0DA-5871A1181B8D}">
      <dgm:prSet/>
      <dgm:spPr/>
      <dgm:t>
        <a:bodyPr/>
        <a:lstStyle/>
        <a:p>
          <a:endParaRPr lang="en-US"/>
        </a:p>
      </dgm:t>
    </dgm:pt>
    <dgm:pt modelId="{656CD2D2-FB3C-4B76-823B-9FCEC1C42E7F}">
      <dgm:prSet/>
      <dgm:spPr/>
      <dgm:t>
        <a:bodyPr/>
        <a:lstStyle/>
        <a:p>
          <a:r>
            <a:rPr lang="en-US"/>
            <a:t>This vulnerability allows external access</a:t>
          </a:r>
        </a:p>
      </dgm:t>
    </dgm:pt>
    <dgm:pt modelId="{6E46D333-30EE-4986-B9C6-4C3DA91A6AC4}" type="parTrans" cxnId="{254730FD-09D7-4B12-B57F-F642B0896DDA}">
      <dgm:prSet/>
      <dgm:spPr/>
      <dgm:t>
        <a:bodyPr/>
        <a:lstStyle/>
        <a:p>
          <a:endParaRPr lang="en-US"/>
        </a:p>
      </dgm:t>
    </dgm:pt>
    <dgm:pt modelId="{533300DA-CA1D-46AF-A8F7-F571AFCB2DFD}" type="sibTrans" cxnId="{254730FD-09D7-4B12-B57F-F642B0896DDA}">
      <dgm:prSet/>
      <dgm:spPr/>
      <dgm:t>
        <a:bodyPr/>
        <a:lstStyle/>
        <a:p>
          <a:endParaRPr lang="en-US"/>
        </a:p>
      </dgm:t>
    </dgm:pt>
    <dgm:pt modelId="{F913B63C-9EB2-4FA7-A9B5-AAE66BFB7EBE}">
      <dgm:prSet/>
      <dgm:spPr/>
      <dgm:t>
        <a:bodyPr/>
        <a:lstStyle/>
        <a:p>
          <a:r>
            <a:rPr lang="en-US"/>
            <a:t>Risk of breach is higher than downtime risk</a:t>
          </a:r>
        </a:p>
      </dgm:t>
    </dgm:pt>
    <dgm:pt modelId="{FCFDE86E-BB65-4E3B-8672-CCF70DB376AD}" type="parTrans" cxnId="{2FED3699-AD00-498F-9005-9CE6217445CC}">
      <dgm:prSet/>
      <dgm:spPr/>
      <dgm:t>
        <a:bodyPr/>
        <a:lstStyle/>
        <a:p>
          <a:endParaRPr lang="en-US"/>
        </a:p>
      </dgm:t>
    </dgm:pt>
    <dgm:pt modelId="{10AAE5FC-8F61-44BE-A39C-3C47B545D8B4}" type="sibTrans" cxnId="{2FED3699-AD00-498F-9005-9CE6217445CC}">
      <dgm:prSet/>
      <dgm:spPr/>
      <dgm:t>
        <a:bodyPr/>
        <a:lstStyle/>
        <a:p>
          <a:endParaRPr lang="en-US"/>
        </a:p>
      </dgm:t>
    </dgm:pt>
    <dgm:pt modelId="{9E90B0AB-04F9-4E4B-9F17-B064F8E22D4B}">
      <dgm:prSet/>
      <dgm:spPr/>
      <dgm:t>
        <a:bodyPr/>
        <a:lstStyle/>
        <a:p>
          <a:r>
            <a:rPr lang="en-US"/>
            <a:t>I recommend patching during controlled window</a:t>
          </a:r>
        </a:p>
      </dgm:t>
    </dgm:pt>
    <dgm:pt modelId="{B0C88E90-7B64-477D-AA16-31078BB06491}" type="parTrans" cxnId="{4FFA73E4-756D-4B37-B79B-20844000F434}">
      <dgm:prSet/>
      <dgm:spPr/>
      <dgm:t>
        <a:bodyPr/>
        <a:lstStyle/>
        <a:p>
          <a:endParaRPr lang="en-US"/>
        </a:p>
      </dgm:t>
    </dgm:pt>
    <dgm:pt modelId="{21DD50A4-2CBB-4E4D-801C-054B5A780C1E}" type="sibTrans" cxnId="{4FFA73E4-756D-4B37-B79B-20844000F434}">
      <dgm:prSet/>
      <dgm:spPr/>
      <dgm:t>
        <a:bodyPr/>
        <a:lstStyle/>
        <a:p>
          <a:endParaRPr lang="en-US"/>
        </a:p>
      </dgm:t>
    </dgm:pt>
    <dgm:pt modelId="{241157B6-4CC5-424C-8FCF-ABB7FE08B046}" type="pres">
      <dgm:prSet presAssocID="{884E0458-E4B3-4AF2-9200-0004E70166C7}" presName="root" presStyleCnt="0">
        <dgm:presLayoutVars>
          <dgm:dir/>
          <dgm:resizeHandles val="exact"/>
        </dgm:presLayoutVars>
      </dgm:prSet>
      <dgm:spPr/>
    </dgm:pt>
    <dgm:pt modelId="{2A349601-087A-4303-90A1-9E1990973B9D}" type="pres">
      <dgm:prSet presAssocID="{6D31DCC3-E45D-43AA-8FF8-1CBAB9A12C6B}" presName="compNode" presStyleCnt="0"/>
      <dgm:spPr/>
    </dgm:pt>
    <dgm:pt modelId="{D6EE389E-EF63-4E15-8E27-C124165FA124}" type="pres">
      <dgm:prSet presAssocID="{6D31DCC3-E45D-43AA-8FF8-1CBAB9A12C6B}" presName="bgRect" presStyleLbl="bgShp" presStyleIdx="0" presStyleCnt="5"/>
      <dgm:spPr/>
    </dgm:pt>
    <dgm:pt modelId="{2A4FDDB9-66A4-4BCF-A4CC-28805F2B28E0}" type="pres">
      <dgm:prSet presAssocID="{6D31DCC3-E45D-43AA-8FF8-1CBAB9A12C6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96230FE-AFB5-4BB4-947E-97D784C4FCA5}" type="pres">
      <dgm:prSet presAssocID="{6D31DCC3-E45D-43AA-8FF8-1CBAB9A12C6B}" presName="spaceRect" presStyleCnt="0"/>
      <dgm:spPr/>
    </dgm:pt>
    <dgm:pt modelId="{9A7F599D-F82B-4FBA-A77B-56A5563220B4}" type="pres">
      <dgm:prSet presAssocID="{6D31DCC3-E45D-43AA-8FF8-1CBAB9A12C6B}" presName="parTx" presStyleLbl="revTx" presStyleIdx="0" presStyleCnt="5">
        <dgm:presLayoutVars>
          <dgm:chMax val="0"/>
          <dgm:chPref val="0"/>
        </dgm:presLayoutVars>
      </dgm:prSet>
      <dgm:spPr/>
    </dgm:pt>
    <dgm:pt modelId="{9D7CA844-C6BA-4933-9EB1-0298A94796BC}" type="pres">
      <dgm:prSet presAssocID="{DA4F9137-4EE4-4AA3-883E-78061B1A27B6}" presName="sibTrans" presStyleCnt="0"/>
      <dgm:spPr/>
    </dgm:pt>
    <dgm:pt modelId="{CC86966F-0E06-4DED-ADEB-B8E4DB73992E}" type="pres">
      <dgm:prSet presAssocID="{190FB527-42F0-4274-BA9B-68BF198FC8AD}" presName="compNode" presStyleCnt="0"/>
      <dgm:spPr/>
    </dgm:pt>
    <dgm:pt modelId="{D7AE2256-08BA-46F2-9A94-2725A628EAE3}" type="pres">
      <dgm:prSet presAssocID="{190FB527-42F0-4274-BA9B-68BF198FC8AD}" presName="bgRect" presStyleLbl="bgShp" presStyleIdx="1" presStyleCnt="5"/>
      <dgm:spPr/>
    </dgm:pt>
    <dgm:pt modelId="{5B343A22-7D22-45B9-86B2-D1F10E5F2D57}" type="pres">
      <dgm:prSet presAssocID="{190FB527-42F0-4274-BA9B-68BF198FC8A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36691CD-38B0-4D9D-A73C-B036BE31094F}" type="pres">
      <dgm:prSet presAssocID="{190FB527-42F0-4274-BA9B-68BF198FC8AD}" presName="spaceRect" presStyleCnt="0"/>
      <dgm:spPr/>
    </dgm:pt>
    <dgm:pt modelId="{B1015A24-7D2C-4475-BC55-66DF42529ADD}" type="pres">
      <dgm:prSet presAssocID="{190FB527-42F0-4274-BA9B-68BF198FC8AD}" presName="parTx" presStyleLbl="revTx" presStyleIdx="1" presStyleCnt="5">
        <dgm:presLayoutVars>
          <dgm:chMax val="0"/>
          <dgm:chPref val="0"/>
        </dgm:presLayoutVars>
      </dgm:prSet>
      <dgm:spPr/>
    </dgm:pt>
    <dgm:pt modelId="{17F22776-ED86-4A3B-980D-3C4D6EF2B2F1}" type="pres">
      <dgm:prSet presAssocID="{9D0197EC-9D6F-410D-9F69-BC50D677816C}" presName="sibTrans" presStyleCnt="0"/>
      <dgm:spPr/>
    </dgm:pt>
    <dgm:pt modelId="{4A219CE3-9FFB-4545-8FE5-F8583B024781}" type="pres">
      <dgm:prSet presAssocID="{656CD2D2-FB3C-4B76-823B-9FCEC1C42E7F}" presName="compNode" presStyleCnt="0"/>
      <dgm:spPr/>
    </dgm:pt>
    <dgm:pt modelId="{2085785B-8536-46D8-A5B5-E3C60617577B}" type="pres">
      <dgm:prSet presAssocID="{656CD2D2-FB3C-4B76-823B-9FCEC1C42E7F}" presName="bgRect" presStyleLbl="bgShp" presStyleIdx="2" presStyleCnt="5"/>
      <dgm:spPr/>
    </dgm:pt>
    <dgm:pt modelId="{2669830A-5147-4A89-BD7F-DE1B9BC4E5C7}" type="pres">
      <dgm:prSet presAssocID="{656CD2D2-FB3C-4B76-823B-9FCEC1C42E7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DEE7E01-815E-42D6-87E1-D433E38427A7}" type="pres">
      <dgm:prSet presAssocID="{656CD2D2-FB3C-4B76-823B-9FCEC1C42E7F}" presName="spaceRect" presStyleCnt="0"/>
      <dgm:spPr/>
    </dgm:pt>
    <dgm:pt modelId="{AC8E637C-C162-4A51-B8C1-72FEA325DE65}" type="pres">
      <dgm:prSet presAssocID="{656CD2D2-FB3C-4B76-823B-9FCEC1C42E7F}" presName="parTx" presStyleLbl="revTx" presStyleIdx="2" presStyleCnt="5">
        <dgm:presLayoutVars>
          <dgm:chMax val="0"/>
          <dgm:chPref val="0"/>
        </dgm:presLayoutVars>
      </dgm:prSet>
      <dgm:spPr/>
    </dgm:pt>
    <dgm:pt modelId="{BA84A415-3373-4C31-AA22-6D1E88CC2B47}" type="pres">
      <dgm:prSet presAssocID="{533300DA-CA1D-46AF-A8F7-F571AFCB2DFD}" presName="sibTrans" presStyleCnt="0"/>
      <dgm:spPr/>
    </dgm:pt>
    <dgm:pt modelId="{C52AB1AB-9986-423D-8CD4-333914096E77}" type="pres">
      <dgm:prSet presAssocID="{F913B63C-9EB2-4FA7-A9B5-AAE66BFB7EBE}" presName="compNode" presStyleCnt="0"/>
      <dgm:spPr/>
    </dgm:pt>
    <dgm:pt modelId="{44FA47A5-29C0-4824-A7C6-56A4E07215D5}" type="pres">
      <dgm:prSet presAssocID="{F913B63C-9EB2-4FA7-A9B5-AAE66BFB7EBE}" presName="bgRect" presStyleLbl="bgShp" presStyleIdx="3" presStyleCnt="5"/>
      <dgm:spPr/>
    </dgm:pt>
    <dgm:pt modelId="{1492BAB9-1EEF-432D-B7D6-9EAF59640EEC}" type="pres">
      <dgm:prSet presAssocID="{F913B63C-9EB2-4FA7-A9B5-AAE66BFB7EB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D9D50C68-B224-4184-B860-FFC9CE714BAC}" type="pres">
      <dgm:prSet presAssocID="{F913B63C-9EB2-4FA7-A9B5-AAE66BFB7EBE}" presName="spaceRect" presStyleCnt="0"/>
      <dgm:spPr/>
    </dgm:pt>
    <dgm:pt modelId="{FD5EC65C-2174-4561-BA60-0DB2665CAABE}" type="pres">
      <dgm:prSet presAssocID="{F913B63C-9EB2-4FA7-A9B5-AAE66BFB7EBE}" presName="parTx" presStyleLbl="revTx" presStyleIdx="3" presStyleCnt="5">
        <dgm:presLayoutVars>
          <dgm:chMax val="0"/>
          <dgm:chPref val="0"/>
        </dgm:presLayoutVars>
      </dgm:prSet>
      <dgm:spPr/>
    </dgm:pt>
    <dgm:pt modelId="{7801F678-593E-4185-A2B6-09B5FB5E0C85}" type="pres">
      <dgm:prSet presAssocID="{10AAE5FC-8F61-44BE-A39C-3C47B545D8B4}" presName="sibTrans" presStyleCnt="0"/>
      <dgm:spPr/>
    </dgm:pt>
    <dgm:pt modelId="{E6911DB0-BDF9-4FC0-B144-AFD4FEC81679}" type="pres">
      <dgm:prSet presAssocID="{9E90B0AB-04F9-4E4B-9F17-B064F8E22D4B}" presName="compNode" presStyleCnt="0"/>
      <dgm:spPr/>
    </dgm:pt>
    <dgm:pt modelId="{29D9192C-DDA7-4A5C-84B8-FCE6A4E99711}" type="pres">
      <dgm:prSet presAssocID="{9E90B0AB-04F9-4E4B-9F17-B064F8E22D4B}" presName="bgRect" presStyleLbl="bgShp" presStyleIdx="4" presStyleCnt="5"/>
      <dgm:spPr/>
    </dgm:pt>
    <dgm:pt modelId="{1BC7B263-7344-4BE1-9328-808D2AB22ADE}" type="pres">
      <dgm:prSet presAssocID="{9E90B0AB-04F9-4E4B-9F17-B064F8E22D4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D2902B31-5726-4336-9DD8-7F71C8E66D50}" type="pres">
      <dgm:prSet presAssocID="{9E90B0AB-04F9-4E4B-9F17-B064F8E22D4B}" presName="spaceRect" presStyleCnt="0"/>
      <dgm:spPr/>
    </dgm:pt>
    <dgm:pt modelId="{089366BA-D14D-4BB0-9FBA-C44828426340}" type="pres">
      <dgm:prSet presAssocID="{9E90B0AB-04F9-4E4B-9F17-B064F8E22D4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FDF3521-F917-4409-8866-60FAA4C3ACB7}" type="presOf" srcId="{F913B63C-9EB2-4FA7-A9B5-AAE66BFB7EBE}" destId="{FD5EC65C-2174-4561-BA60-0DB2665CAABE}" srcOrd="0" destOrd="0" presId="urn:microsoft.com/office/officeart/2018/2/layout/IconVerticalSolidList"/>
    <dgm:cxn modelId="{4ACD2F3B-A7A8-473B-98C9-95A81F254143}" type="presOf" srcId="{656CD2D2-FB3C-4B76-823B-9FCEC1C42E7F}" destId="{AC8E637C-C162-4A51-B8C1-72FEA325DE65}" srcOrd="0" destOrd="0" presId="urn:microsoft.com/office/officeart/2018/2/layout/IconVerticalSolidList"/>
    <dgm:cxn modelId="{A84D2E44-A69D-4227-919F-748D19478D7D}" type="presOf" srcId="{6D31DCC3-E45D-43AA-8FF8-1CBAB9A12C6B}" destId="{9A7F599D-F82B-4FBA-A77B-56A5563220B4}" srcOrd="0" destOrd="0" presId="urn:microsoft.com/office/officeart/2018/2/layout/IconVerticalSolidList"/>
    <dgm:cxn modelId="{F8C54882-B4DF-4BAB-A0DA-5871A1181B8D}" srcId="{884E0458-E4B3-4AF2-9200-0004E70166C7}" destId="{190FB527-42F0-4274-BA9B-68BF198FC8AD}" srcOrd="1" destOrd="0" parTransId="{413AD8B6-0370-4F46-9D29-0E7B6E305B8F}" sibTransId="{9D0197EC-9D6F-410D-9F69-BC50D677816C}"/>
    <dgm:cxn modelId="{A9EF6F83-89DC-46CC-9F2D-284AD5C661EB}" type="presOf" srcId="{884E0458-E4B3-4AF2-9200-0004E70166C7}" destId="{241157B6-4CC5-424C-8FCF-ABB7FE08B046}" srcOrd="0" destOrd="0" presId="urn:microsoft.com/office/officeart/2018/2/layout/IconVerticalSolidList"/>
    <dgm:cxn modelId="{6FFBAB87-7B46-4684-84FD-B74B833B7672}" type="presOf" srcId="{190FB527-42F0-4274-BA9B-68BF198FC8AD}" destId="{B1015A24-7D2C-4475-BC55-66DF42529ADD}" srcOrd="0" destOrd="0" presId="urn:microsoft.com/office/officeart/2018/2/layout/IconVerticalSolidList"/>
    <dgm:cxn modelId="{2FED3699-AD00-498F-9005-9CE6217445CC}" srcId="{884E0458-E4B3-4AF2-9200-0004E70166C7}" destId="{F913B63C-9EB2-4FA7-A9B5-AAE66BFB7EBE}" srcOrd="3" destOrd="0" parTransId="{FCFDE86E-BB65-4E3B-8672-CCF70DB376AD}" sibTransId="{10AAE5FC-8F61-44BE-A39C-3C47B545D8B4}"/>
    <dgm:cxn modelId="{4F122E9A-A66E-413B-ADEC-A8E88121C747}" type="presOf" srcId="{9E90B0AB-04F9-4E4B-9F17-B064F8E22D4B}" destId="{089366BA-D14D-4BB0-9FBA-C44828426340}" srcOrd="0" destOrd="0" presId="urn:microsoft.com/office/officeart/2018/2/layout/IconVerticalSolidList"/>
    <dgm:cxn modelId="{EDBA3FCF-38C2-4C87-A9EB-94A2ADCD8F9B}" srcId="{884E0458-E4B3-4AF2-9200-0004E70166C7}" destId="{6D31DCC3-E45D-43AA-8FF8-1CBAB9A12C6B}" srcOrd="0" destOrd="0" parTransId="{6C96418D-81B7-44BE-827F-7546F6CCFDDB}" sibTransId="{DA4F9137-4EE4-4AA3-883E-78061B1A27B6}"/>
    <dgm:cxn modelId="{4FFA73E4-756D-4B37-B79B-20844000F434}" srcId="{884E0458-E4B3-4AF2-9200-0004E70166C7}" destId="{9E90B0AB-04F9-4E4B-9F17-B064F8E22D4B}" srcOrd="4" destOrd="0" parTransId="{B0C88E90-7B64-477D-AA16-31078BB06491}" sibTransId="{21DD50A4-2CBB-4E4D-801C-054B5A780C1E}"/>
    <dgm:cxn modelId="{254730FD-09D7-4B12-B57F-F642B0896DDA}" srcId="{884E0458-E4B3-4AF2-9200-0004E70166C7}" destId="{656CD2D2-FB3C-4B76-823B-9FCEC1C42E7F}" srcOrd="2" destOrd="0" parTransId="{6E46D333-30EE-4986-B9C6-4C3DA91A6AC4}" sibTransId="{533300DA-CA1D-46AF-A8F7-F571AFCB2DFD}"/>
    <dgm:cxn modelId="{29179480-9CF8-412A-B3B9-104B6E7C05AC}" type="presParOf" srcId="{241157B6-4CC5-424C-8FCF-ABB7FE08B046}" destId="{2A349601-087A-4303-90A1-9E1990973B9D}" srcOrd="0" destOrd="0" presId="urn:microsoft.com/office/officeart/2018/2/layout/IconVerticalSolidList"/>
    <dgm:cxn modelId="{4AF8A0DE-F651-4EAB-A222-C53270C460D1}" type="presParOf" srcId="{2A349601-087A-4303-90A1-9E1990973B9D}" destId="{D6EE389E-EF63-4E15-8E27-C124165FA124}" srcOrd="0" destOrd="0" presId="urn:microsoft.com/office/officeart/2018/2/layout/IconVerticalSolidList"/>
    <dgm:cxn modelId="{BDC20EF1-8040-48E2-BE4A-C1804A8EAD08}" type="presParOf" srcId="{2A349601-087A-4303-90A1-9E1990973B9D}" destId="{2A4FDDB9-66A4-4BCF-A4CC-28805F2B28E0}" srcOrd="1" destOrd="0" presId="urn:microsoft.com/office/officeart/2018/2/layout/IconVerticalSolidList"/>
    <dgm:cxn modelId="{448E9BCB-D880-46CD-9769-49E1DD97E63E}" type="presParOf" srcId="{2A349601-087A-4303-90A1-9E1990973B9D}" destId="{E96230FE-AFB5-4BB4-947E-97D784C4FCA5}" srcOrd="2" destOrd="0" presId="urn:microsoft.com/office/officeart/2018/2/layout/IconVerticalSolidList"/>
    <dgm:cxn modelId="{A3FB720A-C378-4533-B6A2-4EA9FAA283CB}" type="presParOf" srcId="{2A349601-087A-4303-90A1-9E1990973B9D}" destId="{9A7F599D-F82B-4FBA-A77B-56A5563220B4}" srcOrd="3" destOrd="0" presId="urn:microsoft.com/office/officeart/2018/2/layout/IconVerticalSolidList"/>
    <dgm:cxn modelId="{FBE22D3F-1A84-4F5B-ABD2-1FB23BB452D2}" type="presParOf" srcId="{241157B6-4CC5-424C-8FCF-ABB7FE08B046}" destId="{9D7CA844-C6BA-4933-9EB1-0298A94796BC}" srcOrd="1" destOrd="0" presId="urn:microsoft.com/office/officeart/2018/2/layout/IconVerticalSolidList"/>
    <dgm:cxn modelId="{61A2BD0C-12D8-4E1F-A6C9-10FEF4FECCB1}" type="presParOf" srcId="{241157B6-4CC5-424C-8FCF-ABB7FE08B046}" destId="{CC86966F-0E06-4DED-ADEB-B8E4DB73992E}" srcOrd="2" destOrd="0" presId="urn:microsoft.com/office/officeart/2018/2/layout/IconVerticalSolidList"/>
    <dgm:cxn modelId="{BAE6AEBD-5B32-4BCB-8CAA-FA21E371459E}" type="presParOf" srcId="{CC86966F-0E06-4DED-ADEB-B8E4DB73992E}" destId="{D7AE2256-08BA-46F2-9A94-2725A628EAE3}" srcOrd="0" destOrd="0" presId="urn:microsoft.com/office/officeart/2018/2/layout/IconVerticalSolidList"/>
    <dgm:cxn modelId="{B5B71814-FA89-4E40-80EE-05913ABF62DC}" type="presParOf" srcId="{CC86966F-0E06-4DED-ADEB-B8E4DB73992E}" destId="{5B343A22-7D22-45B9-86B2-D1F10E5F2D57}" srcOrd="1" destOrd="0" presId="urn:microsoft.com/office/officeart/2018/2/layout/IconVerticalSolidList"/>
    <dgm:cxn modelId="{5B305FE5-3A6F-45A1-B25B-9732BE6CC815}" type="presParOf" srcId="{CC86966F-0E06-4DED-ADEB-B8E4DB73992E}" destId="{736691CD-38B0-4D9D-A73C-B036BE31094F}" srcOrd="2" destOrd="0" presId="urn:microsoft.com/office/officeart/2018/2/layout/IconVerticalSolidList"/>
    <dgm:cxn modelId="{045E7640-1011-4212-A196-5A30C41C08B7}" type="presParOf" srcId="{CC86966F-0E06-4DED-ADEB-B8E4DB73992E}" destId="{B1015A24-7D2C-4475-BC55-66DF42529ADD}" srcOrd="3" destOrd="0" presId="urn:microsoft.com/office/officeart/2018/2/layout/IconVerticalSolidList"/>
    <dgm:cxn modelId="{F7E31D0A-698F-4513-B4EE-3FD350BBEFC2}" type="presParOf" srcId="{241157B6-4CC5-424C-8FCF-ABB7FE08B046}" destId="{17F22776-ED86-4A3B-980D-3C4D6EF2B2F1}" srcOrd="3" destOrd="0" presId="urn:microsoft.com/office/officeart/2018/2/layout/IconVerticalSolidList"/>
    <dgm:cxn modelId="{46A24EEF-DBBA-47EB-AFF7-84172B9621A0}" type="presParOf" srcId="{241157B6-4CC5-424C-8FCF-ABB7FE08B046}" destId="{4A219CE3-9FFB-4545-8FE5-F8583B024781}" srcOrd="4" destOrd="0" presId="urn:microsoft.com/office/officeart/2018/2/layout/IconVerticalSolidList"/>
    <dgm:cxn modelId="{5F1F1195-D2FC-4575-8A2F-7894F2C985CD}" type="presParOf" srcId="{4A219CE3-9FFB-4545-8FE5-F8583B024781}" destId="{2085785B-8536-46D8-A5B5-E3C60617577B}" srcOrd="0" destOrd="0" presId="urn:microsoft.com/office/officeart/2018/2/layout/IconVerticalSolidList"/>
    <dgm:cxn modelId="{FE2773BF-42E6-411D-8CF0-93E03E149708}" type="presParOf" srcId="{4A219CE3-9FFB-4545-8FE5-F8583B024781}" destId="{2669830A-5147-4A89-BD7F-DE1B9BC4E5C7}" srcOrd="1" destOrd="0" presId="urn:microsoft.com/office/officeart/2018/2/layout/IconVerticalSolidList"/>
    <dgm:cxn modelId="{CBE1D083-C293-4E2A-8B51-B586225B69A6}" type="presParOf" srcId="{4A219CE3-9FFB-4545-8FE5-F8583B024781}" destId="{5DEE7E01-815E-42D6-87E1-D433E38427A7}" srcOrd="2" destOrd="0" presId="urn:microsoft.com/office/officeart/2018/2/layout/IconVerticalSolidList"/>
    <dgm:cxn modelId="{CCE79653-A7FB-4471-857F-54FC87124D6B}" type="presParOf" srcId="{4A219CE3-9FFB-4545-8FE5-F8583B024781}" destId="{AC8E637C-C162-4A51-B8C1-72FEA325DE65}" srcOrd="3" destOrd="0" presId="urn:microsoft.com/office/officeart/2018/2/layout/IconVerticalSolidList"/>
    <dgm:cxn modelId="{92B35A14-0D73-41F5-9DCF-09CF0621F1E7}" type="presParOf" srcId="{241157B6-4CC5-424C-8FCF-ABB7FE08B046}" destId="{BA84A415-3373-4C31-AA22-6D1E88CC2B47}" srcOrd="5" destOrd="0" presId="urn:microsoft.com/office/officeart/2018/2/layout/IconVerticalSolidList"/>
    <dgm:cxn modelId="{5A28806C-CF33-48A7-B20F-26E9E037AC8B}" type="presParOf" srcId="{241157B6-4CC5-424C-8FCF-ABB7FE08B046}" destId="{C52AB1AB-9986-423D-8CD4-333914096E77}" srcOrd="6" destOrd="0" presId="urn:microsoft.com/office/officeart/2018/2/layout/IconVerticalSolidList"/>
    <dgm:cxn modelId="{C5B4D7F5-F94C-48D4-A282-90BE437D125E}" type="presParOf" srcId="{C52AB1AB-9986-423D-8CD4-333914096E77}" destId="{44FA47A5-29C0-4824-A7C6-56A4E07215D5}" srcOrd="0" destOrd="0" presId="urn:microsoft.com/office/officeart/2018/2/layout/IconVerticalSolidList"/>
    <dgm:cxn modelId="{E791E513-0AFA-4FD2-A438-99B71612800F}" type="presParOf" srcId="{C52AB1AB-9986-423D-8CD4-333914096E77}" destId="{1492BAB9-1EEF-432D-B7D6-9EAF59640EEC}" srcOrd="1" destOrd="0" presId="urn:microsoft.com/office/officeart/2018/2/layout/IconVerticalSolidList"/>
    <dgm:cxn modelId="{15A1B8E8-6835-4BCE-8557-79E5EE1AC72E}" type="presParOf" srcId="{C52AB1AB-9986-423D-8CD4-333914096E77}" destId="{D9D50C68-B224-4184-B860-FFC9CE714BAC}" srcOrd="2" destOrd="0" presId="urn:microsoft.com/office/officeart/2018/2/layout/IconVerticalSolidList"/>
    <dgm:cxn modelId="{B06705B7-4BCE-4788-9161-F562C673D286}" type="presParOf" srcId="{C52AB1AB-9986-423D-8CD4-333914096E77}" destId="{FD5EC65C-2174-4561-BA60-0DB2665CAABE}" srcOrd="3" destOrd="0" presId="urn:microsoft.com/office/officeart/2018/2/layout/IconVerticalSolidList"/>
    <dgm:cxn modelId="{C7BC8455-FD10-4620-8B75-294950348EE2}" type="presParOf" srcId="{241157B6-4CC5-424C-8FCF-ABB7FE08B046}" destId="{7801F678-593E-4185-A2B6-09B5FB5E0C85}" srcOrd="7" destOrd="0" presId="urn:microsoft.com/office/officeart/2018/2/layout/IconVerticalSolidList"/>
    <dgm:cxn modelId="{26C325B8-398C-48FB-90D3-F1F6DE2A7764}" type="presParOf" srcId="{241157B6-4CC5-424C-8FCF-ABB7FE08B046}" destId="{E6911DB0-BDF9-4FC0-B144-AFD4FEC81679}" srcOrd="8" destOrd="0" presId="urn:microsoft.com/office/officeart/2018/2/layout/IconVerticalSolidList"/>
    <dgm:cxn modelId="{FE773C3E-A0B9-43D5-8F0B-330A336B97A9}" type="presParOf" srcId="{E6911DB0-BDF9-4FC0-B144-AFD4FEC81679}" destId="{29D9192C-DDA7-4A5C-84B8-FCE6A4E99711}" srcOrd="0" destOrd="0" presId="urn:microsoft.com/office/officeart/2018/2/layout/IconVerticalSolidList"/>
    <dgm:cxn modelId="{211201EB-76AB-4F70-BC0F-BC906B42BB84}" type="presParOf" srcId="{E6911DB0-BDF9-4FC0-B144-AFD4FEC81679}" destId="{1BC7B263-7344-4BE1-9328-808D2AB22ADE}" srcOrd="1" destOrd="0" presId="urn:microsoft.com/office/officeart/2018/2/layout/IconVerticalSolidList"/>
    <dgm:cxn modelId="{F39E3B95-DFD9-4E5D-85BB-CB2D56FA117A}" type="presParOf" srcId="{E6911DB0-BDF9-4FC0-B144-AFD4FEC81679}" destId="{D2902B31-5726-4336-9DD8-7F71C8E66D50}" srcOrd="2" destOrd="0" presId="urn:microsoft.com/office/officeart/2018/2/layout/IconVerticalSolidList"/>
    <dgm:cxn modelId="{1CA1DF9F-6637-409C-996C-C7637173E687}" type="presParOf" srcId="{E6911DB0-BDF9-4FC0-B144-AFD4FEC81679}" destId="{089366BA-D14D-4BB0-9FBA-C448284263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B8587F7-37FD-4A87-9855-1CCAEC4C8C10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4CDD05-F681-42CB-A8A2-EA4EB938A073}">
      <dgm:prSet/>
      <dgm:spPr/>
      <dgm:t>
        <a:bodyPr/>
        <a:lstStyle/>
        <a:p>
          <a:r>
            <a:rPr lang="en-US"/>
            <a:t>Speak</a:t>
          </a:r>
        </a:p>
      </dgm:t>
    </dgm:pt>
    <dgm:pt modelId="{5B215B06-4B6A-485C-A103-7C173B48430B}" type="parTrans" cxnId="{91198ED1-24AD-47FE-AEE7-9CB274A9AEC9}">
      <dgm:prSet/>
      <dgm:spPr/>
      <dgm:t>
        <a:bodyPr/>
        <a:lstStyle/>
        <a:p>
          <a:endParaRPr lang="en-US"/>
        </a:p>
      </dgm:t>
    </dgm:pt>
    <dgm:pt modelId="{0E23F54C-A10C-424D-A255-4D3DDC556D4D}" type="sibTrans" cxnId="{91198ED1-24AD-47FE-AEE7-9CB274A9AEC9}">
      <dgm:prSet/>
      <dgm:spPr/>
      <dgm:t>
        <a:bodyPr/>
        <a:lstStyle/>
        <a:p>
          <a:endParaRPr lang="en-US"/>
        </a:p>
      </dgm:t>
    </dgm:pt>
    <dgm:pt modelId="{6A3C4A20-301A-4B40-A68D-32C9E1ECD38E}">
      <dgm:prSet/>
      <dgm:spPr/>
      <dgm:t>
        <a:bodyPr/>
        <a:lstStyle/>
        <a:p>
          <a:r>
            <a:rPr lang="en-US"/>
            <a:t>Speak slower than normal</a:t>
          </a:r>
        </a:p>
      </dgm:t>
    </dgm:pt>
    <dgm:pt modelId="{1E76DA0A-2631-4235-B1DB-02FB087D841D}" type="parTrans" cxnId="{89F70F87-AF77-4DF6-A354-905290AC39F2}">
      <dgm:prSet/>
      <dgm:spPr/>
      <dgm:t>
        <a:bodyPr/>
        <a:lstStyle/>
        <a:p>
          <a:endParaRPr lang="en-US"/>
        </a:p>
      </dgm:t>
    </dgm:pt>
    <dgm:pt modelId="{149C937D-F77D-4A2B-910D-1D109471E37B}" type="sibTrans" cxnId="{89F70F87-AF77-4DF6-A354-905290AC39F2}">
      <dgm:prSet/>
      <dgm:spPr/>
      <dgm:t>
        <a:bodyPr/>
        <a:lstStyle/>
        <a:p>
          <a:endParaRPr lang="en-US"/>
        </a:p>
      </dgm:t>
    </dgm:pt>
    <dgm:pt modelId="{A7DEA171-C589-46FD-A7A8-5C5DA94163A0}">
      <dgm:prSet/>
      <dgm:spPr/>
      <dgm:t>
        <a:bodyPr/>
        <a:lstStyle/>
        <a:p>
          <a:r>
            <a:rPr lang="en-US"/>
            <a:t>Use</a:t>
          </a:r>
        </a:p>
      </dgm:t>
    </dgm:pt>
    <dgm:pt modelId="{38BEA7F2-ADBE-4AD5-B14E-5A59227F2BB1}" type="parTrans" cxnId="{79E2CD2C-14B9-4DFA-9C40-D15DF5FCDB1F}">
      <dgm:prSet/>
      <dgm:spPr/>
      <dgm:t>
        <a:bodyPr/>
        <a:lstStyle/>
        <a:p>
          <a:endParaRPr lang="en-US"/>
        </a:p>
      </dgm:t>
    </dgm:pt>
    <dgm:pt modelId="{2E992609-32CC-42B3-BA90-40CBD81BF78A}" type="sibTrans" cxnId="{79E2CD2C-14B9-4DFA-9C40-D15DF5FCDB1F}">
      <dgm:prSet/>
      <dgm:spPr/>
      <dgm:t>
        <a:bodyPr/>
        <a:lstStyle/>
        <a:p>
          <a:endParaRPr lang="en-US"/>
        </a:p>
      </dgm:t>
    </dgm:pt>
    <dgm:pt modelId="{4DD0B993-1E25-4A58-9573-BBD9255DA9E2}">
      <dgm:prSet/>
      <dgm:spPr/>
      <dgm:t>
        <a:bodyPr/>
        <a:lstStyle/>
        <a:p>
          <a:r>
            <a:rPr lang="en-US"/>
            <a:t>Use simple sentences</a:t>
          </a:r>
        </a:p>
      </dgm:t>
    </dgm:pt>
    <dgm:pt modelId="{362D657E-5D07-48A7-A51A-971599651673}" type="parTrans" cxnId="{173170C1-5C64-4C88-A1AB-C59790214D97}">
      <dgm:prSet/>
      <dgm:spPr/>
      <dgm:t>
        <a:bodyPr/>
        <a:lstStyle/>
        <a:p>
          <a:endParaRPr lang="en-US"/>
        </a:p>
      </dgm:t>
    </dgm:pt>
    <dgm:pt modelId="{7535C9F8-F4D3-4802-A622-E2126C9F5CBA}" type="sibTrans" cxnId="{173170C1-5C64-4C88-A1AB-C59790214D97}">
      <dgm:prSet/>
      <dgm:spPr/>
      <dgm:t>
        <a:bodyPr/>
        <a:lstStyle/>
        <a:p>
          <a:endParaRPr lang="en-US"/>
        </a:p>
      </dgm:t>
    </dgm:pt>
    <dgm:pt modelId="{7C42EC7D-6347-4B30-AA9A-72E147C6F702}">
      <dgm:prSet/>
      <dgm:spPr/>
      <dgm:t>
        <a:bodyPr/>
        <a:lstStyle/>
        <a:p>
          <a:r>
            <a:rPr lang="en-US"/>
            <a:t>Pause</a:t>
          </a:r>
        </a:p>
      </dgm:t>
    </dgm:pt>
    <dgm:pt modelId="{326E22AC-29DC-4ED5-9C91-7BE305818580}" type="parTrans" cxnId="{57913250-A05A-424D-A4AD-4AD74DD0E158}">
      <dgm:prSet/>
      <dgm:spPr/>
      <dgm:t>
        <a:bodyPr/>
        <a:lstStyle/>
        <a:p>
          <a:endParaRPr lang="en-US"/>
        </a:p>
      </dgm:t>
    </dgm:pt>
    <dgm:pt modelId="{88A05FBC-450B-4751-BB59-F7E9E8C6CF78}" type="sibTrans" cxnId="{57913250-A05A-424D-A4AD-4AD74DD0E158}">
      <dgm:prSet/>
      <dgm:spPr/>
      <dgm:t>
        <a:bodyPr/>
        <a:lstStyle/>
        <a:p>
          <a:endParaRPr lang="en-US"/>
        </a:p>
      </dgm:t>
    </dgm:pt>
    <dgm:pt modelId="{361B9A1E-F45F-4660-9420-E565102A44BC}">
      <dgm:prSet/>
      <dgm:spPr/>
      <dgm:t>
        <a:bodyPr/>
        <a:lstStyle/>
        <a:p>
          <a:r>
            <a:rPr lang="en-US"/>
            <a:t>Pause for confirmation</a:t>
          </a:r>
        </a:p>
      </dgm:t>
    </dgm:pt>
    <dgm:pt modelId="{E4859938-DEFA-458B-B48C-05204A73EDCE}" type="parTrans" cxnId="{61CF3905-85D0-43FF-911B-92A4B5B03B72}">
      <dgm:prSet/>
      <dgm:spPr/>
      <dgm:t>
        <a:bodyPr/>
        <a:lstStyle/>
        <a:p>
          <a:endParaRPr lang="en-US"/>
        </a:p>
      </dgm:t>
    </dgm:pt>
    <dgm:pt modelId="{D1DCA96A-F64F-4CA7-A74D-67E669F5AAC8}" type="sibTrans" cxnId="{61CF3905-85D0-43FF-911B-92A4B5B03B72}">
      <dgm:prSet/>
      <dgm:spPr/>
      <dgm:t>
        <a:bodyPr/>
        <a:lstStyle/>
        <a:p>
          <a:endParaRPr lang="en-US"/>
        </a:p>
      </dgm:t>
    </dgm:pt>
    <dgm:pt modelId="{3BC54034-8B0A-445A-917E-CE1C9A70D4BE}">
      <dgm:prSet/>
      <dgm:spPr/>
      <dgm:t>
        <a:bodyPr/>
        <a:lstStyle/>
        <a:p>
          <a:r>
            <a:rPr lang="en-US"/>
            <a:t>Avoid</a:t>
          </a:r>
        </a:p>
      </dgm:t>
    </dgm:pt>
    <dgm:pt modelId="{CC775211-DC1F-4EF1-979E-B1A3A9D5D306}" type="parTrans" cxnId="{E3A5B328-4172-42F5-A366-A2B2859FA84C}">
      <dgm:prSet/>
      <dgm:spPr/>
      <dgm:t>
        <a:bodyPr/>
        <a:lstStyle/>
        <a:p>
          <a:endParaRPr lang="en-US"/>
        </a:p>
      </dgm:t>
    </dgm:pt>
    <dgm:pt modelId="{C0D73111-1624-40B2-A7E6-098CDA225640}" type="sibTrans" cxnId="{E3A5B328-4172-42F5-A366-A2B2859FA84C}">
      <dgm:prSet/>
      <dgm:spPr/>
      <dgm:t>
        <a:bodyPr/>
        <a:lstStyle/>
        <a:p>
          <a:endParaRPr lang="en-US"/>
        </a:p>
      </dgm:t>
    </dgm:pt>
    <dgm:pt modelId="{98B9BDDA-F84B-4701-8F5C-F5180AF8DA64}">
      <dgm:prSet/>
      <dgm:spPr/>
      <dgm:t>
        <a:bodyPr/>
        <a:lstStyle/>
        <a:p>
          <a:r>
            <a:rPr lang="en-US"/>
            <a:t>Avoid blame language</a:t>
          </a:r>
        </a:p>
      </dgm:t>
    </dgm:pt>
    <dgm:pt modelId="{C385807C-7B23-4418-93AF-A366757C157F}" type="parTrans" cxnId="{8AA4472C-D84B-428B-87F6-FA26B745F19B}">
      <dgm:prSet/>
      <dgm:spPr/>
      <dgm:t>
        <a:bodyPr/>
        <a:lstStyle/>
        <a:p>
          <a:endParaRPr lang="en-US"/>
        </a:p>
      </dgm:t>
    </dgm:pt>
    <dgm:pt modelId="{6ABA5591-8BD6-477B-9E61-4F23A684B681}" type="sibTrans" cxnId="{8AA4472C-D84B-428B-87F6-FA26B745F19B}">
      <dgm:prSet/>
      <dgm:spPr/>
      <dgm:t>
        <a:bodyPr/>
        <a:lstStyle/>
        <a:p>
          <a:endParaRPr lang="en-US"/>
        </a:p>
      </dgm:t>
    </dgm:pt>
    <dgm:pt modelId="{E77466DE-5AD0-4A50-8E66-42DAAE9E9526}">
      <dgm:prSet/>
      <dgm:spPr/>
      <dgm:t>
        <a:bodyPr/>
        <a:lstStyle/>
        <a:p>
          <a:r>
            <a:rPr lang="en-US"/>
            <a:t>Confirm</a:t>
          </a:r>
        </a:p>
      </dgm:t>
    </dgm:pt>
    <dgm:pt modelId="{61E5AC57-4BA5-4384-BBC1-DF54FC8DD54D}" type="parTrans" cxnId="{286E2870-C3E1-4341-B1C2-4368C69B1AD2}">
      <dgm:prSet/>
      <dgm:spPr/>
      <dgm:t>
        <a:bodyPr/>
        <a:lstStyle/>
        <a:p>
          <a:endParaRPr lang="en-US"/>
        </a:p>
      </dgm:t>
    </dgm:pt>
    <dgm:pt modelId="{A8447D19-2822-4347-BAB7-CD73835E4C21}" type="sibTrans" cxnId="{286E2870-C3E1-4341-B1C2-4368C69B1AD2}">
      <dgm:prSet/>
      <dgm:spPr/>
      <dgm:t>
        <a:bodyPr/>
        <a:lstStyle/>
        <a:p>
          <a:endParaRPr lang="en-US"/>
        </a:p>
      </dgm:t>
    </dgm:pt>
    <dgm:pt modelId="{0F91864E-E7ED-436D-ABCA-3F29A771B78A}">
      <dgm:prSet/>
      <dgm:spPr/>
      <dgm:t>
        <a:bodyPr/>
        <a:lstStyle/>
        <a:p>
          <a:r>
            <a:rPr lang="en-US"/>
            <a:t>Confirm understanding repeatedly</a:t>
          </a:r>
        </a:p>
      </dgm:t>
    </dgm:pt>
    <dgm:pt modelId="{965FE626-A362-4B5E-ABE5-16B4EF971DE1}" type="parTrans" cxnId="{4A02AD67-2CF8-4ADB-AD12-095873F227DA}">
      <dgm:prSet/>
      <dgm:spPr/>
      <dgm:t>
        <a:bodyPr/>
        <a:lstStyle/>
        <a:p>
          <a:endParaRPr lang="en-US"/>
        </a:p>
      </dgm:t>
    </dgm:pt>
    <dgm:pt modelId="{774E3858-91B1-45CB-A126-F4FCAB7C9F16}" type="sibTrans" cxnId="{4A02AD67-2CF8-4ADB-AD12-095873F227DA}">
      <dgm:prSet/>
      <dgm:spPr/>
      <dgm:t>
        <a:bodyPr/>
        <a:lstStyle/>
        <a:p>
          <a:endParaRPr lang="en-US"/>
        </a:p>
      </dgm:t>
    </dgm:pt>
    <dgm:pt modelId="{36E69D7D-2A3E-4E78-855A-7A5BBBF72BFA}" type="pres">
      <dgm:prSet presAssocID="{3B8587F7-37FD-4A87-9855-1CCAEC4C8C10}" presName="Name0" presStyleCnt="0">
        <dgm:presLayoutVars>
          <dgm:dir/>
          <dgm:animLvl val="lvl"/>
          <dgm:resizeHandles val="exact"/>
        </dgm:presLayoutVars>
      </dgm:prSet>
      <dgm:spPr/>
    </dgm:pt>
    <dgm:pt modelId="{15B8422B-7BD7-4299-B1B2-91CE7217F8BE}" type="pres">
      <dgm:prSet presAssocID="{D34CDD05-F681-42CB-A8A2-EA4EB938A073}" presName="linNode" presStyleCnt="0"/>
      <dgm:spPr/>
    </dgm:pt>
    <dgm:pt modelId="{49C8D582-D54C-481D-AC71-F5E77469F661}" type="pres">
      <dgm:prSet presAssocID="{D34CDD05-F681-42CB-A8A2-EA4EB938A073}" presName="parentText" presStyleLbl="solidFgAcc1" presStyleIdx="0" presStyleCnt="5">
        <dgm:presLayoutVars>
          <dgm:chMax val="1"/>
          <dgm:bulletEnabled/>
        </dgm:presLayoutVars>
      </dgm:prSet>
      <dgm:spPr/>
    </dgm:pt>
    <dgm:pt modelId="{95DF4736-D3DA-4362-9A52-808D4FDACC0E}" type="pres">
      <dgm:prSet presAssocID="{D34CDD05-F681-42CB-A8A2-EA4EB938A073}" presName="descendantText" presStyleLbl="alignNode1" presStyleIdx="0" presStyleCnt="5">
        <dgm:presLayoutVars>
          <dgm:bulletEnabled/>
        </dgm:presLayoutVars>
      </dgm:prSet>
      <dgm:spPr/>
    </dgm:pt>
    <dgm:pt modelId="{FCB6B893-C1C0-4A28-8D28-7059D079F380}" type="pres">
      <dgm:prSet presAssocID="{0E23F54C-A10C-424D-A255-4D3DDC556D4D}" presName="sp" presStyleCnt="0"/>
      <dgm:spPr/>
    </dgm:pt>
    <dgm:pt modelId="{A09410C1-4930-4831-80A7-8F321D7DE8F9}" type="pres">
      <dgm:prSet presAssocID="{A7DEA171-C589-46FD-A7A8-5C5DA94163A0}" presName="linNode" presStyleCnt="0"/>
      <dgm:spPr/>
    </dgm:pt>
    <dgm:pt modelId="{4089B4BF-C075-4B4A-A7CD-BEA936FEFB42}" type="pres">
      <dgm:prSet presAssocID="{A7DEA171-C589-46FD-A7A8-5C5DA94163A0}" presName="parentText" presStyleLbl="solidFgAcc1" presStyleIdx="1" presStyleCnt="5">
        <dgm:presLayoutVars>
          <dgm:chMax val="1"/>
          <dgm:bulletEnabled/>
        </dgm:presLayoutVars>
      </dgm:prSet>
      <dgm:spPr/>
    </dgm:pt>
    <dgm:pt modelId="{DDC74B26-DF6D-44E8-B95B-EDC49AAD2149}" type="pres">
      <dgm:prSet presAssocID="{A7DEA171-C589-46FD-A7A8-5C5DA94163A0}" presName="descendantText" presStyleLbl="alignNode1" presStyleIdx="1" presStyleCnt="5">
        <dgm:presLayoutVars>
          <dgm:bulletEnabled/>
        </dgm:presLayoutVars>
      </dgm:prSet>
      <dgm:spPr/>
    </dgm:pt>
    <dgm:pt modelId="{F78F1AE3-1F8D-4B1F-AB58-A8334E882CD1}" type="pres">
      <dgm:prSet presAssocID="{2E992609-32CC-42B3-BA90-40CBD81BF78A}" presName="sp" presStyleCnt="0"/>
      <dgm:spPr/>
    </dgm:pt>
    <dgm:pt modelId="{2B7B5115-0EBA-4821-8919-C4C14962D408}" type="pres">
      <dgm:prSet presAssocID="{7C42EC7D-6347-4B30-AA9A-72E147C6F702}" presName="linNode" presStyleCnt="0"/>
      <dgm:spPr/>
    </dgm:pt>
    <dgm:pt modelId="{E6F5F61F-392E-48B6-82C0-FE4B1066D9C5}" type="pres">
      <dgm:prSet presAssocID="{7C42EC7D-6347-4B30-AA9A-72E147C6F702}" presName="parentText" presStyleLbl="solidFgAcc1" presStyleIdx="2" presStyleCnt="5">
        <dgm:presLayoutVars>
          <dgm:chMax val="1"/>
          <dgm:bulletEnabled/>
        </dgm:presLayoutVars>
      </dgm:prSet>
      <dgm:spPr/>
    </dgm:pt>
    <dgm:pt modelId="{8B47BA48-A8EA-4094-86F9-5DDF4F659AE5}" type="pres">
      <dgm:prSet presAssocID="{7C42EC7D-6347-4B30-AA9A-72E147C6F702}" presName="descendantText" presStyleLbl="alignNode1" presStyleIdx="2" presStyleCnt="5">
        <dgm:presLayoutVars>
          <dgm:bulletEnabled/>
        </dgm:presLayoutVars>
      </dgm:prSet>
      <dgm:spPr/>
    </dgm:pt>
    <dgm:pt modelId="{D61A9B84-0F07-4A55-9B84-E8C1BC36F9FD}" type="pres">
      <dgm:prSet presAssocID="{88A05FBC-450B-4751-BB59-F7E9E8C6CF78}" presName="sp" presStyleCnt="0"/>
      <dgm:spPr/>
    </dgm:pt>
    <dgm:pt modelId="{10DFE2CA-B3FC-4D62-B766-BC3CCA546BBF}" type="pres">
      <dgm:prSet presAssocID="{3BC54034-8B0A-445A-917E-CE1C9A70D4BE}" presName="linNode" presStyleCnt="0"/>
      <dgm:spPr/>
    </dgm:pt>
    <dgm:pt modelId="{07A60086-B28B-4D06-8310-31C3D8E55D4B}" type="pres">
      <dgm:prSet presAssocID="{3BC54034-8B0A-445A-917E-CE1C9A70D4BE}" presName="parentText" presStyleLbl="solidFgAcc1" presStyleIdx="3" presStyleCnt="5">
        <dgm:presLayoutVars>
          <dgm:chMax val="1"/>
          <dgm:bulletEnabled/>
        </dgm:presLayoutVars>
      </dgm:prSet>
      <dgm:spPr/>
    </dgm:pt>
    <dgm:pt modelId="{548FF8EE-7606-4807-9235-01679F06235E}" type="pres">
      <dgm:prSet presAssocID="{3BC54034-8B0A-445A-917E-CE1C9A70D4BE}" presName="descendantText" presStyleLbl="alignNode1" presStyleIdx="3" presStyleCnt="5">
        <dgm:presLayoutVars>
          <dgm:bulletEnabled/>
        </dgm:presLayoutVars>
      </dgm:prSet>
      <dgm:spPr/>
    </dgm:pt>
    <dgm:pt modelId="{92C7E069-0D5A-4E5E-ABC1-68FC021BBBE1}" type="pres">
      <dgm:prSet presAssocID="{C0D73111-1624-40B2-A7E6-098CDA225640}" presName="sp" presStyleCnt="0"/>
      <dgm:spPr/>
    </dgm:pt>
    <dgm:pt modelId="{28A5EA6F-974A-4680-A728-A150660B5B1A}" type="pres">
      <dgm:prSet presAssocID="{E77466DE-5AD0-4A50-8E66-42DAAE9E9526}" presName="linNode" presStyleCnt="0"/>
      <dgm:spPr/>
    </dgm:pt>
    <dgm:pt modelId="{7837C85D-8972-447A-ABE5-D8504063ED95}" type="pres">
      <dgm:prSet presAssocID="{E77466DE-5AD0-4A50-8E66-42DAAE9E9526}" presName="parentText" presStyleLbl="solidFgAcc1" presStyleIdx="4" presStyleCnt="5">
        <dgm:presLayoutVars>
          <dgm:chMax val="1"/>
          <dgm:bulletEnabled/>
        </dgm:presLayoutVars>
      </dgm:prSet>
      <dgm:spPr/>
    </dgm:pt>
    <dgm:pt modelId="{35C7FF1F-D849-4828-9810-04EE4B4B8079}" type="pres">
      <dgm:prSet presAssocID="{E77466DE-5AD0-4A50-8E66-42DAAE9E9526}" presName="descendantText" presStyleLbl="alignNode1" presStyleIdx="4" presStyleCnt="5">
        <dgm:presLayoutVars>
          <dgm:bulletEnabled/>
        </dgm:presLayoutVars>
      </dgm:prSet>
      <dgm:spPr/>
    </dgm:pt>
  </dgm:ptLst>
  <dgm:cxnLst>
    <dgm:cxn modelId="{C8C76301-4CD1-47C2-A3F3-C763B9E5462E}" type="presOf" srcId="{98B9BDDA-F84B-4701-8F5C-F5180AF8DA64}" destId="{548FF8EE-7606-4807-9235-01679F06235E}" srcOrd="0" destOrd="0" presId="urn:microsoft.com/office/officeart/2016/7/layout/VerticalHollowActionList"/>
    <dgm:cxn modelId="{61CF3905-85D0-43FF-911B-92A4B5B03B72}" srcId="{7C42EC7D-6347-4B30-AA9A-72E147C6F702}" destId="{361B9A1E-F45F-4660-9420-E565102A44BC}" srcOrd="0" destOrd="0" parTransId="{E4859938-DEFA-458B-B48C-05204A73EDCE}" sibTransId="{D1DCA96A-F64F-4CA7-A74D-67E669F5AAC8}"/>
    <dgm:cxn modelId="{E3A5B328-4172-42F5-A366-A2B2859FA84C}" srcId="{3B8587F7-37FD-4A87-9855-1CCAEC4C8C10}" destId="{3BC54034-8B0A-445A-917E-CE1C9A70D4BE}" srcOrd="3" destOrd="0" parTransId="{CC775211-DC1F-4EF1-979E-B1A3A9D5D306}" sibTransId="{C0D73111-1624-40B2-A7E6-098CDA225640}"/>
    <dgm:cxn modelId="{8AA4472C-D84B-428B-87F6-FA26B745F19B}" srcId="{3BC54034-8B0A-445A-917E-CE1C9A70D4BE}" destId="{98B9BDDA-F84B-4701-8F5C-F5180AF8DA64}" srcOrd="0" destOrd="0" parTransId="{C385807C-7B23-4418-93AF-A366757C157F}" sibTransId="{6ABA5591-8BD6-477B-9E61-4F23A684B681}"/>
    <dgm:cxn modelId="{79E2CD2C-14B9-4DFA-9C40-D15DF5FCDB1F}" srcId="{3B8587F7-37FD-4A87-9855-1CCAEC4C8C10}" destId="{A7DEA171-C589-46FD-A7A8-5C5DA94163A0}" srcOrd="1" destOrd="0" parTransId="{38BEA7F2-ADBE-4AD5-B14E-5A59227F2BB1}" sibTransId="{2E992609-32CC-42B3-BA90-40CBD81BF78A}"/>
    <dgm:cxn modelId="{71EF0C3B-D1C6-4992-96E0-E9BFCAE47632}" type="presOf" srcId="{4DD0B993-1E25-4A58-9573-BBD9255DA9E2}" destId="{DDC74B26-DF6D-44E8-B95B-EDC49AAD2149}" srcOrd="0" destOrd="0" presId="urn:microsoft.com/office/officeart/2016/7/layout/VerticalHollowActionList"/>
    <dgm:cxn modelId="{4A02AD67-2CF8-4ADB-AD12-095873F227DA}" srcId="{E77466DE-5AD0-4A50-8E66-42DAAE9E9526}" destId="{0F91864E-E7ED-436D-ABCA-3F29A771B78A}" srcOrd="0" destOrd="0" parTransId="{965FE626-A362-4B5E-ABE5-16B4EF971DE1}" sibTransId="{774E3858-91B1-45CB-A126-F4FCAB7C9F16}"/>
    <dgm:cxn modelId="{286E2870-C3E1-4341-B1C2-4368C69B1AD2}" srcId="{3B8587F7-37FD-4A87-9855-1CCAEC4C8C10}" destId="{E77466DE-5AD0-4A50-8E66-42DAAE9E9526}" srcOrd="4" destOrd="0" parTransId="{61E5AC57-4BA5-4384-BBC1-DF54FC8DD54D}" sibTransId="{A8447D19-2822-4347-BAB7-CD73835E4C21}"/>
    <dgm:cxn modelId="{57913250-A05A-424D-A4AD-4AD74DD0E158}" srcId="{3B8587F7-37FD-4A87-9855-1CCAEC4C8C10}" destId="{7C42EC7D-6347-4B30-AA9A-72E147C6F702}" srcOrd="2" destOrd="0" parTransId="{326E22AC-29DC-4ED5-9C91-7BE305818580}" sibTransId="{88A05FBC-450B-4751-BB59-F7E9E8C6CF78}"/>
    <dgm:cxn modelId="{49D1B656-6B33-4547-B3F8-760CDB403A42}" type="presOf" srcId="{6A3C4A20-301A-4B40-A68D-32C9E1ECD38E}" destId="{95DF4736-D3DA-4362-9A52-808D4FDACC0E}" srcOrd="0" destOrd="0" presId="urn:microsoft.com/office/officeart/2016/7/layout/VerticalHollowActionList"/>
    <dgm:cxn modelId="{54FDD15A-D8D4-48DF-83E7-83E16F62FEE1}" type="presOf" srcId="{0F91864E-E7ED-436D-ABCA-3F29A771B78A}" destId="{35C7FF1F-D849-4828-9810-04EE4B4B8079}" srcOrd="0" destOrd="0" presId="urn:microsoft.com/office/officeart/2016/7/layout/VerticalHollowActionList"/>
    <dgm:cxn modelId="{89F70F87-AF77-4DF6-A354-905290AC39F2}" srcId="{D34CDD05-F681-42CB-A8A2-EA4EB938A073}" destId="{6A3C4A20-301A-4B40-A68D-32C9E1ECD38E}" srcOrd="0" destOrd="0" parTransId="{1E76DA0A-2631-4235-B1DB-02FB087D841D}" sibTransId="{149C937D-F77D-4A2B-910D-1D109471E37B}"/>
    <dgm:cxn modelId="{951D539C-D722-48EB-AB47-3EE0E3CF4A91}" type="presOf" srcId="{3BC54034-8B0A-445A-917E-CE1C9A70D4BE}" destId="{07A60086-B28B-4D06-8310-31C3D8E55D4B}" srcOrd="0" destOrd="0" presId="urn:microsoft.com/office/officeart/2016/7/layout/VerticalHollowActionList"/>
    <dgm:cxn modelId="{E9C6B7AA-AD1E-4D44-85B6-52497EEA78AF}" type="presOf" srcId="{3B8587F7-37FD-4A87-9855-1CCAEC4C8C10}" destId="{36E69D7D-2A3E-4E78-855A-7A5BBBF72BFA}" srcOrd="0" destOrd="0" presId="urn:microsoft.com/office/officeart/2016/7/layout/VerticalHollowActionList"/>
    <dgm:cxn modelId="{2E1067AB-8BAE-478C-92AE-BD6B6E794A8D}" type="presOf" srcId="{361B9A1E-F45F-4660-9420-E565102A44BC}" destId="{8B47BA48-A8EA-4094-86F9-5DDF4F659AE5}" srcOrd="0" destOrd="0" presId="urn:microsoft.com/office/officeart/2016/7/layout/VerticalHollowActionList"/>
    <dgm:cxn modelId="{C39B6EAF-D1BA-4730-97E2-EFD140225A81}" type="presOf" srcId="{A7DEA171-C589-46FD-A7A8-5C5DA94163A0}" destId="{4089B4BF-C075-4B4A-A7CD-BEA936FEFB42}" srcOrd="0" destOrd="0" presId="urn:microsoft.com/office/officeart/2016/7/layout/VerticalHollowActionList"/>
    <dgm:cxn modelId="{173170C1-5C64-4C88-A1AB-C59790214D97}" srcId="{A7DEA171-C589-46FD-A7A8-5C5DA94163A0}" destId="{4DD0B993-1E25-4A58-9573-BBD9255DA9E2}" srcOrd="0" destOrd="0" parTransId="{362D657E-5D07-48A7-A51A-971599651673}" sibTransId="{7535C9F8-F4D3-4802-A622-E2126C9F5CBA}"/>
    <dgm:cxn modelId="{2B2B04CC-A960-4607-A706-09F99B4F930D}" type="presOf" srcId="{D34CDD05-F681-42CB-A8A2-EA4EB938A073}" destId="{49C8D582-D54C-481D-AC71-F5E77469F661}" srcOrd="0" destOrd="0" presId="urn:microsoft.com/office/officeart/2016/7/layout/VerticalHollowActionList"/>
    <dgm:cxn modelId="{91198ED1-24AD-47FE-AEE7-9CB274A9AEC9}" srcId="{3B8587F7-37FD-4A87-9855-1CCAEC4C8C10}" destId="{D34CDD05-F681-42CB-A8A2-EA4EB938A073}" srcOrd="0" destOrd="0" parTransId="{5B215B06-4B6A-485C-A103-7C173B48430B}" sibTransId="{0E23F54C-A10C-424D-A255-4D3DDC556D4D}"/>
    <dgm:cxn modelId="{638EE5E0-4FDE-4790-9B12-19B1B9EEAEE3}" type="presOf" srcId="{E77466DE-5AD0-4A50-8E66-42DAAE9E9526}" destId="{7837C85D-8972-447A-ABE5-D8504063ED95}" srcOrd="0" destOrd="0" presId="urn:microsoft.com/office/officeart/2016/7/layout/VerticalHollowActionList"/>
    <dgm:cxn modelId="{D81660E9-7649-4C14-9540-9756BCCA3A2E}" type="presOf" srcId="{7C42EC7D-6347-4B30-AA9A-72E147C6F702}" destId="{E6F5F61F-392E-48B6-82C0-FE4B1066D9C5}" srcOrd="0" destOrd="0" presId="urn:microsoft.com/office/officeart/2016/7/layout/VerticalHollowActionList"/>
    <dgm:cxn modelId="{A03E7C16-0D23-4C54-AF21-B541E2D99454}" type="presParOf" srcId="{36E69D7D-2A3E-4E78-855A-7A5BBBF72BFA}" destId="{15B8422B-7BD7-4299-B1B2-91CE7217F8BE}" srcOrd="0" destOrd="0" presId="urn:microsoft.com/office/officeart/2016/7/layout/VerticalHollowActionList"/>
    <dgm:cxn modelId="{B209EEE5-6318-4D6F-8657-D314B4FD364A}" type="presParOf" srcId="{15B8422B-7BD7-4299-B1B2-91CE7217F8BE}" destId="{49C8D582-D54C-481D-AC71-F5E77469F661}" srcOrd="0" destOrd="0" presId="urn:microsoft.com/office/officeart/2016/7/layout/VerticalHollowActionList"/>
    <dgm:cxn modelId="{A014C11F-F3FF-4DD1-A636-B223CE641BC2}" type="presParOf" srcId="{15B8422B-7BD7-4299-B1B2-91CE7217F8BE}" destId="{95DF4736-D3DA-4362-9A52-808D4FDACC0E}" srcOrd="1" destOrd="0" presId="urn:microsoft.com/office/officeart/2016/7/layout/VerticalHollowActionList"/>
    <dgm:cxn modelId="{C2E0D45B-0903-4AE2-8561-297AC8EBCDF5}" type="presParOf" srcId="{36E69D7D-2A3E-4E78-855A-7A5BBBF72BFA}" destId="{FCB6B893-C1C0-4A28-8D28-7059D079F380}" srcOrd="1" destOrd="0" presId="urn:microsoft.com/office/officeart/2016/7/layout/VerticalHollowActionList"/>
    <dgm:cxn modelId="{350764E5-E4D2-46D5-9C30-139834D5A3BD}" type="presParOf" srcId="{36E69D7D-2A3E-4E78-855A-7A5BBBF72BFA}" destId="{A09410C1-4930-4831-80A7-8F321D7DE8F9}" srcOrd="2" destOrd="0" presId="urn:microsoft.com/office/officeart/2016/7/layout/VerticalHollowActionList"/>
    <dgm:cxn modelId="{D1153B18-B589-4EDE-ADCB-D872C433BB46}" type="presParOf" srcId="{A09410C1-4930-4831-80A7-8F321D7DE8F9}" destId="{4089B4BF-C075-4B4A-A7CD-BEA936FEFB42}" srcOrd="0" destOrd="0" presId="urn:microsoft.com/office/officeart/2016/7/layout/VerticalHollowActionList"/>
    <dgm:cxn modelId="{2F14D278-AC08-4D02-889C-E6049EDE5E37}" type="presParOf" srcId="{A09410C1-4930-4831-80A7-8F321D7DE8F9}" destId="{DDC74B26-DF6D-44E8-B95B-EDC49AAD2149}" srcOrd="1" destOrd="0" presId="urn:microsoft.com/office/officeart/2016/7/layout/VerticalHollowActionList"/>
    <dgm:cxn modelId="{2D28295F-BA0A-4AD8-B642-DEE167D3A319}" type="presParOf" srcId="{36E69D7D-2A3E-4E78-855A-7A5BBBF72BFA}" destId="{F78F1AE3-1F8D-4B1F-AB58-A8334E882CD1}" srcOrd="3" destOrd="0" presId="urn:microsoft.com/office/officeart/2016/7/layout/VerticalHollowActionList"/>
    <dgm:cxn modelId="{FB3B5949-0DDD-41EF-8997-5F8C9B09DFE5}" type="presParOf" srcId="{36E69D7D-2A3E-4E78-855A-7A5BBBF72BFA}" destId="{2B7B5115-0EBA-4821-8919-C4C14962D408}" srcOrd="4" destOrd="0" presId="urn:microsoft.com/office/officeart/2016/7/layout/VerticalHollowActionList"/>
    <dgm:cxn modelId="{B7AA6A30-C48D-4541-8E4D-3E5A1B6812A1}" type="presParOf" srcId="{2B7B5115-0EBA-4821-8919-C4C14962D408}" destId="{E6F5F61F-392E-48B6-82C0-FE4B1066D9C5}" srcOrd="0" destOrd="0" presId="urn:microsoft.com/office/officeart/2016/7/layout/VerticalHollowActionList"/>
    <dgm:cxn modelId="{EC6A07D7-134E-4D6A-ADCC-F2CCB3A61420}" type="presParOf" srcId="{2B7B5115-0EBA-4821-8919-C4C14962D408}" destId="{8B47BA48-A8EA-4094-86F9-5DDF4F659AE5}" srcOrd="1" destOrd="0" presId="urn:microsoft.com/office/officeart/2016/7/layout/VerticalHollowActionList"/>
    <dgm:cxn modelId="{2FDD86D1-CFB9-41F6-971A-0959E0123011}" type="presParOf" srcId="{36E69D7D-2A3E-4E78-855A-7A5BBBF72BFA}" destId="{D61A9B84-0F07-4A55-9B84-E8C1BC36F9FD}" srcOrd="5" destOrd="0" presId="urn:microsoft.com/office/officeart/2016/7/layout/VerticalHollowActionList"/>
    <dgm:cxn modelId="{609ED37E-17D6-4FFE-99E3-2A8C639D38DF}" type="presParOf" srcId="{36E69D7D-2A3E-4E78-855A-7A5BBBF72BFA}" destId="{10DFE2CA-B3FC-4D62-B766-BC3CCA546BBF}" srcOrd="6" destOrd="0" presId="urn:microsoft.com/office/officeart/2016/7/layout/VerticalHollowActionList"/>
    <dgm:cxn modelId="{302EEDBC-EE7E-4A17-8418-34EBBD3905AF}" type="presParOf" srcId="{10DFE2CA-B3FC-4D62-B766-BC3CCA546BBF}" destId="{07A60086-B28B-4D06-8310-31C3D8E55D4B}" srcOrd="0" destOrd="0" presId="urn:microsoft.com/office/officeart/2016/7/layout/VerticalHollowActionList"/>
    <dgm:cxn modelId="{AD918F16-C4FE-4734-B614-11908A60B68E}" type="presParOf" srcId="{10DFE2CA-B3FC-4D62-B766-BC3CCA546BBF}" destId="{548FF8EE-7606-4807-9235-01679F06235E}" srcOrd="1" destOrd="0" presId="urn:microsoft.com/office/officeart/2016/7/layout/VerticalHollowActionList"/>
    <dgm:cxn modelId="{9606F680-A872-43A9-9A22-3D5F9AB00464}" type="presParOf" srcId="{36E69D7D-2A3E-4E78-855A-7A5BBBF72BFA}" destId="{92C7E069-0D5A-4E5E-ABC1-68FC021BBBE1}" srcOrd="7" destOrd="0" presId="urn:microsoft.com/office/officeart/2016/7/layout/VerticalHollowActionList"/>
    <dgm:cxn modelId="{34659710-81C7-499F-B6C7-ADC91C01C2D6}" type="presParOf" srcId="{36E69D7D-2A3E-4E78-855A-7A5BBBF72BFA}" destId="{28A5EA6F-974A-4680-A728-A150660B5B1A}" srcOrd="8" destOrd="0" presId="urn:microsoft.com/office/officeart/2016/7/layout/VerticalHollowActionList"/>
    <dgm:cxn modelId="{032BD829-D8B9-4DF0-B5D9-6B7BEC33524A}" type="presParOf" srcId="{28A5EA6F-974A-4680-A728-A150660B5B1A}" destId="{7837C85D-8972-447A-ABE5-D8504063ED95}" srcOrd="0" destOrd="0" presId="urn:microsoft.com/office/officeart/2016/7/layout/VerticalHollowActionList"/>
    <dgm:cxn modelId="{537391EE-6FD9-4358-8287-88FC50E90403}" type="presParOf" srcId="{28A5EA6F-974A-4680-A728-A150660B5B1A}" destId="{35C7FF1F-D849-4828-9810-04EE4B4B8079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E9544E64-300E-40EA-ACD5-7128844798F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65A3AE9-4CFB-476C-A128-ED87EED63EF4}">
      <dgm:prSet/>
      <dgm:spPr/>
      <dgm:t>
        <a:bodyPr/>
        <a:lstStyle/>
        <a:p>
          <a:pPr>
            <a:defRPr cap="all"/>
          </a:pPr>
          <a:r>
            <a:rPr lang="en-US"/>
            <a:t>Not about who wins</a:t>
          </a:r>
        </a:p>
      </dgm:t>
    </dgm:pt>
    <dgm:pt modelId="{88BF8F89-9804-4925-9216-8DE44275B656}" type="parTrans" cxnId="{2BE661E1-C361-4F65-A0C4-D5675DF4C5E3}">
      <dgm:prSet/>
      <dgm:spPr/>
      <dgm:t>
        <a:bodyPr/>
        <a:lstStyle/>
        <a:p>
          <a:endParaRPr lang="en-US"/>
        </a:p>
      </dgm:t>
    </dgm:pt>
    <dgm:pt modelId="{A3FC0E8B-4BB5-4A01-A371-EE2E40C0184A}" type="sibTrans" cxnId="{2BE661E1-C361-4F65-A0C4-D5675DF4C5E3}">
      <dgm:prSet/>
      <dgm:spPr/>
      <dgm:t>
        <a:bodyPr/>
        <a:lstStyle/>
        <a:p>
          <a:endParaRPr lang="en-US"/>
        </a:p>
      </dgm:t>
    </dgm:pt>
    <dgm:pt modelId="{3F08CE6E-069D-4910-BC3F-A0A280795E38}">
      <dgm:prSet/>
      <dgm:spPr/>
      <dgm:t>
        <a:bodyPr/>
        <a:lstStyle/>
        <a:p>
          <a:pPr>
            <a:defRPr cap="all"/>
          </a:pPr>
          <a:r>
            <a:rPr lang="en-US"/>
            <a:t>About clarity under pressure</a:t>
          </a:r>
        </a:p>
      </dgm:t>
    </dgm:pt>
    <dgm:pt modelId="{5D3D126A-3813-4718-85DD-680FA4F09F5E}" type="parTrans" cxnId="{C7124FC8-961B-4D2E-8F3B-BA42EBAB6D0F}">
      <dgm:prSet/>
      <dgm:spPr/>
      <dgm:t>
        <a:bodyPr/>
        <a:lstStyle/>
        <a:p>
          <a:endParaRPr lang="en-US"/>
        </a:p>
      </dgm:t>
    </dgm:pt>
    <dgm:pt modelId="{E37BE4A8-1837-4C82-8A9E-916E93216DAE}" type="sibTrans" cxnId="{C7124FC8-961B-4D2E-8F3B-BA42EBAB6D0F}">
      <dgm:prSet/>
      <dgm:spPr/>
      <dgm:t>
        <a:bodyPr/>
        <a:lstStyle/>
        <a:p>
          <a:endParaRPr lang="en-US"/>
        </a:p>
      </dgm:t>
    </dgm:pt>
    <dgm:pt modelId="{34274874-1466-47F0-B293-4C3265BDF936}">
      <dgm:prSet/>
      <dgm:spPr/>
      <dgm:t>
        <a:bodyPr/>
        <a:lstStyle/>
        <a:p>
          <a:pPr>
            <a:defRPr cap="all"/>
          </a:pPr>
          <a:r>
            <a:rPr lang="en-US"/>
            <a:t>About decision making</a:t>
          </a:r>
        </a:p>
      </dgm:t>
    </dgm:pt>
    <dgm:pt modelId="{DA802DAB-662F-44ED-902C-52CA61549B0E}" type="parTrans" cxnId="{49081BF5-30D6-44C3-A27F-47708EC7503F}">
      <dgm:prSet/>
      <dgm:spPr/>
      <dgm:t>
        <a:bodyPr/>
        <a:lstStyle/>
        <a:p>
          <a:endParaRPr lang="en-US"/>
        </a:p>
      </dgm:t>
    </dgm:pt>
    <dgm:pt modelId="{2FFBDBA5-2415-4148-9A9F-D3F6E1E8C8E1}" type="sibTrans" cxnId="{49081BF5-30D6-44C3-A27F-47708EC7503F}">
      <dgm:prSet/>
      <dgm:spPr/>
      <dgm:t>
        <a:bodyPr/>
        <a:lstStyle/>
        <a:p>
          <a:endParaRPr lang="en-US"/>
        </a:p>
      </dgm:t>
    </dgm:pt>
    <dgm:pt modelId="{44DD9981-72C3-447A-BE74-C1DC246DADE3}">
      <dgm:prSet/>
      <dgm:spPr/>
      <dgm:t>
        <a:bodyPr/>
        <a:lstStyle/>
        <a:p>
          <a:pPr>
            <a:defRPr cap="all"/>
          </a:pPr>
          <a:r>
            <a:rPr lang="en-US"/>
            <a:t>About explaining risk</a:t>
          </a:r>
        </a:p>
      </dgm:t>
    </dgm:pt>
    <dgm:pt modelId="{4FF68653-5126-4FBF-A08D-4E76F133C515}" type="parTrans" cxnId="{4EDCB0D4-DF72-4DBE-857D-84CD4EFC4570}">
      <dgm:prSet/>
      <dgm:spPr/>
      <dgm:t>
        <a:bodyPr/>
        <a:lstStyle/>
        <a:p>
          <a:endParaRPr lang="en-US"/>
        </a:p>
      </dgm:t>
    </dgm:pt>
    <dgm:pt modelId="{B9B86F2C-0C71-4922-9C4F-92500FFB5FD7}" type="sibTrans" cxnId="{4EDCB0D4-DF72-4DBE-857D-84CD4EFC4570}">
      <dgm:prSet/>
      <dgm:spPr/>
      <dgm:t>
        <a:bodyPr/>
        <a:lstStyle/>
        <a:p>
          <a:endParaRPr lang="en-US"/>
        </a:p>
      </dgm:t>
    </dgm:pt>
    <dgm:pt modelId="{4E20B4DA-8350-48C3-8E07-49DF852F2A15}">
      <dgm:prSet/>
      <dgm:spPr/>
      <dgm:t>
        <a:bodyPr/>
        <a:lstStyle/>
        <a:p>
          <a:pPr>
            <a:defRPr cap="all"/>
          </a:pPr>
          <a:r>
            <a:rPr lang="en-US"/>
            <a:t>About coordination</a:t>
          </a:r>
        </a:p>
      </dgm:t>
    </dgm:pt>
    <dgm:pt modelId="{B354AC50-8278-482D-9976-532D061C65FE}" type="parTrans" cxnId="{D40869F3-12E2-42F1-A87E-C59AD0BC48FC}">
      <dgm:prSet/>
      <dgm:spPr/>
      <dgm:t>
        <a:bodyPr/>
        <a:lstStyle/>
        <a:p>
          <a:endParaRPr lang="en-US"/>
        </a:p>
      </dgm:t>
    </dgm:pt>
    <dgm:pt modelId="{DFC81307-23D5-41E4-AFFB-9E6C5C0E5836}" type="sibTrans" cxnId="{D40869F3-12E2-42F1-A87E-C59AD0BC48FC}">
      <dgm:prSet/>
      <dgm:spPr/>
      <dgm:t>
        <a:bodyPr/>
        <a:lstStyle/>
        <a:p>
          <a:endParaRPr lang="en-US"/>
        </a:p>
      </dgm:t>
    </dgm:pt>
    <dgm:pt modelId="{A9E0D5D6-7EA5-4FE0-80DA-052EAF0EF023}" type="pres">
      <dgm:prSet presAssocID="{E9544E64-300E-40EA-ACD5-7128844798FB}" presName="root" presStyleCnt="0">
        <dgm:presLayoutVars>
          <dgm:dir/>
          <dgm:resizeHandles val="exact"/>
        </dgm:presLayoutVars>
      </dgm:prSet>
      <dgm:spPr/>
    </dgm:pt>
    <dgm:pt modelId="{2199CFA0-D879-4998-A0B4-299ACA9BE1E2}" type="pres">
      <dgm:prSet presAssocID="{F65A3AE9-4CFB-476C-A128-ED87EED63EF4}" presName="compNode" presStyleCnt="0"/>
      <dgm:spPr/>
    </dgm:pt>
    <dgm:pt modelId="{47F42583-20DB-4220-8323-47611BE79238}" type="pres">
      <dgm:prSet presAssocID="{F65A3AE9-4CFB-476C-A128-ED87EED63EF4}" presName="iconBgRect" presStyleLbl="bgShp" presStyleIdx="0" presStyleCnt="5"/>
      <dgm:spPr/>
    </dgm:pt>
    <dgm:pt modelId="{8464B029-ACDE-4DD8-902A-3F2096CE11D3}" type="pres">
      <dgm:prSet presAssocID="{F65A3AE9-4CFB-476C-A128-ED87EED63EF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64377559-AB2D-433A-8CA4-E65737D098AF}" type="pres">
      <dgm:prSet presAssocID="{F65A3AE9-4CFB-476C-A128-ED87EED63EF4}" presName="spaceRect" presStyleCnt="0"/>
      <dgm:spPr/>
    </dgm:pt>
    <dgm:pt modelId="{EB797BB4-9632-4AC8-9368-C276F12CAC46}" type="pres">
      <dgm:prSet presAssocID="{F65A3AE9-4CFB-476C-A128-ED87EED63EF4}" presName="textRect" presStyleLbl="revTx" presStyleIdx="0" presStyleCnt="5">
        <dgm:presLayoutVars>
          <dgm:chMax val="1"/>
          <dgm:chPref val="1"/>
        </dgm:presLayoutVars>
      </dgm:prSet>
      <dgm:spPr/>
    </dgm:pt>
    <dgm:pt modelId="{6CE16931-A7E2-41FB-8F9E-101C245CE498}" type="pres">
      <dgm:prSet presAssocID="{A3FC0E8B-4BB5-4A01-A371-EE2E40C0184A}" presName="sibTrans" presStyleCnt="0"/>
      <dgm:spPr/>
    </dgm:pt>
    <dgm:pt modelId="{EA9D5ABD-E312-437C-8A1B-F762FD409575}" type="pres">
      <dgm:prSet presAssocID="{3F08CE6E-069D-4910-BC3F-A0A280795E38}" presName="compNode" presStyleCnt="0"/>
      <dgm:spPr/>
    </dgm:pt>
    <dgm:pt modelId="{9C345782-9EDE-4958-AE72-923202BCE59E}" type="pres">
      <dgm:prSet presAssocID="{3F08CE6E-069D-4910-BC3F-A0A280795E38}" presName="iconBgRect" presStyleLbl="bgShp" presStyleIdx="1" presStyleCnt="5"/>
      <dgm:spPr/>
    </dgm:pt>
    <dgm:pt modelId="{EAF8B165-D093-4EB6-B8B7-BE96DCA77207}" type="pres">
      <dgm:prSet presAssocID="{3F08CE6E-069D-4910-BC3F-A0A280795E3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C94ED6C-6019-4D90-B5B4-64B584321A5F}" type="pres">
      <dgm:prSet presAssocID="{3F08CE6E-069D-4910-BC3F-A0A280795E38}" presName="spaceRect" presStyleCnt="0"/>
      <dgm:spPr/>
    </dgm:pt>
    <dgm:pt modelId="{67C62EF9-C760-4465-A8BB-83E7918F22E6}" type="pres">
      <dgm:prSet presAssocID="{3F08CE6E-069D-4910-BC3F-A0A280795E38}" presName="textRect" presStyleLbl="revTx" presStyleIdx="1" presStyleCnt="5">
        <dgm:presLayoutVars>
          <dgm:chMax val="1"/>
          <dgm:chPref val="1"/>
        </dgm:presLayoutVars>
      </dgm:prSet>
      <dgm:spPr/>
    </dgm:pt>
    <dgm:pt modelId="{4C96B12A-E2B8-4655-A8F9-96C304997FCB}" type="pres">
      <dgm:prSet presAssocID="{E37BE4A8-1837-4C82-8A9E-916E93216DAE}" presName="sibTrans" presStyleCnt="0"/>
      <dgm:spPr/>
    </dgm:pt>
    <dgm:pt modelId="{4AB746A7-149A-44CB-BDE8-4E9D4004E621}" type="pres">
      <dgm:prSet presAssocID="{34274874-1466-47F0-B293-4C3265BDF936}" presName="compNode" presStyleCnt="0"/>
      <dgm:spPr/>
    </dgm:pt>
    <dgm:pt modelId="{116E5C73-3867-4B90-9424-04F1CAEABD01}" type="pres">
      <dgm:prSet presAssocID="{34274874-1466-47F0-B293-4C3265BDF936}" presName="iconBgRect" presStyleLbl="bgShp" presStyleIdx="2" presStyleCnt="5"/>
      <dgm:spPr/>
    </dgm:pt>
    <dgm:pt modelId="{811C8DD9-5354-42B5-88BD-9A58FAA44329}" type="pres">
      <dgm:prSet presAssocID="{34274874-1466-47F0-B293-4C3265BDF93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A8B47BF-352B-459F-A859-6005F5F5FEFC}" type="pres">
      <dgm:prSet presAssocID="{34274874-1466-47F0-B293-4C3265BDF936}" presName="spaceRect" presStyleCnt="0"/>
      <dgm:spPr/>
    </dgm:pt>
    <dgm:pt modelId="{04CF7EEC-E488-415C-9731-62F225AA7329}" type="pres">
      <dgm:prSet presAssocID="{34274874-1466-47F0-B293-4C3265BDF936}" presName="textRect" presStyleLbl="revTx" presStyleIdx="2" presStyleCnt="5">
        <dgm:presLayoutVars>
          <dgm:chMax val="1"/>
          <dgm:chPref val="1"/>
        </dgm:presLayoutVars>
      </dgm:prSet>
      <dgm:spPr/>
    </dgm:pt>
    <dgm:pt modelId="{7520AC10-3373-4F3C-8344-0FF5EB44A4A6}" type="pres">
      <dgm:prSet presAssocID="{2FFBDBA5-2415-4148-9A9F-D3F6E1E8C8E1}" presName="sibTrans" presStyleCnt="0"/>
      <dgm:spPr/>
    </dgm:pt>
    <dgm:pt modelId="{62FC8CA6-429E-4BF5-AFCF-82120D4AABD1}" type="pres">
      <dgm:prSet presAssocID="{44DD9981-72C3-447A-BE74-C1DC246DADE3}" presName="compNode" presStyleCnt="0"/>
      <dgm:spPr/>
    </dgm:pt>
    <dgm:pt modelId="{FF2388A5-8874-4DD4-BAAD-D6E712DFB0D8}" type="pres">
      <dgm:prSet presAssocID="{44DD9981-72C3-447A-BE74-C1DC246DADE3}" presName="iconBgRect" presStyleLbl="bgShp" presStyleIdx="3" presStyleCnt="5"/>
      <dgm:spPr/>
    </dgm:pt>
    <dgm:pt modelId="{56E7FF46-9C0B-438E-A72A-94A110DF8322}" type="pres">
      <dgm:prSet presAssocID="{44DD9981-72C3-447A-BE74-C1DC246DADE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6AB8053-D29C-4402-853A-66E168FDDEA3}" type="pres">
      <dgm:prSet presAssocID="{44DD9981-72C3-447A-BE74-C1DC246DADE3}" presName="spaceRect" presStyleCnt="0"/>
      <dgm:spPr/>
    </dgm:pt>
    <dgm:pt modelId="{A93D243F-42AD-4D69-8805-31D96A5A5983}" type="pres">
      <dgm:prSet presAssocID="{44DD9981-72C3-447A-BE74-C1DC246DADE3}" presName="textRect" presStyleLbl="revTx" presStyleIdx="3" presStyleCnt="5">
        <dgm:presLayoutVars>
          <dgm:chMax val="1"/>
          <dgm:chPref val="1"/>
        </dgm:presLayoutVars>
      </dgm:prSet>
      <dgm:spPr/>
    </dgm:pt>
    <dgm:pt modelId="{74A3EA81-ED7C-40D9-9536-0279C7436690}" type="pres">
      <dgm:prSet presAssocID="{B9B86F2C-0C71-4922-9C4F-92500FFB5FD7}" presName="sibTrans" presStyleCnt="0"/>
      <dgm:spPr/>
    </dgm:pt>
    <dgm:pt modelId="{AE2676C6-4517-44F3-A00D-CA458DE40AA8}" type="pres">
      <dgm:prSet presAssocID="{4E20B4DA-8350-48C3-8E07-49DF852F2A15}" presName="compNode" presStyleCnt="0"/>
      <dgm:spPr/>
    </dgm:pt>
    <dgm:pt modelId="{02BA1DFB-DF09-450F-A3C3-317790537D82}" type="pres">
      <dgm:prSet presAssocID="{4E20B4DA-8350-48C3-8E07-49DF852F2A15}" presName="iconBgRect" presStyleLbl="bgShp" presStyleIdx="4" presStyleCnt="5"/>
      <dgm:spPr/>
    </dgm:pt>
    <dgm:pt modelId="{7BB44A4B-C839-4A06-9567-38AF499A3207}" type="pres">
      <dgm:prSet presAssocID="{4E20B4DA-8350-48C3-8E07-49DF852F2A1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1F5998D-83D8-47C7-85B5-9E94661D773F}" type="pres">
      <dgm:prSet presAssocID="{4E20B4DA-8350-48C3-8E07-49DF852F2A15}" presName="spaceRect" presStyleCnt="0"/>
      <dgm:spPr/>
    </dgm:pt>
    <dgm:pt modelId="{E05FCE70-FCBA-4A05-B154-E5A3CA9AF050}" type="pres">
      <dgm:prSet presAssocID="{4E20B4DA-8350-48C3-8E07-49DF852F2A1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C18D712-0715-44A9-A893-CCCB695938CE}" type="presOf" srcId="{44DD9981-72C3-447A-BE74-C1DC246DADE3}" destId="{A93D243F-42AD-4D69-8805-31D96A5A5983}" srcOrd="0" destOrd="0" presId="urn:microsoft.com/office/officeart/2018/5/layout/IconCircleLabelList"/>
    <dgm:cxn modelId="{4D2BEF3F-C58B-4FC6-8FEF-9AFA84D885D8}" type="presOf" srcId="{3F08CE6E-069D-4910-BC3F-A0A280795E38}" destId="{67C62EF9-C760-4465-A8BB-83E7918F22E6}" srcOrd="0" destOrd="0" presId="urn:microsoft.com/office/officeart/2018/5/layout/IconCircleLabelList"/>
    <dgm:cxn modelId="{C7124FC8-961B-4D2E-8F3B-BA42EBAB6D0F}" srcId="{E9544E64-300E-40EA-ACD5-7128844798FB}" destId="{3F08CE6E-069D-4910-BC3F-A0A280795E38}" srcOrd="1" destOrd="0" parTransId="{5D3D126A-3813-4718-85DD-680FA4F09F5E}" sibTransId="{E37BE4A8-1837-4C82-8A9E-916E93216DAE}"/>
    <dgm:cxn modelId="{4EDCB0D4-DF72-4DBE-857D-84CD4EFC4570}" srcId="{E9544E64-300E-40EA-ACD5-7128844798FB}" destId="{44DD9981-72C3-447A-BE74-C1DC246DADE3}" srcOrd="3" destOrd="0" parTransId="{4FF68653-5126-4FBF-A08D-4E76F133C515}" sibTransId="{B9B86F2C-0C71-4922-9C4F-92500FFB5FD7}"/>
    <dgm:cxn modelId="{B969B2DE-1D67-49F8-AB7A-F36D7CCC9784}" type="presOf" srcId="{4E20B4DA-8350-48C3-8E07-49DF852F2A15}" destId="{E05FCE70-FCBA-4A05-B154-E5A3CA9AF050}" srcOrd="0" destOrd="0" presId="urn:microsoft.com/office/officeart/2018/5/layout/IconCircleLabelList"/>
    <dgm:cxn modelId="{2BE661E1-C361-4F65-A0C4-D5675DF4C5E3}" srcId="{E9544E64-300E-40EA-ACD5-7128844798FB}" destId="{F65A3AE9-4CFB-476C-A128-ED87EED63EF4}" srcOrd="0" destOrd="0" parTransId="{88BF8F89-9804-4925-9216-8DE44275B656}" sibTransId="{A3FC0E8B-4BB5-4A01-A371-EE2E40C0184A}"/>
    <dgm:cxn modelId="{EF77A4EB-3592-4D6A-A648-EEA17C0307E0}" type="presOf" srcId="{34274874-1466-47F0-B293-4C3265BDF936}" destId="{04CF7EEC-E488-415C-9731-62F225AA7329}" srcOrd="0" destOrd="0" presId="urn:microsoft.com/office/officeart/2018/5/layout/IconCircleLabelList"/>
    <dgm:cxn modelId="{D40869F3-12E2-42F1-A87E-C59AD0BC48FC}" srcId="{E9544E64-300E-40EA-ACD5-7128844798FB}" destId="{4E20B4DA-8350-48C3-8E07-49DF852F2A15}" srcOrd="4" destOrd="0" parTransId="{B354AC50-8278-482D-9976-532D061C65FE}" sibTransId="{DFC81307-23D5-41E4-AFFB-9E6C5C0E5836}"/>
    <dgm:cxn modelId="{49081BF5-30D6-44C3-A27F-47708EC7503F}" srcId="{E9544E64-300E-40EA-ACD5-7128844798FB}" destId="{34274874-1466-47F0-B293-4C3265BDF936}" srcOrd="2" destOrd="0" parTransId="{DA802DAB-662F-44ED-902C-52CA61549B0E}" sibTransId="{2FFBDBA5-2415-4148-9A9F-D3F6E1E8C8E1}"/>
    <dgm:cxn modelId="{D1DA4BF7-4B2F-4628-BDEE-460804B8CAA9}" type="presOf" srcId="{F65A3AE9-4CFB-476C-A128-ED87EED63EF4}" destId="{EB797BB4-9632-4AC8-9368-C276F12CAC46}" srcOrd="0" destOrd="0" presId="urn:microsoft.com/office/officeart/2018/5/layout/IconCircleLabelList"/>
    <dgm:cxn modelId="{28DD36FD-BDB9-42BE-B85E-E1765BED4B72}" type="presOf" srcId="{E9544E64-300E-40EA-ACD5-7128844798FB}" destId="{A9E0D5D6-7EA5-4FE0-80DA-052EAF0EF023}" srcOrd="0" destOrd="0" presId="urn:microsoft.com/office/officeart/2018/5/layout/IconCircleLabelList"/>
    <dgm:cxn modelId="{4E59AAEF-3E10-411F-955D-139D23359C34}" type="presParOf" srcId="{A9E0D5D6-7EA5-4FE0-80DA-052EAF0EF023}" destId="{2199CFA0-D879-4998-A0B4-299ACA9BE1E2}" srcOrd="0" destOrd="0" presId="urn:microsoft.com/office/officeart/2018/5/layout/IconCircleLabelList"/>
    <dgm:cxn modelId="{9404C19F-9AE4-4A10-B1A9-95524D68FEFF}" type="presParOf" srcId="{2199CFA0-D879-4998-A0B4-299ACA9BE1E2}" destId="{47F42583-20DB-4220-8323-47611BE79238}" srcOrd="0" destOrd="0" presId="urn:microsoft.com/office/officeart/2018/5/layout/IconCircleLabelList"/>
    <dgm:cxn modelId="{8FD77EC6-EA03-4E00-94A1-B3594C613DAD}" type="presParOf" srcId="{2199CFA0-D879-4998-A0B4-299ACA9BE1E2}" destId="{8464B029-ACDE-4DD8-902A-3F2096CE11D3}" srcOrd="1" destOrd="0" presId="urn:microsoft.com/office/officeart/2018/5/layout/IconCircleLabelList"/>
    <dgm:cxn modelId="{842BA327-70F7-45D9-9611-2950B9AF8C87}" type="presParOf" srcId="{2199CFA0-D879-4998-A0B4-299ACA9BE1E2}" destId="{64377559-AB2D-433A-8CA4-E65737D098AF}" srcOrd="2" destOrd="0" presId="urn:microsoft.com/office/officeart/2018/5/layout/IconCircleLabelList"/>
    <dgm:cxn modelId="{F078F853-25B5-466F-BC04-D5B964B12EA4}" type="presParOf" srcId="{2199CFA0-D879-4998-A0B4-299ACA9BE1E2}" destId="{EB797BB4-9632-4AC8-9368-C276F12CAC46}" srcOrd="3" destOrd="0" presId="urn:microsoft.com/office/officeart/2018/5/layout/IconCircleLabelList"/>
    <dgm:cxn modelId="{C3A85101-4B0F-47C3-BDE9-B4F1F9F657E9}" type="presParOf" srcId="{A9E0D5D6-7EA5-4FE0-80DA-052EAF0EF023}" destId="{6CE16931-A7E2-41FB-8F9E-101C245CE498}" srcOrd="1" destOrd="0" presId="urn:microsoft.com/office/officeart/2018/5/layout/IconCircleLabelList"/>
    <dgm:cxn modelId="{30C592E2-8D26-4E1B-AC27-9BDFD4F3EA5B}" type="presParOf" srcId="{A9E0D5D6-7EA5-4FE0-80DA-052EAF0EF023}" destId="{EA9D5ABD-E312-437C-8A1B-F762FD409575}" srcOrd="2" destOrd="0" presId="urn:microsoft.com/office/officeart/2018/5/layout/IconCircleLabelList"/>
    <dgm:cxn modelId="{863E7EF4-8574-4CDA-B385-68D62ED72CB8}" type="presParOf" srcId="{EA9D5ABD-E312-437C-8A1B-F762FD409575}" destId="{9C345782-9EDE-4958-AE72-923202BCE59E}" srcOrd="0" destOrd="0" presId="urn:microsoft.com/office/officeart/2018/5/layout/IconCircleLabelList"/>
    <dgm:cxn modelId="{CE5CDBF5-02D1-4E28-8717-9B7D76F9649A}" type="presParOf" srcId="{EA9D5ABD-E312-437C-8A1B-F762FD409575}" destId="{EAF8B165-D093-4EB6-B8B7-BE96DCA77207}" srcOrd="1" destOrd="0" presId="urn:microsoft.com/office/officeart/2018/5/layout/IconCircleLabelList"/>
    <dgm:cxn modelId="{F8386C07-93CB-435F-B0A2-C2E249E9EDF0}" type="presParOf" srcId="{EA9D5ABD-E312-437C-8A1B-F762FD409575}" destId="{AC94ED6C-6019-4D90-B5B4-64B584321A5F}" srcOrd="2" destOrd="0" presId="urn:microsoft.com/office/officeart/2018/5/layout/IconCircleLabelList"/>
    <dgm:cxn modelId="{9903DA10-5422-4BEC-B3BB-4C646861218D}" type="presParOf" srcId="{EA9D5ABD-E312-437C-8A1B-F762FD409575}" destId="{67C62EF9-C760-4465-A8BB-83E7918F22E6}" srcOrd="3" destOrd="0" presId="urn:microsoft.com/office/officeart/2018/5/layout/IconCircleLabelList"/>
    <dgm:cxn modelId="{7875CDA3-F3D1-40D3-B178-90BD37529CD0}" type="presParOf" srcId="{A9E0D5D6-7EA5-4FE0-80DA-052EAF0EF023}" destId="{4C96B12A-E2B8-4655-A8F9-96C304997FCB}" srcOrd="3" destOrd="0" presId="urn:microsoft.com/office/officeart/2018/5/layout/IconCircleLabelList"/>
    <dgm:cxn modelId="{8CEA2FF9-9C4B-447F-8428-56EA5B14CFF6}" type="presParOf" srcId="{A9E0D5D6-7EA5-4FE0-80DA-052EAF0EF023}" destId="{4AB746A7-149A-44CB-BDE8-4E9D4004E621}" srcOrd="4" destOrd="0" presId="urn:microsoft.com/office/officeart/2018/5/layout/IconCircleLabelList"/>
    <dgm:cxn modelId="{4C4A2859-581F-49F1-B16C-68A720FB0F61}" type="presParOf" srcId="{4AB746A7-149A-44CB-BDE8-4E9D4004E621}" destId="{116E5C73-3867-4B90-9424-04F1CAEABD01}" srcOrd="0" destOrd="0" presId="urn:microsoft.com/office/officeart/2018/5/layout/IconCircleLabelList"/>
    <dgm:cxn modelId="{5F9AC63B-640A-42FC-BC87-94EFDA7333AF}" type="presParOf" srcId="{4AB746A7-149A-44CB-BDE8-4E9D4004E621}" destId="{811C8DD9-5354-42B5-88BD-9A58FAA44329}" srcOrd="1" destOrd="0" presId="urn:microsoft.com/office/officeart/2018/5/layout/IconCircleLabelList"/>
    <dgm:cxn modelId="{A18C02C0-6638-449D-A31F-EF83E4345CDF}" type="presParOf" srcId="{4AB746A7-149A-44CB-BDE8-4E9D4004E621}" destId="{AA8B47BF-352B-459F-A859-6005F5F5FEFC}" srcOrd="2" destOrd="0" presId="urn:microsoft.com/office/officeart/2018/5/layout/IconCircleLabelList"/>
    <dgm:cxn modelId="{E300BED6-5DB5-4D3A-98BF-FFC172E6C60C}" type="presParOf" srcId="{4AB746A7-149A-44CB-BDE8-4E9D4004E621}" destId="{04CF7EEC-E488-415C-9731-62F225AA7329}" srcOrd="3" destOrd="0" presId="urn:microsoft.com/office/officeart/2018/5/layout/IconCircleLabelList"/>
    <dgm:cxn modelId="{8A40E941-0A9B-4305-BCD8-F48D8DA3008A}" type="presParOf" srcId="{A9E0D5D6-7EA5-4FE0-80DA-052EAF0EF023}" destId="{7520AC10-3373-4F3C-8344-0FF5EB44A4A6}" srcOrd="5" destOrd="0" presId="urn:microsoft.com/office/officeart/2018/5/layout/IconCircleLabelList"/>
    <dgm:cxn modelId="{78C3BF9D-BA00-46A6-9449-33AAC4F6E22C}" type="presParOf" srcId="{A9E0D5D6-7EA5-4FE0-80DA-052EAF0EF023}" destId="{62FC8CA6-429E-4BF5-AFCF-82120D4AABD1}" srcOrd="6" destOrd="0" presId="urn:microsoft.com/office/officeart/2018/5/layout/IconCircleLabelList"/>
    <dgm:cxn modelId="{FF8E06C0-0C1D-4ACC-82E9-E6943ABA39C9}" type="presParOf" srcId="{62FC8CA6-429E-4BF5-AFCF-82120D4AABD1}" destId="{FF2388A5-8874-4DD4-BAAD-D6E712DFB0D8}" srcOrd="0" destOrd="0" presId="urn:microsoft.com/office/officeart/2018/5/layout/IconCircleLabelList"/>
    <dgm:cxn modelId="{16A4FD78-D109-494D-8944-C7007CFB3636}" type="presParOf" srcId="{62FC8CA6-429E-4BF5-AFCF-82120D4AABD1}" destId="{56E7FF46-9C0B-438E-A72A-94A110DF8322}" srcOrd="1" destOrd="0" presId="urn:microsoft.com/office/officeart/2018/5/layout/IconCircleLabelList"/>
    <dgm:cxn modelId="{DA32AEC2-B571-4DFB-9FD2-010BEFF6907F}" type="presParOf" srcId="{62FC8CA6-429E-4BF5-AFCF-82120D4AABD1}" destId="{56AB8053-D29C-4402-853A-66E168FDDEA3}" srcOrd="2" destOrd="0" presId="urn:microsoft.com/office/officeart/2018/5/layout/IconCircleLabelList"/>
    <dgm:cxn modelId="{9947E4A1-DB68-464B-B481-739040F34C4C}" type="presParOf" srcId="{62FC8CA6-429E-4BF5-AFCF-82120D4AABD1}" destId="{A93D243F-42AD-4D69-8805-31D96A5A5983}" srcOrd="3" destOrd="0" presId="urn:microsoft.com/office/officeart/2018/5/layout/IconCircleLabelList"/>
    <dgm:cxn modelId="{863123AB-8B3E-4F41-A560-5905C76B392D}" type="presParOf" srcId="{A9E0D5D6-7EA5-4FE0-80DA-052EAF0EF023}" destId="{74A3EA81-ED7C-40D9-9536-0279C7436690}" srcOrd="7" destOrd="0" presId="urn:microsoft.com/office/officeart/2018/5/layout/IconCircleLabelList"/>
    <dgm:cxn modelId="{8CE2B5D1-5745-4F0E-A6E4-8F3A44A06674}" type="presParOf" srcId="{A9E0D5D6-7EA5-4FE0-80DA-052EAF0EF023}" destId="{AE2676C6-4517-44F3-A00D-CA458DE40AA8}" srcOrd="8" destOrd="0" presId="urn:microsoft.com/office/officeart/2018/5/layout/IconCircleLabelList"/>
    <dgm:cxn modelId="{B5B4AD8E-E213-4095-A8AC-54F9D341448F}" type="presParOf" srcId="{AE2676C6-4517-44F3-A00D-CA458DE40AA8}" destId="{02BA1DFB-DF09-450F-A3C3-317790537D82}" srcOrd="0" destOrd="0" presId="urn:microsoft.com/office/officeart/2018/5/layout/IconCircleLabelList"/>
    <dgm:cxn modelId="{494CFDA6-E1CD-4C74-B09E-9EDB8CEB5AFC}" type="presParOf" srcId="{AE2676C6-4517-44F3-A00D-CA458DE40AA8}" destId="{7BB44A4B-C839-4A06-9567-38AF499A3207}" srcOrd="1" destOrd="0" presId="urn:microsoft.com/office/officeart/2018/5/layout/IconCircleLabelList"/>
    <dgm:cxn modelId="{0DEE064F-3AB2-4088-B93A-C0DAD7BE0321}" type="presParOf" srcId="{AE2676C6-4517-44F3-A00D-CA458DE40AA8}" destId="{51F5998D-83D8-47C7-85B5-9E94661D773F}" srcOrd="2" destOrd="0" presId="urn:microsoft.com/office/officeart/2018/5/layout/IconCircleLabelList"/>
    <dgm:cxn modelId="{4839BA32-A5DB-4714-98D2-F5F7623582BC}" type="presParOf" srcId="{AE2676C6-4517-44F3-A00D-CA458DE40AA8}" destId="{E05FCE70-FCBA-4A05-B154-E5A3CA9AF05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D7FE18E0-01F4-4837-9526-AA1CABC10B7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BAB0098D-E706-4CA5-9CCF-B77BA04794A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Explain defense strategy to executives.</a:t>
          </a:r>
        </a:p>
      </dgm:t>
    </dgm:pt>
    <dgm:pt modelId="{5CBD4770-9DC6-4F79-8129-1AFCF07828B7}" type="parTrans" cxnId="{EAD4BBA0-31B0-436C-B804-63F27AF329E3}">
      <dgm:prSet/>
      <dgm:spPr/>
      <dgm:t>
        <a:bodyPr/>
        <a:lstStyle/>
        <a:p>
          <a:endParaRPr lang="en-US"/>
        </a:p>
      </dgm:t>
    </dgm:pt>
    <dgm:pt modelId="{487C2A19-B3C6-4B51-B17C-950F1CF3E45F}" type="sibTrans" cxnId="{EAD4BBA0-31B0-436C-B804-63F27AF329E3}">
      <dgm:prSet/>
      <dgm:spPr/>
      <dgm:t>
        <a:bodyPr/>
        <a:lstStyle/>
        <a:p>
          <a:endParaRPr lang="en-US"/>
        </a:p>
      </dgm:t>
    </dgm:pt>
    <dgm:pt modelId="{59E46E44-E1F0-4A95-A12D-86027710692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Must explain:</a:t>
          </a:r>
        </a:p>
      </dgm:t>
    </dgm:pt>
    <dgm:pt modelId="{F2CB601C-6AD0-4ECB-B23B-81CF6815568D}" type="parTrans" cxnId="{6DEFD4F0-1619-48C7-9098-4FD703101CDD}">
      <dgm:prSet/>
      <dgm:spPr/>
      <dgm:t>
        <a:bodyPr/>
        <a:lstStyle/>
        <a:p>
          <a:endParaRPr lang="en-US"/>
        </a:p>
      </dgm:t>
    </dgm:pt>
    <dgm:pt modelId="{8FE34DFA-60D2-46CD-8404-FD5790231395}" type="sibTrans" cxnId="{6DEFD4F0-1619-48C7-9098-4FD703101CDD}">
      <dgm:prSet/>
      <dgm:spPr/>
      <dgm:t>
        <a:bodyPr/>
        <a:lstStyle/>
        <a:p>
          <a:endParaRPr lang="en-US"/>
        </a:p>
      </dgm:t>
    </dgm:pt>
    <dgm:pt modelId="{50E98FB3-29C1-4645-B5A9-2B08A699909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Protection strategy</a:t>
          </a:r>
        </a:p>
      </dgm:t>
    </dgm:pt>
    <dgm:pt modelId="{0C9C3BE2-2D4A-4886-BB92-87A5D874D372}" type="parTrans" cxnId="{A63E3ADB-CDFC-4815-8A18-30CDD253561B}">
      <dgm:prSet/>
      <dgm:spPr/>
      <dgm:t>
        <a:bodyPr/>
        <a:lstStyle/>
        <a:p>
          <a:endParaRPr lang="en-US"/>
        </a:p>
      </dgm:t>
    </dgm:pt>
    <dgm:pt modelId="{AE8FF426-8795-4D97-90C1-ACDEA3FFBB3E}" type="sibTrans" cxnId="{A63E3ADB-CDFC-4815-8A18-30CDD253561B}">
      <dgm:prSet/>
      <dgm:spPr/>
      <dgm:t>
        <a:bodyPr/>
        <a:lstStyle/>
        <a:p>
          <a:endParaRPr lang="en-US"/>
        </a:p>
      </dgm:t>
    </dgm:pt>
    <dgm:pt modelId="{7629F856-BDCC-48D2-9EE5-4820B198857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Residual risk</a:t>
          </a:r>
        </a:p>
      </dgm:t>
    </dgm:pt>
    <dgm:pt modelId="{50BDAFE4-8F0E-4AD4-84E1-CC6CC702D403}" type="parTrans" cxnId="{0E0A1C7C-5E42-48E6-9F34-3A63E0216B57}">
      <dgm:prSet/>
      <dgm:spPr/>
      <dgm:t>
        <a:bodyPr/>
        <a:lstStyle/>
        <a:p>
          <a:endParaRPr lang="en-US"/>
        </a:p>
      </dgm:t>
    </dgm:pt>
    <dgm:pt modelId="{2F71C3C1-655B-45AF-BB8A-2B3F93A83896}" type="sibTrans" cxnId="{0E0A1C7C-5E42-48E6-9F34-3A63E0216B57}">
      <dgm:prSet/>
      <dgm:spPr/>
      <dgm:t>
        <a:bodyPr/>
        <a:lstStyle/>
        <a:p>
          <a:endParaRPr lang="en-US"/>
        </a:p>
      </dgm:t>
    </dgm:pt>
    <dgm:pt modelId="{12527FBA-EF91-4311-BE7E-9EBE0D6B457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Response time</a:t>
          </a:r>
        </a:p>
      </dgm:t>
    </dgm:pt>
    <dgm:pt modelId="{4F162C52-3D6A-4002-8D77-BE78D169CF21}" type="parTrans" cxnId="{298B7E1F-8B95-4FD9-9D50-498850AEDE0A}">
      <dgm:prSet/>
      <dgm:spPr/>
      <dgm:t>
        <a:bodyPr/>
        <a:lstStyle/>
        <a:p>
          <a:endParaRPr lang="en-US"/>
        </a:p>
      </dgm:t>
    </dgm:pt>
    <dgm:pt modelId="{1DAE0B37-34FB-45CE-87BF-2AC7A9957F3C}" type="sibTrans" cxnId="{298B7E1F-8B95-4FD9-9D50-498850AEDE0A}">
      <dgm:prSet/>
      <dgm:spPr/>
      <dgm:t>
        <a:bodyPr/>
        <a:lstStyle/>
        <a:p>
          <a:endParaRPr lang="en-US"/>
        </a:p>
      </dgm:t>
    </dgm:pt>
    <dgm:pt modelId="{E197B163-2E34-4F6F-AA03-13A2D13DF35F}" type="pres">
      <dgm:prSet presAssocID="{D7FE18E0-01F4-4837-9526-AA1CABC10B74}" presName="root" presStyleCnt="0">
        <dgm:presLayoutVars>
          <dgm:dir/>
          <dgm:resizeHandles val="exact"/>
        </dgm:presLayoutVars>
      </dgm:prSet>
      <dgm:spPr/>
    </dgm:pt>
    <dgm:pt modelId="{82D95AA3-1FCB-42B1-AB07-8D56E2692975}" type="pres">
      <dgm:prSet presAssocID="{BAB0098D-E706-4CA5-9CCF-B77BA04794A7}" presName="compNode" presStyleCnt="0"/>
      <dgm:spPr/>
    </dgm:pt>
    <dgm:pt modelId="{17860940-A193-498F-B80A-AF89DD6B0066}" type="pres">
      <dgm:prSet presAssocID="{BAB0098D-E706-4CA5-9CCF-B77BA04794A7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BB078C2-0338-4452-804D-6FBF4FECB1F3}" type="pres">
      <dgm:prSet presAssocID="{BAB0098D-E706-4CA5-9CCF-B77BA04794A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526C331-7F37-469F-A29F-1801DF6759D4}" type="pres">
      <dgm:prSet presAssocID="{BAB0098D-E706-4CA5-9CCF-B77BA04794A7}" presName="spaceRect" presStyleCnt="0"/>
      <dgm:spPr/>
    </dgm:pt>
    <dgm:pt modelId="{7AFC5134-9E52-4DE5-AEEC-876F5BDA1C48}" type="pres">
      <dgm:prSet presAssocID="{BAB0098D-E706-4CA5-9CCF-B77BA04794A7}" presName="textRect" presStyleLbl="revTx" presStyleIdx="0" presStyleCnt="5">
        <dgm:presLayoutVars>
          <dgm:chMax val="1"/>
          <dgm:chPref val="1"/>
        </dgm:presLayoutVars>
      </dgm:prSet>
      <dgm:spPr/>
    </dgm:pt>
    <dgm:pt modelId="{1F99B6D9-A5E8-40EC-BC0B-68724C35B255}" type="pres">
      <dgm:prSet presAssocID="{487C2A19-B3C6-4B51-B17C-950F1CF3E45F}" presName="sibTrans" presStyleCnt="0"/>
      <dgm:spPr/>
    </dgm:pt>
    <dgm:pt modelId="{5C702905-CA1E-4E70-A75F-78AB55E33E8E}" type="pres">
      <dgm:prSet presAssocID="{59E46E44-E1F0-4A95-A12D-860277106923}" presName="compNode" presStyleCnt="0"/>
      <dgm:spPr/>
    </dgm:pt>
    <dgm:pt modelId="{BED6AC9D-D42D-4254-B047-89989A405A53}" type="pres">
      <dgm:prSet presAssocID="{59E46E44-E1F0-4A95-A12D-860277106923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8C5875E-C7AA-4B0B-9AB4-3BD7837FB2C2}" type="pres">
      <dgm:prSet presAssocID="{59E46E44-E1F0-4A95-A12D-86027710692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ECFE7FC9-84E0-45C3-9B90-612FED9E8203}" type="pres">
      <dgm:prSet presAssocID="{59E46E44-E1F0-4A95-A12D-860277106923}" presName="spaceRect" presStyleCnt="0"/>
      <dgm:spPr/>
    </dgm:pt>
    <dgm:pt modelId="{136CCEB8-6A6E-4783-B5A6-ACCBE992E793}" type="pres">
      <dgm:prSet presAssocID="{59E46E44-E1F0-4A95-A12D-860277106923}" presName="textRect" presStyleLbl="revTx" presStyleIdx="1" presStyleCnt="5">
        <dgm:presLayoutVars>
          <dgm:chMax val="1"/>
          <dgm:chPref val="1"/>
        </dgm:presLayoutVars>
      </dgm:prSet>
      <dgm:spPr/>
    </dgm:pt>
    <dgm:pt modelId="{71566DAF-62E8-47D3-A776-3B75EF734383}" type="pres">
      <dgm:prSet presAssocID="{8FE34DFA-60D2-46CD-8404-FD5790231395}" presName="sibTrans" presStyleCnt="0"/>
      <dgm:spPr/>
    </dgm:pt>
    <dgm:pt modelId="{5A9571FA-49BB-4C1B-ABB2-AAA4CFA7B495}" type="pres">
      <dgm:prSet presAssocID="{50E98FB3-29C1-4645-B5A9-2B08A6999096}" presName="compNode" presStyleCnt="0"/>
      <dgm:spPr/>
    </dgm:pt>
    <dgm:pt modelId="{A4B4CA81-70F5-46B1-9DD6-330988A56256}" type="pres">
      <dgm:prSet presAssocID="{50E98FB3-29C1-4645-B5A9-2B08A6999096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9DB90C0-C09F-433A-99C5-1ED70E1B5DFA}" type="pres">
      <dgm:prSet presAssocID="{50E98FB3-29C1-4645-B5A9-2B08A699909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0F2BFF4-4861-4F35-94E1-E9BE38C96304}" type="pres">
      <dgm:prSet presAssocID="{50E98FB3-29C1-4645-B5A9-2B08A6999096}" presName="spaceRect" presStyleCnt="0"/>
      <dgm:spPr/>
    </dgm:pt>
    <dgm:pt modelId="{724F0B1B-0C9D-4AFF-B4AF-DDB4C9C0E76F}" type="pres">
      <dgm:prSet presAssocID="{50E98FB3-29C1-4645-B5A9-2B08A6999096}" presName="textRect" presStyleLbl="revTx" presStyleIdx="2" presStyleCnt="5">
        <dgm:presLayoutVars>
          <dgm:chMax val="1"/>
          <dgm:chPref val="1"/>
        </dgm:presLayoutVars>
      </dgm:prSet>
      <dgm:spPr/>
    </dgm:pt>
    <dgm:pt modelId="{62A3CB90-B7A1-4AB7-A708-7A5FD2FF260B}" type="pres">
      <dgm:prSet presAssocID="{AE8FF426-8795-4D97-90C1-ACDEA3FFBB3E}" presName="sibTrans" presStyleCnt="0"/>
      <dgm:spPr/>
    </dgm:pt>
    <dgm:pt modelId="{9AC3ADF7-F4D8-4808-9108-17543A9C60E0}" type="pres">
      <dgm:prSet presAssocID="{7629F856-BDCC-48D2-9EE5-4820B1988573}" presName="compNode" presStyleCnt="0"/>
      <dgm:spPr/>
    </dgm:pt>
    <dgm:pt modelId="{DAFB25C7-97A7-4F82-B268-AD6115BE2E86}" type="pres">
      <dgm:prSet presAssocID="{7629F856-BDCC-48D2-9EE5-4820B1988573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D63884C-FEFB-4500-8F7C-A27CAD9F97A4}" type="pres">
      <dgm:prSet presAssocID="{7629F856-BDCC-48D2-9EE5-4820B198857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02B5F5E-EC57-445F-B950-199C89C8347C}" type="pres">
      <dgm:prSet presAssocID="{7629F856-BDCC-48D2-9EE5-4820B1988573}" presName="spaceRect" presStyleCnt="0"/>
      <dgm:spPr/>
    </dgm:pt>
    <dgm:pt modelId="{7ED432B0-B499-4EE7-B0F5-A9BB69E43C01}" type="pres">
      <dgm:prSet presAssocID="{7629F856-BDCC-48D2-9EE5-4820B1988573}" presName="textRect" presStyleLbl="revTx" presStyleIdx="3" presStyleCnt="5">
        <dgm:presLayoutVars>
          <dgm:chMax val="1"/>
          <dgm:chPref val="1"/>
        </dgm:presLayoutVars>
      </dgm:prSet>
      <dgm:spPr/>
    </dgm:pt>
    <dgm:pt modelId="{F2194495-E4DF-47F0-93D0-92275F937006}" type="pres">
      <dgm:prSet presAssocID="{2F71C3C1-655B-45AF-BB8A-2B3F93A83896}" presName="sibTrans" presStyleCnt="0"/>
      <dgm:spPr/>
    </dgm:pt>
    <dgm:pt modelId="{68CB8381-B3F5-4694-B4BC-5F605D52D321}" type="pres">
      <dgm:prSet presAssocID="{12527FBA-EF91-4311-BE7E-9EBE0D6B457C}" presName="compNode" presStyleCnt="0"/>
      <dgm:spPr/>
    </dgm:pt>
    <dgm:pt modelId="{D9745352-DAEA-452E-A7DA-D5DA82821E07}" type="pres">
      <dgm:prSet presAssocID="{12527FBA-EF91-4311-BE7E-9EBE0D6B457C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3C3B34A-5100-42ED-81C9-8C26532192FB}" type="pres">
      <dgm:prSet presAssocID="{12527FBA-EF91-4311-BE7E-9EBE0D6B457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793CAFB-2298-4872-A0CA-38C00A4A8582}" type="pres">
      <dgm:prSet presAssocID="{12527FBA-EF91-4311-BE7E-9EBE0D6B457C}" presName="spaceRect" presStyleCnt="0"/>
      <dgm:spPr/>
    </dgm:pt>
    <dgm:pt modelId="{4B8DB6D0-1BE4-44E2-B524-C95A3866D2F6}" type="pres">
      <dgm:prSet presAssocID="{12527FBA-EF91-4311-BE7E-9EBE0D6B457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FF65B10-ED24-4A39-B89C-0E163D71BA52}" type="presOf" srcId="{50E98FB3-29C1-4645-B5A9-2B08A6999096}" destId="{724F0B1B-0C9D-4AFF-B4AF-DDB4C9C0E76F}" srcOrd="0" destOrd="0" presId="urn:microsoft.com/office/officeart/2018/5/layout/IconLeafLabelList"/>
    <dgm:cxn modelId="{298B7E1F-8B95-4FD9-9D50-498850AEDE0A}" srcId="{D7FE18E0-01F4-4837-9526-AA1CABC10B74}" destId="{12527FBA-EF91-4311-BE7E-9EBE0D6B457C}" srcOrd="4" destOrd="0" parTransId="{4F162C52-3D6A-4002-8D77-BE78D169CF21}" sibTransId="{1DAE0B37-34FB-45CE-87BF-2AC7A9957F3C}"/>
    <dgm:cxn modelId="{B124D936-88E4-4931-924C-20929CB09D1C}" type="presOf" srcId="{59E46E44-E1F0-4A95-A12D-860277106923}" destId="{136CCEB8-6A6E-4783-B5A6-ACCBE992E793}" srcOrd="0" destOrd="0" presId="urn:microsoft.com/office/officeart/2018/5/layout/IconLeafLabelList"/>
    <dgm:cxn modelId="{7270676F-9201-4B1F-B2CB-1920BCBEB50D}" type="presOf" srcId="{7629F856-BDCC-48D2-9EE5-4820B1988573}" destId="{7ED432B0-B499-4EE7-B0F5-A9BB69E43C01}" srcOrd="0" destOrd="0" presId="urn:microsoft.com/office/officeart/2018/5/layout/IconLeafLabelList"/>
    <dgm:cxn modelId="{A0BEB057-4018-4950-B365-951A416FAE96}" type="presOf" srcId="{12527FBA-EF91-4311-BE7E-9EBE0D6B457C}" destId="{4B8DB6D0-1BE4-44E2-B524-C95A3866D2F6}" srcOrd="0" destOrd="0" presId="urn:microsoft.com/office/officeart/2018/5/layout/IconLeafLabelList"/>
    <dgm:cxn modelId="{0E0A1C7C-5E42-48E6-9F34-3A63E0216B57}" srcId="{D7FE18E0-01F4-4837-9526-AA1CABC10B74}" destId="{7629F856-BDCC-48D2-9EE5-4820B1988573}" srcOrd="3" destOrd="0" parTransId="{50BDAFE4-8F0E-4AD4-84E1-CC6CC702D403}" sibTransId="{2F71C3C1-655B-45AF-BB8A-2B3F93A83896}"/>
    <dgm:cxn modelId="{8139069B-602B-4DF4-94ED-A2C885A92128}" type="presOf" srcId="{BAB0098D-E706-4CA5-9CCF-B77BA04794A7}" destId="{7AFC5134-9E52-4DE5-AEEC-876F5BDA1C48}" srcOrd="0" destOrd="0" presId="urn:microsoft.com/office/officeart/2018/5/layout/IconLeafLabelList"/>
    <dgm:cxn modelId="{EAD4BBA0-31B0-436C-B804-63F27AF329E3}" srcId="{D7FE18E0-01F4-4837-9526-AA1CABC10B74}" destId="{BAB0098D-E706-4CA5-9CCF-B77BA04794A7}" srcOrd="0" destOrd="0" parTransId="{5CBD4770-9DC6-4F79-8129-1AFCF07828B7}" sibTransId="{487C2A19-B3C6-4B51-B17C-950F1CF3E45F}"/>
    <dgm:cxn modelId="{046184D5-9D54-44A0-B29D-CDDAECDC6E47}" type="presOf" srcId="{D7FE18E0-01F4-4837-9526-AA1CABC10B74}" destId="{E197B163-2E34-4F6F-AA03-13A2D13DF35F}" srcOrd="0" destOrd="0" presId="urn:microsoft.com/office/officeart/2018/5/layout/IconLeafLabelList"/>
    <dgm:cxn modelId="{A63E3ADB-CDFC-4815-8A18-30CDD253561B}" srcId="{D7FE18E0-01F4-4837-9526-AA1CABC10B74}" destId="{50E98FB3-29C1-4645-B5A9-2B08A6999096}" srcOrd="2" destOrd="0" parTransId="{0C9C3BE2-2D4A-4886-BB92-87A5D874D372}" sibTransId="{AE8FF426-8795-4D97-90C1-ACDEA3FFBB3E}"/>
    <dgm:cxn modelId="{6DEFD4F0-1619-48C7-9098-4FD703101CDD}" srcId="{D7FE18E0-01F4-4837-9526-AA1CABC10B74}" destId="{59E46E44-E1F0-4A95-A12D-860277106923}" srcOrd="1" destOrd="0" parTransId="{F2CB601C-6AD0-4ECB-B23B-81CF6815568D}" sibTransId="{8FE34DFA-60D2-46CD-8404-FD5790231395}"/>
    <dgm:cxn modelId="{425445F2-C2CA-4A9F-95A0-A16996C2FFCF}" type="presParOf" srcId="{E197B163-2E34-4F6F-AA03-13A2D13DF35F}" destId="{82D95AA3-1FCB-42B1-AB07-8D56E2692975}" srcOrd="0" destOrd="0" presId="urn:microsoft.com/office/officeart/2018/5/layout/IconLeafLabelList"/>
    <dgm:cxn modelId="{B94E5374-798A-47D4-A122-E7CF7572DA8A}" type="presParOf" srcId="{82D95AA3-1FCB-42B1-AB07-8D56E2692975}" destId="{17860940-A193-498F-B80A-AF89DD6B0066}" srcOrd="0" destOrd="0" presId="urn:microsoft.com/office/officeart/2018/5/layout/IconLeafLabelList"/>
    <dgm:cxn modelId="{3E14C4F1-5F86-4A37-B355-949B10ECC259}" type="presParOf" srcId="{82D95AA3-1FCB-42B1-AB07-8D56E2692975}" destId="{CBB078C2-0338-4452-804D-6FBF4FECB1F3}" srcOrd="1" destOrd="0" presId="urn:microsoft.com/office/officeart/2018/5/layout/IconLeafLabelList"/>
    <dgm:cxn modelId="{A5407242-E599-4F1F-9CC9-D5BC1303148A}" type="presParOf" srcId="{82D95AA3-1FCB-42B1-AB07-8D56E2692975}" destId="{8526C331-7F37-469F-A29F-1801DF6759D4}" srcOrd="2" destOrd="0" presId="urn:microsoft.com/office/officeart/2018/5/layout/IconLeafLabelList"/>
    <dgm:cxn modelId="{8A49987D-4C61-44D0-814A-5A55C45BE258}" type="presParOf" srcId="{82D95AA3-1FCB-42B1-AB07-8D56E2692975}" destId="{7AFC5134-9E52-4DE5-AEEC-876F5BDA1C48}" srcOrd="3" destOrd="0" presId="urn:microsoft.com/office/officeart/2018/5/layout/IconLeafLabelList"/>
    <dgm:cxn modelId="{4DDBF989-3E76-49E7-B92E-3B68506E4396}" type="presParOf" srcId="{E197B163-2E34-4F6F-AA03-13A2D13DF35F}" destId="{1F99B6D9-A5E8-40EC-BC0B-68724C35B255}" srcOrd="1" destOrd="0" presId="urn:microsoft.com/office/officeart/2018/5/layout/IconLeafLabelList"/>
    <dgm:cxn modelId="{60A54674-2EBA-4CDB-A95B-EB9528E9657F}" type="presParOf" srcId="{E197B163-2E34-4F6F-AA03-13A2D13DF35F}" destId="{5C702905-CA1E-4E70-A75F-78AB55E33E8E}" srcOrd="2" destOrd="0" presId="urn:microsoft.com/office/officeart/2018/5/layout/IconLeafLabelList"/>
    <dgm:cxn modelId="{44481611-897E-4041-8E49-CB9A30789293}" type="presParOf" srcId="{5C702905-CA1E-4E70-A75F-78AB55E33E8E}" destId="{BED6AC9D-D42D-4254-B047-89989A405A53}" srcOrd="0" destOrd="0" presId="urn:microsoft.com/office/officeart/2018/5/layout/IconLeafLabelList"/>
    <dgm:cxn modelId="{DB741669-E6DE-4C58-A189-861907B5F207}" type="presParOf" srcId="{5C702905-CA1E-4E70-A75F-78AB55E33E8E}" destId="{28C5875E-C7AA-4B0B-9AB4-3BD7837FB2C2}" srcOrd="1" destOrd="0" presId="urn:microsoft.com/office/officeart/2018/5/layout/IconLeafLabelList"/>
    <dgm:cxn modelId="{FB6F0CEB-DE69-414F-BB32-B843312FE562}" type="presParOf" srcId="{5C702905-CA1E-4E70-A75F-78AB55E33E8E}" destId="{ECFE7FC9-84E0-45C3-9B90-612FED9E8203}" srcOrd="2" destOrd="0" presId="urn:microsoft.com/office/officeart/2018/5/layout/IconLeafLabelList"/>
    <dgm:cxn modelId="{F2F92C48-B3E8-453A-BB2A-82504779D9A5}" type="presParOf" srcId="{5C702905-CA1E-4E70-A75F-78AB55E33E8E}" destId="{136CCEB8-6A6E-4783-B5A6-ACCBE992E793}" srcOrd="3" destOrd="0" presId="urn:microsoft.com/office/officeart/2018/5/layout/IconLeafLabelList"/>
    <dgm:cxn modelId="{1D9277E9-39A0-4507-9CDF-52956C32B3BB}" type="presParOf" srcId="{E197B163-2E34-4F6F-AA03-13A2D13DF35F}" destId="{71566DAF-62E8-47D3-A776-3B75EF734383}" srcOrd="3" destOrd="0" presId="urn:microsoft.com/office/officeart/2018/5/layout/IconLeafLabelList"/>
    <dgm:cxn modelId="{2158D5B7-A56B-484D-AB55-7922B465480C}" type="presParOf" srcId="{E197B163-2E34-4F6F-AA03-13A2D13DF35F}" destId="{5A9571FA-49BB-4C1B-ABB2-AAA4CFA7B495}" srcOrd="4" destOrd="0" presId="urn:microsoft.com/office/officeart/2018/5/layout/IconLeafLabelList"/>
    <dgm:cxn modelId="{5EDC8B89-2156-49A2-90EC-3FC472289DDD}" type="presParOf" srcId="{5A9571FA-49BB-4C1B-ABB2-AAA4CFA7B495}" destId="{A4B4CA81-70F5-46B1-9DD6-330988A56256}" srcOrd="0" destOrd="0" presId="urn:microsoft.com/office/officeart/2018/5/layout/IconLeafLabelList"/>
    <dgm:cxn modelId="{DFD95C84-0203-4762-985C-BA0ECF789812}" type="presParOf" srcId="{5A9571FA-49BB-4C1B-ABB2-AAA4CFA7B495}" destId="{59DB90C0-C09F-433A-99C5-1ED70E1B5DFA}" srcOrd="1" destOrd="0" presId="urn:microsoft.com/office/officeart/2018/5/layout/IconLeafLabelList"/>
    <dgm:cxn modelId="{7A1D7A6E-AD31-4B5C-AEAE-E86413574335}" type="presParOf" srcId="{5A9571FA-49BB-4C1B-ABB2-AAA4CFA7B495}" destId="{70F2BFF4-4861-4F35-94E1-E9BE38C96304}" srcOrd="2" destOrd="0" presId="urn:microsoft.com/office/officeart/2018/5/layout/IconLeafLabelList"/>
    <dgm:cxn modelId="{EB939702-B9C0-4239-AC85-32A5D7D44F4E}" type="presParOf" srcId="{5A9571FA-49BB-4C1B-ABB2-AAA4CFA7B495}" destId="{724F0B1B-0C9D-4AFF-B4AF-DDB4C9C0E76F}" srcOrd="3" destOrd="0" presId="urn:microsoft.com/office/officeart/2018/5/layout/IconLeafLabelList"/>
    <dgm:cxn modelId="{6C7FADB2-D778-49E4-B425-470437778FB9}" type="presParOf" srcId="{E197B163-2E34-4F6F-AA03-13A2D13DF35F}" destId="{62A3CB90-B7A1-4AB7-A708-7A5FD2FF260B}" srcOrd="5" destOrd="0" presId="urn:microsoft.com/office/officeart/2018/5/layout/IconLeafLabelList"/>
    <dgm:cxn modelId="{B6884141-A9B9-43F6-8E6C-0BCAC55AA164}" type="presParOf" srcId="{E197B163-2E34-4F6F-AA03-13A2D13DF35F}" destId="{9AC3ADF7-F4D8-4808-9108-17543A9C60E0}" srcOrd="6" destOrd="0" presId="urn:microsoft.com/office/officeart/2018/5/layout/IconLeafLabelList"/>
    <dgm:cxn modelId="{64AD1EB0-E33F-4F8D-BFB0-9A601694B545}" type="presParOf" srcId="{9AC3ADF7-F4D8-4808-9108-17543A9C60E0}" destId="{DAFB25C7-97A7-4F82-B268-AD6115BE2E86}" srcOrd="0" destOrd="0" presId="urn:microsoft.com/office/officeart/2018/5/layout/IconLeafLabelList"/>
    <dgm:cxn modelId="{142273F4-C3D0-4457-B509-2B10DF404C9D}" type="presParOf" srcId="{9AC3ADF7-F4D8-4808-9108-17543A9C60E0}" destId="{0D63884C-FEFB-4500-8F7C-A27CAD9F97A4}" srcOrd="1" destOrd="0" presId="urn:microsoft.com/office/officeart/2018/5/layout/IconLeafLabelList"/>
    <dgm:cxn modelId="{2C6543D0-E616-4B4A-BA76-3183789E8350}" type="presParOf" srcId="{9AC3ADF7-F4D8-4808-9108-17543A9C60E0}" destId="{C02B5F5E-EC57-445F-B950-199C89C8347C}" srcOrd="2" destOrd="0" presId="urn:microsoft.com/office/officeart/2018/5/layout/IconLeafLabelList"/>
    <dgm:cxn modelId="{6CE8A3AE-41D0-46DA-9A21-66771CEBD6BC}" type="presParOf" srcId="{9AC3ADF7-F4D8-4808-9108-17543A9C60E0}" destId="{7ED432B0-B499-4EE7-B0F5-A9BB69E43C01}" srcOrd="3" destOrd="0" presId="urn:microsoft.com/office/officeart/2018/5/layout/IconLeafLabelList"/>
    <dgm:cxn modelId="{ECC36574-1A51-4D84-B829-3FAC94DEDCC0}" type="presParOf" srcId="{E197B163-2E34-4F6F-AA03-13A2D13DF35F}" destId="{F2194495-E4DF-47F0-93D0-92275F937006}" srcOrd="7" destOrd="0" presId="urn:microsoft.com/office/officeart/2018/5/layout/IconLeafLabelList"/>
    <dgm:cxn modelId="{094F3EC8-2BC2-41CC-8F83-57B29E8DD799}" type="presParOf" srcId="{E197B163-2E34-4F6F-AA03-13A2D13DF35F}" destId="{68CB8381-B3F5-4694-B4BC-5F605D52D321}" srcOrd="8" destOrd="0" presId="urn:microsoft.com/office/officeart/2018/5/layout/IconLeafLabelList"/>
    <dgm:cxn modelId="{FDE6C05B-BB24-4B73-ABDA-C7D07A7C69E8}" type="presParOf" srcId="{68CB8381-B3F5-4694-B4BC-5F605D52D321}" destId="{D9745352-DAEA-452E-A7DA-D5DA82821E07}" srcOrd="0" destOrd="0" presId="urn:microsoft.com/office/officeart/2018/5/layout/IconLeafLabelList"/>
    <dgm:cxn modelId="{93A734A9-4DEC-4205-B161-DF399538095B}" type="presParOf" srcId="{68CB8381-B3F5-4694-B4BC-5F605D52D321}" destId="{73C3B34A-5100-42ED-81C9-8C26532192FB}" srcOrd="1" destOrd="0" presId="urn:microsoft.com/office/officeart/2018/5/layout/IconLeafLabelList"/>
    <dgm:cxn modelId="{5EC97973-494A-45BC-8D8A-C11E7B4529CE}" type="presParOf" srcId="{68CB8381-B3F5-4694-B4BC-5F605D52D321}" destId="{A793CAFB-2298-4872-A0CA-38C00A4A8582}" srcOrd="2" destOrd="0" presId="urn:microsoft.com/office/officeart/2018/5/layout/IconLeafLabelList"/>
    <dgm:cxn modelId="{272C80F2-C046-478E-8A9D-C59149DFB2A0}" type="presParOf" srcId="{68CB8381-B3F5-4694-B4BC-5F605D52D321}" destId="{4B8DB6D0-1BE4-44E2-B524-C95A3866D2F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73589C1-2FCF-4911-9BD2-D7BA0B1714C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C70384E-C313-491B-95DA-4D398540F31C}">
      <dgm:prSet/>
      <dgm:spPr/>
      <dgm:t>
        <a:bodyPr/>
        <a:lstStyle/>
        <a:p>
          <a:pPr>
            <a:defRPr cap="all"/>
          </a:pPr>
          <a:r>
            <a:rPr lang="en-US"/>
            <a:t>What caused confusion?</a:t>
          </a:r>
        </a:p>
      </dgm:t>
    </dgm:pt>
    <dgm:pt modelId="{D0E9B44F-576A-4F44-B935-A9CB1EF0B857}" type="parTrans" cxnId="{D1F6040D-0FEB-485D-9667-0F13B66CBD1D}">
      <dgm:prSet/>
      <dgm:spPr/>
      <dgm:t>
        <a:bodyPr/>
        <a:lstStyle/>
        <a:p>
          <a:endParaRPr lang="en-US"/>
        </a:p>
      </dgm:t>
    </dgm:pt>
    <dgm:pt modelId="{1F8D23D5-F463-47C1-B691-35682B23D90C}" type="sibTrans" cxnId="{D1F6040D-0FEB-485D-9667-0F13B66CBD1D}">
      <dgm:prSet/>
      <dgm:spPr/>
      <dgm:t>
        <a:bodyPr/>
        <a:lstStyle/>
        <a:p>
          <a:endParaRPr lang="en-US"/>
        </a:p>
      </dgm:t>
    </dgm:pt>
    <dgm:pt modelId="{9947E6BE-C462-41EC-A2D1-0E6E5487797D}">
      <dgm:prSet/>
      <dgm:spPr/>
      <dgm:t>
        <a:bodyPr/>
        <a:lstStyle/>
        <a:p>
          <a:pPr>
            <a:defRPr cap="all"/>
          </a:pPr>
          <a:r>
            <a:rPr lang="en-US"/>
            <a:t>What message was unclear?</a:t>
          </a:r>
        </a:p>
      </dgm:t>
    </dgm:pt>
    <dgm:pt modelId="{5BF39C2C-32ED-4410-9AD3-06490AB91BCF}" type="parTrans" cxnId="{83849A41-414C-4A0E-ACBB-795C5E792DBB}">
      <dgm:prSet/>
      <dgm:spPr/>
      <dgm:t>
        <a:bodyPr/>
        <a:lstStyle/>
        <a:p>
          <a:endParaRPr lang="en-US"/>
        </a:p>
      </dgm:t>
    </dgm:pt>
    <dgm:pt modelId="{C251C892-E44B-4B46-9B50-745038C7904C}" type="sibTrans" cxnId="{83849A41-414C-4A0E-ACBB-795C5E792DBB}">
      <dgm:prSet/>
      <dgm:spPr/>
      <dgm:t>
        <a:bodyPr/>
        <a:lstStyle/>
        <a:p>
          <a:endParaRPr lang="en-US"/>
        </a:p>
      </dgm:t>
    </dgm:pt>
    <dgm:pt modelId="{8B923ACF-0CFD-4030-800C-804EDB18A283}">
      <dgm:prSet/>
      <dgm:spPr/>
      <dgm:t>
        <a:bodyPr/>
        <a:lstStyle/>
        <a:p>
          <a:pPr>
            <a:defRPr cap="all"/>
          </a:pPr>
          <a:r>
            <a:rPr lang="en-US"/>
            <a:t>Who controlled communication?</a:t>
          </a:r>
        </a:p>
      </dgm:t>
    </dgm:pt>
    <dgm:pt modelId="{B68B358C-CB95-4449-A0C6-D98848CC5028}" type="parTrans" cxnId="{F7D2B44F-FD0D-475F-88D2-A16A9BFAA979}">
      <dgm:prSet/>
      <dgm:spPr/>
      <dgm:t>
        <a:bodyPr/>
        <a:lstStyle/>
        <a:p>
          <a:endParaRPr lang="en-US"/>
        </a:p>
      </dgm:t>
    </dgm:pt>
    <dgm:pt modelId="{5AA3694D-8A92-49B7-96D7-009856AAC2AF}" type="sibTrans" cxnId="{F7D2B44F-FD0D-475F-88D2-A16A9BFAA979}">
      <dgm:prSet/>
      <dgm:spPr/>
      <dgm:t>
        <a:bodyPr/>
        <a:lstStyle/>
        <a:p>
          <a:endParaRPr lang="en-US"/>
        </a:p>
      </dgm:t>
    </dgm:pt>
    <dgm:pt modelId="{096B24EF-C404-4F7F-AC4F-774AD95BD674}">
      <dgm:prSet/>
      <dgm:spPr/>
      <dgm:t>
        <a:bodyPr/>
        <a:lstStyle/>
        <a:p>
          <a:pPr>
            <a:defRPr cap="all"/>
          </a:pPr>
          <a:r>
            <a:rPr lang="en-US"/>
            <a:t>What would real company do differently?</a:t>
          </a:r>
        </a:p>
      </dgm:t>
    </dgm:pt>
    <dgm:pt modelId="{86BB6587-06BC-4754-B54F-618198E5DBB5}" type="parTrans" cxnId="{6FEB77BE-32D7-4464-81F7-498EB6554D08}">
      <dgm:prSet/>
      <dgm:spPr/>
      <dgm:t>
        <a:bodyPr/>
        <a:lstStyle/>
        <a:p>
          <a:endParaRPr lang="en-US"/>
        </a:p>
      </dgm:t>
    </dgm:pt>
    <dgm:pt modelId="{BB1E5122-7347-4B9B-934A-6978AF7A569B}" type="sibTrans" cxnId="{6FEB77BE-32D7-4464-81F7-498EB6554D08}">
      <dgm:prSet/>
      <dgm:spPr/>
      <dgm:t>
        <a:bodyPr/>
        <a:lstStyle/>
        <a:p>
          <a:endParaRPr lang="en-US"/>
        </a:p>
      </dgm:t>
    </dgm:pt>
    <dgm:pt modelId="{BB0B0135-BA49-437E-8D2C-775D0B2C5081}" type="pres">
      <dgm:prSet presAssocID="{E73589C1-2FCF-4911-9BD2-D7BA0B1714C0}" presName="root" presStyleCnt="0">
        <dgm:presLayoutVars>
          <dgm:dir/>
          <dgm:resizeHandles val="exact"/>
        </dgm:presLayoutVars>
      </dgm:prSet>
      <dgm:spPr/>
    </dgm:pt>
    <dgm:pt modelId="{693FA9B8-06E0-4658-94E8-C9847B0F7A13}" type="pres">
      <dgm:prSet presAssocID="{2C70384E-C313-491B-95DA-4D398540F31C}" presName="compNode" presStyleCnt="0"/>
      <dgm:spPr/>
    </dgm:pt>
    <dgm:pt modelId="{D0CFD410-1A5E-47B1-BAAD-E8AC5CF3313C}" type="pres">
      <dgm:prSet presAssocID="{2C70384E-C313-491B-95DA-4D398540F31C}" presName="iconBgRect" presStyleLbl="bgShp" presStyleIdx="0" presStyleCnt="4"/>
      <dgm:spPr/>
    </dgm:pt>
    <dgm:pt modelId="{537420BF-BE18-4411-BFF4-744195925C6B}" type="pres">
      <dgm:prSet presAssocID="{2C70384E-C313-491B-95DA-4D398540F3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58898D68-0B69-4BA0-B6F1-D8F45D5B2007}" type="pres">
      <dgm:prSet presAssocID="{2C70384E-C313-491B-95DA-4D398540F31C}" presName="spaceRect" presStyleCnt="0"/>
      <dgm:spPr/>
    </dgm:pt>
    <dgm:pt modelId="{782ED959-8F09-43F1-9B57-6752C616935E}" type="pres">
      <dgm:prSet presAssocID="{2C70384E-C313-491B-95DA-4D398540F31C}" presName="textRect" presStyleLbl="revTx" presStyleIdx="0" presStyleCnt="4">
        <dgm:presLayoutVars>
          <dgm:chMax val="1"/>
          <dgm:chPref val="1"/>
        </dgm:presLayoutVars>
      </dgm:prSet>
      <dgm:spPr/>
    </dgm:pt>
    <dgm:pt modelId="{A318A1EF-BDFF-4D75-99BB-37394CF7F16C}" type="pres">
      <dgm:prSet presAssocID="{1F8D23D5-F463-47C1-B691-35682B23D90C}" presName="sibTrans" presStyleCnt="0"/>
      <dgm:spPr/>
    </dgm:pt>
    <dgm:pt modelId="{FAADD173-ED11-442C-A179-56FF824D7B89}" type="pres">
      <dgm:prSet presAssocID="{9947E6BE-C462-41EC-A2D1-0E6E5487797D}" presName="compNode" presStyleCnt="0"/>
      <dgm:spPr/>
    </dgm:pt>
    <dgm:pt modelId="{847F63EA-385E-4A50-A412-3AC3CD2F5D5D}" type="pres">
      <dgm:prSet presAssocID="{9947E6BE-C462-41EC-A2D1-0E6E5487797D}" presName="iconBgRect" presStyleLbl="bgShp" presStyleIdx="1" presStyleCnt="4"/>
      <dgm:spPr/>
    </dgm:pt>
    <dgm:pt modelId="{62853822-B74B-404A-95E7-3F28DA7E1A87}" type="pres">
      <dgm:prSet presAssocID="{9947E6BE-C462-41EC-A2D1-0E6E5487797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A9BF698A-04C7-4D93-8F85-FCFA6D3C6858}" type="pres">
      <dgm:prSet presAssocID="{9947E6BE-C462-41EC-A2D1-0E6E5487797D}" presName="spaceRect" presStyleCnt="0"/>
      <dgm:spPr/>
    </dgm:pt>
    <dgm:pt modelId="{29701553-87EE-4E8F-BB3E-CE1792D55CF0}" type="pres">
      <dgm:prSet presAssocID="{9947E6BE-C462-41EC-A2D1-0E6E5487797D}" presName="textRect" presStyleLbl="revTx" presStyleIdx="1" presStyleCnt="4">
        <dgm:presLayoutVars>
          <dgm:chMax val="1"/>
          <dgm:chPref val="1"/>
        </dgm:presLayoutVars>
      </dgm:prSet>
      <dgm:spPr/>
    </dgm:pt>
    <dgm:pt modelId="{B28DEDEE-3263-4F03-A899-E427D035F768}" type="pres">
      <dgm:prSet presAssocID="{C251C892-E44B-4B46-9B50-745038C7904C}" presName="sibTrans" presStyleCnt="0"/>
      <dgm:spPr/>
    </dgm:pt>
    <dgm:pt modelId="{A096B9CB-166C-4249-8A10-7988A5DBC3EE}" type="pres">
      <dgm:prSet presAssocID="{8B923ACF-0CFD-4030-800C-804EDB18A283}" presName="compNode" presStyleCnt="0"/>
      <dgm:spPr/>
    </dgm:pt>
    <dgm:pt modelId="{DD02F1DF-FB4E-4CC8-8AF8-6AFA6BAFE47C}" type="pres">
      <dgm:prSet presAssocID="{8B923ACF-0CFD-4030-800C-804EDB18A283}" presName="iconBgRect" presStyleLbl="bgShp" presStyleIdx="2" presStyleCnt="4"/>
      <dgm:spPr/>
    </dgm:pt>
    <dgm:pt modelId="{5DC329DF-054C-4B5C-9E59-581D619B61D8}" type="pres">
      <dgm:prSet presAssocID="{8B923ACF-0CFD-4030-800C-804EDB18A28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BFB65A8-82DC-4117-8390-3101B74A1AF8}" type="pres">
      <dgm:prSet presAssocID="{8B923ACF-0CFD-4030-800C-804EDB18A283}" presName="spaceRect" presStyleCnt="0"/>
      <dgm:spPr/>
    </dgm:pt>
    <dgm:pt modelId="{6522F1F0-1A82-4593-BAFC-2D48497FDE0A}" type="pres">
      <dgm:prSet presAssocID="{8B923ACF-0CFD-4030-800C-804EDB18A283}" presName="textRect" presStyleLbl="revTx" presStyleIdx="2" presStyleCnt="4">
        <dgm:presLayoutVars>
          <dgm:chMax val="1"/>
          <dgm:chPref val="1"/>
        </dgm:presLayoutVars>
      </dgm:prSet>
      <dgm:spPr/>
    </dgm:pt>
    <dgm:pt modelId="{16FE1557-3A46-4978-9B43-1EDE719F0F6A}" type="pres">
      <dgm:prSet presAssocID="{5AA3694D-8A92-49B7-96D7-009856AAC2AF}" presName="sibTrans" presStyleCnt="0"/>
      <dgm:spPr/>
    </dgm:pt>
    <dgm:pt modelId="{02B39991-2AC2-40EE-AE22-3CDDEFDE88EB}" type="pres">
      <dgm:prSet presAssocID="{096B24EF-C404-4F7F-AC4F-774AD95BD674}" presName="compNode" presStyleCnt="0"/>
      <dgm:spPr/>
    </dgm:pt>
    <dgm:pt modelId="{58510FAC-2179-46B0-8BC4-9A72D0787C1D}" type="pres">
      <dgm:prSet presAssocID="{096B24EF-C404-4F7F-AC4F-774AD95BD674}" presName="iconBgRect" presStyleLbl="bgShp" presStyleIdx="3" presStyleCnt="4"/>
      <dgm:spPr/>
    </dgm:pt>
    <dgm:pt modelId="{66B47183-E7AD-4BA4-828A-26C9EA6DEC1A}" type="pres">
      <dgm:prSet presAssocID="{096B24EF-C404-4F7F-AC4F-774AD95BD67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23791F08-E986-47B6-BE43-1FBED8E750CA}" type="pres">
      <dgm:prSet presAssocID="{096B24EF-C404-4F7F-AC4F-774AD95BD674}" presName="spaceRect" presStyleCnt="0"/>
      <dgm:spPr/>
    </dgm:pt>
    <dgm:pt modelId="{50711A2C-365F-4B4F-92F7-B84A77440B66}" type="pres">
      <dgm:prSet presAssocID="{096B24EF-C404-4F7F-AC4F-774AD95BD67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97AB409-FDFA-472F-BDD0-8D781FC74EB8}" type="presOf" srcId="{8B923ACF-0CFD-4030-800C-804EDB18A283}" destId="{6522F1F0-1A82-4593-BAFC-2D48497FDE0A}" srcOrd="0" destOrd="0" presId="urn:microsoft.com/office/officeart/2018/5/layout/IconCircleLabelList"/>
    <dgm:cxn modelId="{D1F6040D-0FEB-485D-9667-0F13B66CBD1D}" srcId="{E73589C1-2FCF-4911-9BD2-D7BA0B1714C0}" destId="{2C70384E-C313-491B-95DA-4D398540F31C}" srcOrd="0" destOrd="0" parTransId="{D0E9B44F-576A-4F44-B935-A9CB1EF0B857}" sibTransId="{1F8D23D5-F463-47C1-B691-35682B23D90C}"/>
    <dgm:cxn modelId="{C06B231B-1ED7-42C8-BAF8-AE96C4B5B1B6}" type="presOf" srcId="{E73589C1-2FCF-4911-9BD2-D7BA0B1714C0}" destId="{BB0B0135-BA49-437E-8D2C-775D0B2C5081}" srcOrd="0" destOrd="0" presId="urn:microsoft.com/office/officeart/2018/5/layout/IconCircleLabelList"/>
    <dgm:cxn modelId="{99FA013F-E4E6-4811-B176-FD16B7E358BE}" type="presOf" srcId="{2C70384E-C313-491B-95DA-4D398540F31C}" destId="{782ED959-8F09-43F1-9B57-6752C616935E}" srcOrd="0" destOrd="0" presId="urn:microsoft.com/office/officeart/2018/5/layout/IconCircleLabelList"/>
    <dgm:cxn modelId="{83849A41-414C-4A0E-ACBB-795C5E792DBB}" srcId="{E73589C1-2FCF-4911-9BD2-D7BA0B1714C0}" destId="{9947E6BE-C462-41EC-A2D1-0E6E5487797D}" srcOrd="1" destOrd="0" parTransId="{5BF39C2C-32ED-4410-9AD3-06490AB91BCF}" sibTransId="{C251C892-E44B-4B46-9B50-745038C7904C}"/>
    <dgm:cxn modelId="{2A2A036F-6278-4856-866D-D36285B56434}" type="presOf" srcId="{9947E6BE-C462-41EC-A2D1-0E6E5487797D}" destId="{29701553-87EE-4E8F-BB3E-CE1792D55CF0}" srcOrd="0" destOrd="0" presId="urn:microsoft.com/office/officeart/2018/5/layout/IconCircleLabelList"/>
    <dgm:cxn modelId="{F7D2B44F-FD0D-475F-88D2-A16A9BFAA979}" srcId="{E73589C1-2FCF-4911-9BD2-D7BA0B1714C0}" destId="{8B923ACF-0CFD-4030-800C-804EDB18A283}" srcOrd="2" destOrd="0" parTransId="{B68B358C-CB95-4449-A0C6-D98848CC5028}" sibTransId="{5AA3694D-8A92-49B7-96D7-009856AAC2AF}"/>
    <dgm:cxn modelId="{7BD0EE58-F6AA-459F-9179-08BD0E22B7E4}" type="presOf" srcId="{096B24EF-C404-4F7F-AC4F-774AD95BD674}" destId="{50711A2C-365F-4B4F-92F7-B84A77440B66}" srcOrd="0" destOrd="0" presId="urn:microsoft.com/office/officeart/2018/5/layout/IconCircleLabelList"/>
    <dgm:cxn modelId="{6FEB77BE-32D7-4464-81F7-498EB6554D08}" srcId="{E73589C1-2FCF-4911-9BD2-D7BA0B1714C0}" destId="{096B24EF-C404-4F7F-AC4F-774AD95BD674}" srcOrd="3" destOrd="0" parTransId="{86BB6587-06BC-4754-B54F-618198E5DBB5}" sibTransId="{BB1E5122-7347-4B9B-934A-6978AF7A569B}"/>
    <dgm:cxn modelId="{E2C9F793-B114-4A27-BA49-FC911E4436ED}" type="presParOf" srcId="{BB0B0135-BA49-437E-8D2C-775D0B2C5081}" destId="{693FA9B8-06E0-4658-94E8-C9847B0F7A13}" srcOrd="0" destOrd="0" presId="urn:microsoft.com/office/officeart/2018/5/layout/IconCircleLabelList"/>
    <dgm:cxn modelId="{1203B4B3-8A9F-4563-BBA3-259CE454EBC1}" type="presParOf" srcId="{693FA9B8-06E0-4658-94E8-C9847B0F7A13}" destId="{D0CFD410-1A5E-47B1-BAAD-E8AC5CF3313C}" srcOrd="0" destOrd="0" presId="urn:microsoft.com/office/officeart/2018/5/layout/IconCircleLabelList"/>
    <dgm:cxn modelId="{C5345060-302A-4FDE-8F7B-AB8473785601}" type="presParOf" srcId="{693FA9B8-06E0-4658-94E8-C9847B0F7A13}" destId="{537420BF-BE18-4411-BFF4-744195925C6B}" srcOrd="1" destOrd="0" presId="urn:microsoft.com/office/officeart/2018/5/layout/IconCircleLabelList"/>
    <dgm:cxn modelId="{96D16925-B0DC-428E-B6FC-4BA46FD74BC7}" type="presParOf" srcId="{693FA9B8-06E0-4658-94E8-C9847B0F7A13}" destId="{58898D68-0B69-4BA0-B6F1-D8F45D5B2007}" srcOrd="2" destOrd="0" presId="urn:microsoft.com/office/officeart/2018/5/layout/IconCircleLabelList"/>
    <dgm:cxn modelId="{A0F6DD53-B039-4371-8F1D-3151EE931672}" type="presParOf" srcId="{693FA9B8-06E0-4658-94E8-C9847B0F7A13}" destId="{782ED959-8F09-43F1-9B57-6752C616935E}" srcOrd="3" destOrd="0" presId="urn:microsoft.com/office/officeart/2018/5/layout/IconCircleLabelList"/>
    <dgm:cxn modelId="{A0A6BC9A-6529-4BF6-A2E7-425B2948FAE8}" type="presParOf" srcId="{BB0B0135-BA49-437E-8D2C-775D0B2C5081}" destId="{A318A1EF-BDFF-4D75-99BB-37394CF7F16C}" srcOrd="1" destOrd="0" presId="urn:microsoft.com/office/officeart/2018/5/layout/IconCircleLabelList"/>
    <dgm:cxn modelId="{FE2129FB-9C5B-4296-9DEF-848518A46DE2}" type="presParOf" srcId="{BB0B0135-BA49-437E-8D2C-775D0B2C5081}" destId="{FAADD173-ED11-442C-A179-56FF824D7B89}" srcOrd="2" destOrd="0" presId="urn:microsoft.com/office/officeart/2018/5/layout/IconCircleLabelList"/>
    <dgm:cxn modelId="{90360883-8025-46F1-A5C3-D93EF5476E34}" type="presParOf" srcId="{FAADD173-ED11-442C-A179-56FF824D7B89}" destId="{847F63EA-385E-4A50-A412-3AC3CD2F5D5D}" srcOrd="0" destOrd="0" presId="urn:microsoft.com/office/officeart/2018/5/layout/IconCircleLabelList"/>
    <dgm:cxn modelId="{25058D4D-DBEE-4619-AB14-74FD0163752F}" type="presParOf" srcId="{FAADD173-ED11-442C-A179-56FF824D7B89}" destId="{62853822-B74B-404A-95E7-3F28DA7E1A87}" srcOrd="1" destOrd="0" presId="urn:microsoft.com/office/officeart/2018/5/layout/IconCircleLabelList"/>
    <dgm:cxn modelId="{9B2DEF63-C2A4-4558-B540-AAAD13005530}" type="presParOf" srcId="{FAADD173-ED11-442C-A179-56FF824D7B89}" destId="{A9BF698A-04C7-4D93-8F85-FCFA6D3C6858}" srcOrd="2" destOrd="0" presId="urn:microsoft.com/office/officeart/2018/5/layout/IconCircleLabelList"/>
    <dgm:cxn modelId="{F3F0CC15-B937-41FC-A369-5B88967D6F33}" type="presParOf" srcId="{FAADD173-ED11-442C-A179-56FF824D7B89}" destId="{29701553-87EE-4E8F-BB3E-CE1792D55CF0}" srcOrd="3" destOrd="0" presId="urn:microsoft.com/office/officeart/2018/5/layout/IconCircleLabelList"/>
    <dgm:cxn modelId="{9F8B21D1-951A-4F9A-A44D-84B9939533D0}" type="presParOf" srcId="{BB0B0135-BA49-437E-8D2C-775D0B2C5081}" destId="{B28DEDEE-3263-4F03-A899-E427D035F768}" srcOrd="3" destOrd="0" presId="urn:microsoft.com/office/officeart/2018/5/layout/IconCircleLabelList"/>
    <dgm:cxn modelId="{11F86AE5-0AFD-459E-B760-1C4C5262B6AD}" type="presParOf" srcId="{BB0B0135-BA49-437E-8D2C-775D0B2C5081}" destId="{A096B9CB-166C-4249-8A10-7988A5DBC3EE}" srcOrd="4" destOrd="0" presId="urn:microsoft.com/office/officeart/2018/5/layout/IconCircleLabelList"/>
    <dgm:cxn modelId="{841B4D89-2776-41C3-8B23-174FF39D9B90}" type="presParOf" srcId="{A096B9CB-166C-4249-8A10-7988A5DBC3EE}" destId="{DD02F1DF-FB4E-4CC8-8AF8-6AFA6BAFE47C}" srcOrd="0" destOrd="0" presId="urn:microsoft.com/office/officeart/2018/5/layout/IconCircleLabelList"/>
    <dgm:cxn modelId="{13D20049-6994-49D0-901E-75ED0DF5ECB4}" type="presParOf" srcId="{A096B9CB-166C-4249-8A10-7988A5DBC3EE}" destId="{5DC329DF-054C-4B5C-9E59-581D619B61D8}" srcOrd="1" destOrd="0" presId="urn:microsoft.com/office/officeart/2018/5/layout/IconCircleLabelList"/>
    <dgm:cxn modelId="{76C9C2AB-BD6A-45C7-8261-160BAFE7D72D}" type="presParOf" srcId="{A096B9CB-166C-4249-8A10-7988A5DBC3EE}" destId="{9BFB65A8-82DC-4117-8390-3101B74A1AF8}" srcOrd="2" destOrd="0" presId="urn:microsoft.com/office/officeart/2018/5/layout/IconCircleLabelList"/>
    <dgm:cxn modelId="{1ABB8224-459C-4BF7-AD6C-337D6363A942}" type="presParOf" srcId="{A096B9CB-166C-4249-8A10-7988A5DBC3EE}" destId="{6522F1F0-1A82-4593-BAFC-2D48497FDE0A}" srcOrd="3" destOrd="0" presId="urn:microsoft.com/office/officeart/2018/5/layout/IconCircleLabelList"/>
    <dgm:cxn modelId="{98C5DB97-F6B4-41DF-B70E-3193F9DE7169}" type="presParOf" srcId="{BB0B0135-BA49-437E-8D2C-775D0B2C5081}" destId="{16FE1557-3A46-4978-9B43-1EDE719F0F6A}" srcOrd="5" destOrd="0" presId="urn:microsoft.com/office/officeart/2018/5/layout/IconCircleLabelList"/>
    <dgm:cxn modelId="{046282B9-B3CC-4AE3-9DC9-7C3AD0A2C2DE}" type="presParOf" srcId="{BB0B0135-BA49-437E-8D2C-775D0B2C5081}" destId="{02B39991-2AC2-40EE-AE22-3CDDEFDE88EB}" srcOrd="6" destOrd="0" presId="urn:microsoft.com/office/officeart/2018/5/layout/IconCircleLabelList"/>
    <dgm:cxn modelId="{242C89CD-3BD3-4CFB-8CCD-7F130E0DC19F}" type="presParOf" srcId="{02B39991-2AC2-40EE-AE22-3CDDEFDE88EB}" destId="{58510FAC-2179-46B0-8BC4-9A72D0787C1D}" srcOrd="0" destOrd="0" presId="urn:microsoft.com/office/officeart/2018/5/layout/IconCircleLabelList"/>
    <dgm:cxn modelId="{681ACA1C-D5AD-4F86-A651-D552EF55670F}" type="presParOf" srcId="{02B39991-2AC2-40EE-AE22-3CDDEFDE88EB}" destId="{66B47183-E7AD-4BA4-828A-26C9EA6DEC1A}" srcOrd="1" destOrd="0" presId="urn:microsoft.com/office/officeart/2018/5/layout/IconCircleLabelList"/>
    <dgm:cxn modelId="{767153C8-025F-432A-8198-118B6A764D28}" type="presParOf" srcId="{02B39991-2AC2-40EE-AE22-3CDDEFDE88EB}" destId="{23791F08-E986-47B6-BE43-1FBED8E750CA}" srcOrd="2" destOrd="0" presId="urn:microsoft.com/office/officeart/2018/5/layout/IconCircleLabelList"/>
    <dgm:cxn modelId="{B92BC7EE-CC92-43A8-A8F4-7B47F08BD119}" type="presParOf" srcId="{02B39991-2AC2-40EE-AE22-3CDDEFDE88EB}" destId="{50711A2C-365F-4B4F-92F7-B84A77440B6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E051BEED-5ABC-4720-8713-77130023978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A1451D8-F269-4793-96D0-A984A60D39BB}">
      <dgm:prSet/>
      <dgm:spPr/>
      <dgm:t>
        <a:bodyPr/>
        <a:lstStyle/>
        <a:p>
          <a:pPr>
            <a:defRPr cap="all"/>
          </a:pPr>
          <a:r>
            <a:rPr lang="en-US"/>
            <a:t>Cybersecurity is communication driven</a:t>
          </a:r>
        </a:p>
      </dgm:t>
    </dgm:pt>
    <dgm:pt modelId="{3314EAFE-D624-4174-8325-2E6912138ADB}" type="parTrans" cxnId="{AB232AD3-BD69-44B3-A979-F475F9FBDE37}">
      <dgm:prSet/>
      <dgm:spPr/>
      <dgm:t>
        <a:bodyPr/>
        <a:lstStyle/>
        <a:p>
          <a:endParaRPr lang="en-US"/>
        </a:p>
      </dgm:t>
    </dgm:pt>
    <dgm:pt modelId="{EAFEEAFD-EFC8-41CF-84FE-84ADB627EF2F}" type="sibTrans" cxnId="{AB232AD3-BD69-44B3-A979-F475F9FBDE37}">
      <dgm:prSet/>
      <dgm:spPr/>
      <dgm:t>
        <a:bodyPr/>
        <a:lstStyle/>
        <a:p>
          <a:endParaRPr lang="en-US"/>
        </a:p>
      </dgm:t>
    </dgm:pt>
    <dgm:pt modelId="{9AD555D5-50F7-4FCC-94B1-76A1CB972701}">
      <dgm:prSet/>
      <dgm:spPr/>
      <dgm:t>
        <a:bodyPr/>
        <a:lstStyle/>
        <a:p>
          <a:pPr>
            <a:defRPr cap="all"/>
          </a:pPr>
          <a:r>
            <a:rPr lang="en-US"/>
            <a:t>Executives need risk and decisions, not technical detail</a:t>
          </a:r>
        </a:p>
      </dgm:t>
    </dgm:pt>
    <dgm:pt modelId="{AD931952-6816-40DE-A09D-80EFD888BCD7}" type="parTrans" cxnId="{8F4ADDD2-6B34-43A4-A750-D1C5317EF1A3}">
      <dgm:prSet/>
      <dgm:spPr/>
      <dgm:t>
        <a:bodyPr/>
        <a:lstStyle/>
        <a:p>
          <a:endParaRPr lang="en-US"/>
        </a:p>
      </dgm:t>
    </dgm:pt>
    <dgm:pt modelId="{E1E6FBEB-9746-42A9-8398-AEE9951539C4}" type="sibTrans" cxnId="{8F4ADDD2-6B34-43A4-A750-D1C5317EF1A3}">
      <dgm:prSet/>
      <dgm:spPr/>
      <dgm:t>
        <a:bodyPr/>
        <a:lstStyle/>
        <a:p>
          <a:endParaRPr lang="en-US"/>
        </a:p>
      </dgm:t>
    </dgm:pt>
    <dgm:pt modelId="{EA8BBBED-B827-463C-9531-C6FE32965E0F}">
      <dgm:prSet/>
      <dgm:spPr/>
      <dgm:t>
        <a:bodyPr/>
        <a:lstStyle/>
        <a:p>
          <a:pPr>
            <a:defRPr cap="all"/>
          </a:pPr>
          <a:r>
            <a:rPr lang="en-US"/>
            <a:t>Clarity is more important than complexity</a:t>
          </a:r>
        </a:p>
      </dgm:t>
    </dgm:pt>
    <dgm:pt modelId="{D686365C-8D37-4C92-A6EE-FA9D0C54D011}" type="parTrans" cxnId="{F9FC3A3E-CBDC-466B-B51E-54CF41B3218D}">
      <dgm:prSet/>
      <dgm:spPr/>
      <dgm:t>
        <a:bodyPr/>
        <a:lstStyle/>
        <a:p>
          <a:endParaRPr lang="en-US"/>
        </a:p>
      </dgm:t>
    </dgm:pt>
    <dgm:pt modelId="{7E239FF3-A846-47E1-87A8-6387693DFD3B}" type="sibTrans" cxnId="{F9FC3A3E-CBDC-466B-B51E-54CF41B3218D}">
      <dgm:prSet/>
      <dgm:spPr/>
      <dgm:t>
        <a:bodyPr/>
        <a:lstStyle/>
        <a:p>
          <a:endParaRPr lang="en-US"/>
        </a:p>
      </dgm:t>
    </dgm:pt>
    <dgm:pt modelId="{B33FCEF8-0ACB-4A87-A110-0E36789BA400}">
      <dgm:prSet/>
      <dgm:spPr/>
      <dgm:t>
        <a:bodyPr/>
        <a:lstStyle/>
        <a:p>
          <a:pPr>
            <a:defRPr cap="all"/>
          </a:pPr>
          <a:r>
            <a:rPr lang="en-US"/>
            <a:t>Communication determines response speed</a:t>
          </a:r>
        </a:p>
      </dgm:t>
    </dgm:pt>
    <dgm:pt modelId="{E2AD8B82-E654-43C8-80F0-4A8ACA6596B0}" type="parTrans" cxnId="{35BB3ED0-98ED-4E42-BBFB-DF1527001013}">
      <dgm:prSet/>
      <dgm:spPr/>
      <dgm:t>
        <a:bodyPr/>
        <a:lstStyle/>
        <a:p>
          <a:endParaRPr lang="en-US"/>
        </a:p>
      </dgm:t>
    </dgm:pt>
    <dgm:pt modelId="{96425883-1E5A-4F03-80A2-D2C7034CCC04}" type="sibTrans" cxnId="{35BB3ED0-98ED-4E42-BBFB-DF1527001013}">
      <dgm:prSet/>
      <dgm:spPr/>
      <dgm:t>
        <a:bodyPr/>
        <a:lstStyle/>
        <a:p>
          <a:endParaRPr lang="en-US"/>
        </a:p>
      </dgm:t>
    </dgm:pt>
    <dgm:pt modelId="{AB81EA71-7C85-4712-A095-96DC97829290}">
      <dgm:prSet/>
      <dgm:spPr/>
      <dgm:t>
        <a:bodyPr/>
        <a:lstStyle/>
        <a:p>
          <a:pPr>
            <a:defRPr cap="all"/>
          </a:pPr>
          <a:r>
            <a:rPr lang="en-US"/>
            <a:t>Great security professionals are great communicators</a:t>
          </a:r>
        </a:p>
      </dgm:t>
    </dgm:pt>
    <dgm:pt modelId="{0F49369D-DE04-4D1C-B875-CA8AB2A95E74}" type="parTrans" cxnId="{75393D6F-8B7C-4285-BEDE-41DCEBEA7864}">
      <dgm:prSet/>
      <dgm:spPr/>
      <dgm:t>
        <a:bodyPr/>
        <a:lstStyle/>
        <a:p>
          <a:endParaRPr lang="en-US"/>
        </a:p>
      </dgm:t>
    </dgm:pt>
    <dgm:pt modelId="{7C91052C-E4A7-47DA-BE57-B468A0E34736}" type="sibTrans" cxnId="{75393D6F-8B7C-4285-BEDE-41DCEBEA7864}">
      <dgm:prSet/>
      <dgm:spPr/>
      <dgm:t>
        <a:bodyPr/>
        <a:lstStyle/>
        <a:p>
          <a:endParaRPr lang="en-US"/>
        </a:p>
      </dgm:t>
    </dgm:pt>
    <dgm:pt modelId="{6221B542-48C4-47E2-B7DC-54B2A4FDB813}" type="pres">
      <dgm:prSet presAssocID="{E051BEED-5ABC-4720-8713-77130023978D}" presName="root" presStyleCnt="0">
        <dgm:presLayoutVars>
          <dgm:dir/>
          <dgm:resizeHandles val="exact"/>
        </dgm:presLayoutVars>
      </dgm:prSet>
      <dgm:spPr/>
    </dgm:pt>
    <dgm:pt modelId="{AA010CBC-3933-4FB0-B2EA-D8D57E4AC3E2}" type="pres">
      <dgm:prSet presAssocID="{9A1451D8-F269-4793-96D0-A984A60D39BB}" presName="compNode" presStyleCnt="0"/>
      <dgm:spPr/>
    </dgm:pt>
    <dgm:pt modelId="{1AA63F09-A22E-46C1-B1FF-7AC158EC26D7}" type="pres">
      <dgm:prSet presAssocID="{9A1451D8-F269-4793-96D0-A984A60D39BB}" presName="iconBgRect" presStyleLbl="bgShp" presStyleIdx="0" presStyleCnt="5"/>
      <dgm:spPr/>
    </dgm:pt>
    <dgm:pt modelId="{5A3388C1-F6F2-44C5-944B-E40521F331BC}" type="pres">
      <dgm:prSet presAssocID="{9A1451D8-F269-4793-96D0-A984A60D39B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53A1B49-D83F-4612-AF3C-88CF638A7B90}" type="pres">
      <dgm:prSet presAssocID="{9A1451D8-F269-4793-96D0-A984A60D39BB}" presName="spaceRect" presStyleCnt="0"/>
      <dgm:spPr/>
    </dgm:pt>
    <dgm:pt modelId="{96B97D4D-CEC0-472B-8587-BC9BE1D00FB7}" type="pres">
      <dgm:prSet presAssocID="{9A1451D8-F269-4793-96D0-A984A60D39BB}" presName="textRect" presStyleLbl="revTx" presStyleIdx="0" presStyleCnt="5">
        <dgm:presLayoutVars>
          <dgm:chMax val="1"/>
          <dgm:chPref val="1"/>
        </dgm:presLayoutVars>
      </dgm:prSet>
      <dgm:spPr/>
    </dgm:pt>
    <dgm:pt modelId="{4346B536-A3F4-4F5B-81BD-BB365D8313B7}" type="pres">
      <dgm:prSet presAssocID="{EAFEEAFD-EFC8-41CF-84FE-84ADB627EF2F}" presName="sibTrans" presStyleCnt="0"/>
      <dgm:spPr/>
    </dgm:pt>
    <dgm:pt modelId="{FBB6F5E8-795A-4AB0-BE59-398EFFBC32C8}" type="pres">
      <dgm:prSet presAssocID="{9AD555D5-50F7-4FCC-94B1-76A1CB972701}" presName="compNode" presStyleCnt="0"/>
      <dgm:spPr/>
    </dgm:pt>
    <dgm:pt modelId="{E07382DC-5259-4B71-AB39-8818CF99678A}" type="pres">
      <dgm:prSet presAssocID="{9AD555D5-50F7-4FCC-94B1-76A1CB972701}" presName="iconBgRect" presStyleLbl="bgShp" presStyleIdx="1" presStyleCnt="5"/>
      <dgm:spPr/>
    </dgm:pt>
    <dgm:pt modelId="{7D87A6BD-50D9-49B2-BDF2-B347B9DCBFD4}" type="pres">
      <dgm:prSet presAssocID="{9AD555D5-50F7-4FCC-94B1-76A1CB97270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1108D3D-80E8-4EB3-A560-4CB1E9C41D00}" type="pres">
      <dgm:prSet presAssocID="{9AD555D5-50F7-4FCC-94B1-76A1CB972701}" presName="spaceRect" presStyleCnt="0"/>
      <dgm:spPr/>
    </dgm:pt>
    <dgm:pt modelId="{66FD6CA5-D639-41C5-9C79-CDEAACDC3D9F}" type="pres">
      <dgm:prSet presAssocID="{9AD555D5-50F7-4FCC-94B1-76A1CB972701}" presName="textRect" presStyleLbl="revTx" presStyleIdx="1" presStyleCnt="5">
        <dgm:presLayoutVars>
          <dgm:chMax val="1"/>
          <dgm:chPref val="1"/>
        </dgm:presLayoutVars>
      </dgm:prSet>
      <dgm:spPr/>
    </dgm:pt>
    <dgm:pt modelId="{4E356CCA-0F5F-40A7-A8B3-F04220849888}" type="pres">
      <dgm:prSet presAssocID="{E1E6FBEB-9746-42A9-8398-AEE9951539C4}" presName="sibTrans" presStyleCnt="0"/>
      <dgm:spPr/>
    </dgm:pt>
    <dgm:pt modelId="{39324251-E3C6-45CA-BCBB-1B948C29A025}" type="pres">
      <dgm:prSet presAssocID="{EA8BBBED-B827-463C-9531-C6FE32965E0F}" presName="compNode" presStyleCnt="0"/>
      <dgm:spPr/>
    </dgm:pt>
    <dgm:pt modelId="{0B6ABB20-F768-4121-9E3A-7089ABCEE635}" type="pres">
      <dgm:prSet presAssocID="{EA8BBBED-B827-463C-9531-C6FE32965E0F}" presName="iconBgRect" presStyleLbl="bgShp" presStyleIdx="2" presStyleCnt="5"/>
      <dgm:spPr/>
    </dgm:pt>
    <dgm:pt modelId="{F0C2C59C-0084-4322-A4FC-F0655187F54F}" type="pres">
      <dgm:prSet presAssocID="{EA8BBBED-B827-463C-9531-C6FE32965E0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2B618A5-F267-4484-8EF7-BE4807EDD57D}" type="pres">
      <dgm:prSet presAssocID="{EA8BBBED-B827-463C-9531-C6FE32965E0F}" presName="spaceRect" presStyleCnt="0"/>
      <dgm:spPr/>
    </dgm:pt>
    <dgm:pt modelId="{1C991B36-85FC-45C3-942C-C42B381FDD74}" type="pres">
      <dgm:prSet presAssocID="{EA8BBBED-B827-463C-9531-C6FE32965E0F}" presName="textRect" presStyleLbl="revTx" presStyleIdx="2" presStyleCnt="5">
        <dgm:presLayoutVars>
          <dgm:chMax val="1"/>
          <dgm:chPref val="1"/>
        </dgm:presLayoutVars>
      </dgm:prSet>
      <dgm:spPr/>
    </dgm:pt>
    <dgm:pt modelId="{034709E8-46CE-4583-A48E-A53BCE892304}" type="pres">
      <dgm:prSet presAssocID="{7E239FF3-A846-47E1-87A8-6387693DFD3B}" presName="sibTrans" presStyleCnt="0"/>
      <dgm:spPr/>
    </dgm:pt>
    <dgm:pt modelId="{AB1B7402-7AA3-4527-81FA-F08716DB8161}" type="pres">
      <dgm:prSet presAssocID="{B33FCEF8-0ACB-4A87-A110-0E36789BA400}" presName="compNode" presStyleCnt="0"/>
      <dgm:spPr/>
    </dgm:pt>
    <dgm:pt modelId="{79DF0BA8-56A8-43EC-A254-879807BEF485}" type="pres">
      <dgm:prSet presAssocID="{B33FCEF8-0ACB-4A87-A110-0E36789BA400}" presName="iconBgRect" presStyleLbl="bgShp" presStyleIdx="3" presStyleCnt="5"/>
      <dgm:spPr/>
    </dgm:pt>
    <dgm:pt modelId="{EA0DCD9C-91A5-46A0-93DF-5183DC000B1E}" type="pres">
      <dgm:prSet presAssocID="{B33FCEF8-0ACB-4A87-A110-0E36789BA40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D673F95-274B-4B5F-AEB5-6AF7A05D284E}" type="pres">
      <dgm:prSet presAssocID="{B33FCEF8-0ACB-4A87-A110-0E36789BA400}" presName="spaceRect" presStyleCnt="0"/>
      <dgm:spPr/>
    </dgm:pt>
    <dgm:pt modelId="{D6CB8087-F348-4FB1-8140-6C9C92BDC3B8}" type="pres">
      <dgm:prSet presAssocID="{B33FCEF8-0ACB-4A87-A110-0E36789BA400}" presName="textRect" presStyleLbl="revTx" presStyleIdx="3" presStyleCnt="5">
        <dgm:presLayoutVars>
          <dgm:chMax val="1"/>
          <dgm:chPref val="1"/>
        </dgm:presLayoutVars>
      </dgm:prSet>
      <dgm:spPr/>
    </dgm:pt>
    <dgm:pt modelId="{D2AE750D-73D6-4AE7-A009-0BE70BA823A3}" type="pres">
      <dgm:prSet presAssocID="{96425883-1E5A-4F03-80A2-D2C7034CCC04}" presName="sibTrans" presStyleCnt="0"/>
      <dgm:spPr/>
    </dgm:pt>
    <dgm:pt modelId="{7CAC64EA-C711-46F1-B537-06798A9B3691}" type="pres">
      <dgm:prSet presAssocID="{AB81EA71-7C85-4712-A095-96DC97829290}" presName="compNode" presStyleCnt="0"/>
      <dgm:spPr/>
    </dgm:pt>
    <dgm:pt modelId="{90AED9DD-FDA0-4887-8835-4CFC8061B1BE}" type="pres">
      <dgm:prSet presAssocID="{AB81EA71-7C85-4712-A095-96DC97829290}" presName="iconBgRect" presStyleLbl="bgShp" presStyleIdx="4" presStyleCnt="5"/>
      <dgm:spPr/>
    </dgm:pt>
    <dgm:pt modelId="{E54C75E4-041B-4513-8887-951F93C4B68A}" type="pres">
      <dgm:prSet presAssocID="{AB81EA71-7C85-4712-A095-96DC9782929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0F6B9B7-8769-4461-A7BD-4E32454B6B84}" type="pres">
      <dgm:prSet presAssocID="{AB81EA71-7C85-4712-A095-96DC97829290}" presName="spaceRect" presStyleCnt="0"/>
      <dgm:spPr/>
    </dgm:pt>
    <dgm:pt modelId="{7775BD1D-CD22-4986-8CE3-AF0A22D7331C}" type="pres">
      <dgm:prSet presAssocID="{AB81EA71-7C85-4712-A095-96DC9782929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9FC3A3E-CBDC-466B-B51E-54CF41B3218D}" srcId="{E051BEED-5ABC-4720-8713-77130023978D}" destId="{EA8BBBED-B827-463C-9531-C6FE32965E0F}" srcOrd="2" destOrd="0" parTransId="{D686365C-8D37-4C92-A6EE-FA9D0C54D011}" sibTransId="{7E239FF3-A846-47E1-87A8-6387693DFD3B}"/>
    <dgm:cxn modelId="{7094EC40-0C00-49C7-A4C7-33DF11E4381F}" type="presOf" srcId="{EA8BBBED-B827-463C-9531-C6FE32965E0F}" destId="{1C991B36-85FC-45C3-942C-C42B381FDD74}" srcOrd="0" destOrd="0" presId="urn:microsoft.com/office/officeart/2018/5/layout/IconCircleLabelList"/>
    <dgm:cxn modelId="{3ACAEB41-37E9-4478-B154-3070A47173B9}" type="presOf" srcId="{9A1451D8-F269-4793-96D0-A984A60D39BB}" destId="{96B97D4D-CEC0-472B-8587-BC9BE1D00FB7}" srcOrd="0" destOrd="0" presId="urn:microsoft.com/office/officeart/2018/5/layout/IconCircleLabelList"/>
    <dgm:cxn modelId="{75393D6F-8B7C-4285-BEDE-41DCEBEA7864}" srcId="{E051BEED-5ABC-4720-8713-77130023978D}" destId="{AB81EA71-7C85-4712-A095-96DC97829290}" srcOrd="4" destOrd="0" parTransId="{0F49369D-DE04-4D1C-B875-CA8AB2A95E74}" sibTransId="{7C91052C-E4A7-47DA-BE57-B468A0E34736}"/>
    <dgm:cxn modelId="{8575CF6F-9B80-4336-95B0-2309D1119252}" type="presOf" srcId="{E051BEED-5ABC-4720-8713-77130023978D}" destId="{6221B542-48C4-47E2-B7DC-54B2A4FDB813}" srcOrd="0" destOrd="0" presId="urn:microsoft.com/office/officeart/2018/5/layout/IconCircleLabelList"/>
    <dgm:cxn modelId="{332C0B94-1EDB-4F74-95AF-FF468D566BC9}" type="presOf" srcId="{9AD555D5-50F7-4FCC-94B1-76A1CB972701}" destId="{66FD6CA5-D639-41C5-9C79-CDEAACDC3D9F}" srcOrd="0" destOrd="0" presId="urn:microsoft.com/office/officeart/2018/5/layout/IconCircleLabelList"/>
    <dgm:cxn modelId="{8FF24EA3-D9F4-49F2-B2E7-22AF57FC3C05}" type="presOf" srcId="{AB81EA71-7C85-4712-A095-96DC97829290}" destId="{7775BD1D-CD22-4986-8CE3-AF0A22D7331C}" srcOrd="0" destOrd="0" presId="urn:microsoft.com/office/officeart/2018/5/layout/IconCircleLabelList"/>
    <dgm:cxn modelId="{5753B5AC-9EFE-40C8-8AD6-67892BFFE2A0}" type="presOf" srcId="{B33FCEF8-0ACB-4A87-A110-0E36789BA400}" destId="{D6CB8087-F348-4FB1-8140-6C9C92BDC3B8}" srcOrd="0" destOrd="0" presId="urn:microsoft.com/office/officeart/2018/5/layout/IconCircleLabelList"/>
    <dgm:cxn modelId="{35BB3ED0-98ED-4E42-BBFB-DF1527001013}" srcId="{E051BEED-5ABC-4720-8713-77130023978D}" destId="{B33FCEF8-0ACB-4A87-A110-0E36789BA400}" srcOrd="3" destOrd="0" parTransId="{E2AD8B82-E654-43C8-80F0-4A8ACA6596B0}" sibTransId="{96425883-1E5A-4F03-80A2-D2C7034CCC04}"/>
    <dgm:cxn modelId="{8F4ADDD2-6B34-43A4-A750-D1C5317EF1A3}" srcId="{E051BEED-5ABC-4720-8713-77130023978D}" destId="{9AD555D5-50F7-4FCC-94B1-76A1CB972701}" srcOrd="1" destOrd="0" parTransId="{AD931952-6816-40DE-A09D-80EFD888BCD7}" sibTransId="{E1E6FBEB-9746-42A9-8398-AEE9951539C4}"/>
    <dgm:cxn modelId="{AB232AD3-BD69-44B3-A979-F475F9FBDE37}" srcId="{E051BEED-5ABC-4720-8713-77130023978D}" destId="{9A1451D8-F269-4793-96D0-A984A60D39BB}" srcOrd="0" destOrd="0" parTransId="{3314EAFE-D624-4174-8325-2E6912138ADB}" sibTransId="{EAFEEAFD-EFC8-41CF-84FE-84ADB627EF2F}"/>
    <dgm:cxn modelId="{95951B31-E7C5-4B37-8A41-419AB8119EBC}" type="presParOf" srcId="{6221B542-48C4-47E2-B7DC-54B2A4FDB813}" destId="{AA010CBC-3933-4FB0-B2EA-D8D57E4AC3E2}" srcOrd="0" destOrd="0" presId="urn:microsoft.com/office/officeart/2018/5/layout/IconCircleLabelList"/>
    <dgm:cxn modelId="{6B09E689-CEC0-48D2-8108-4D8CABAD41FE}" type="presParOf" srcId="{AA010CBC-3933-4FB0-B2EA-D8D57E4AC3E2}" destId="{1AA63F09-A22E-46C1-B1FF-7AC158EC26D7}" srcOrd="0" destOrd="0" presId="urn:microsoft.com/office/officeart/2018/5/layout/IconCircleLabelList"/>
    <dgm:cxn modelId="{3B527A56-C947-44E2-9358-0ABFF7B1B62E}" type="presParOf" srcId="{AA010CBC-3933-4FB0-B2EA-D8D57E4AC3E2}" destId="{5A3388C1-F6F2-44C5-944B-E40521F331BC}" srcOrd="1" destOrd="0" presId="urn:microsoft.com/office/officeart/2018/5/layout/IconCircleLabelList"/>
    <dgm:cxn modelId="{03286409-54C5-4DEF-B44D-EBC60D3D8DB6}" type="presParOf" srcId="{AA010CBC-3933-4FB0-B2EA-D8D57E4AC3E2}" destId="{653A1B49-D83F-4612-AF3C-88CF638A7B90}" srcOrd="2" destOrd="0" presId="urn:microsoft.com/office/officeart/2018/5/layout/IconCircleLabelList"/>
    <dgm:cxn modelId="{5797A47E-0362-4563-9FE6-A84A49710F72}" type="presParOf" srcId="{AA010CBC-3933-4FB0-B2EA-D8D57E4AC3E2}" destId="{96B97D4D-CEC0-472B-8587-BC9BE1D00FB7}" srcOrd="3" destOrd="0" presId="urn:microsoft.com/office/officeart/2018/5/layout/IconCircleLabelList"/>
    <dgm:cxn modelId="{F3BC658D-2935-4985-8531-3552B0706E72}" type="presParOf" srcId="{6221B542-48C4-47E2-B7DC-54B2A4FDB813}" destId="{4346B536-A3F4-4F5B-81BD-BB365D8313B7}" srcOrd="1" destOrd="0" presId="urn:microsoft.com/office/officeart/2018/5/layout/IconCircleLabelList"/>
    <dgm:cxn modelId="{6BB116C3-B821-4C78-8AA7-C8E1981AB0AE}" type="presParOf" srcId="{6221B542-48C4-47E2-B7DC-54B2A4FDB813}" destId="{FBB6F5E8-795A-4AB0-BE59-398EFFBC32C8}" srcOrd="2" destOrd="0" presId="urn:microsoft.com/office/officeart/2018/5/layout/IconCircleLabelList"/>
    <dgm:cxn modelId="{40D6C281-2100-4CC9-B08C-EF49A6D83823}" type="presParOf" srcId="{FBB6F5E8-795A-4AB0-BE59-398EFFBC32C8}" destId="{E07382DC-5259-4B71-AB39-8818CF99678A}" srcOrd="0" destOrd="0" presId="urn:microsoft.com/office/officeart/2018/5/layout/IconCircleLabelList"/>
    <dgm:cxn modelId="{60C76189-F5B9-4734-8635-43C842651973}" type="presParOf" srcId="{FBB6F5E8-795A-4AB0-BE59-398EFFBC32C8}" destId="{7D87A6BD-50D9-49B2-BDF2-B347B9DCBFD4}" srcOrd="1" destOrd="0" presId="urn:microsoft.com/office/officeart/2018/5/layout/IconCircleLabelList"/>
    <dgm:cxn modelId="{3C0AE749-1747-4F4D-90BF-4E1B7961CE5A}" type="presParOf" srcId="{FBB6F5E8-795A-4AB0-BE59-398EFFBC32C8}" destId="{51108D3D-80E8-4EB3-A560-4CB1E9C41D00}" srcOrd="2" destOrd="0" presId="urn:microsoft.com/office/officeart/2018/5/layout/IconCircleLabelList"/>
    <dgm:cxn modelId="{8368477F-B5CA-4D82-B2BA-5E1C51CC30D9}" type="presParOf" srcId="{FBB6F5E8-795A-4AB0-BE59-398EFFBC32C8}" destId="{66FD6CA5-D639-41C5-9C79-CDEAACDC3D9F}" srcOrd="3" destOrd="0" presId="urn:microsoft.com/office/officeart/2018/5/layout/IconCircleLabelList"/>
    <dgm:cxn modelId="{C63E915A-1110-491B-8FB1-0A603B30CDFA}" type="presParOf" srcId="{6221B542-48C4-47E2-B7DC-54B2A4FDB813}" destId="{4E356CCA-0F5F-40A7-A8B3-F04220849888}" srcOrd="3" destOrd="0" presId="urn:microsoft.com/office/officeart/2018/5/layout/IconCircleLabelList"/>
    <dgm:cxn modelId="{A5284C1D-1EDF-4A94-A28A-160FC5032BAA}" type="presParOf" srcId="{6221B542-48C4-47E2-B7DC-54B2A4FDB813}" destId="{39324251-E3C6-45CA-BCBB-1B948C29A025}" srcOrd="4" destOrd="0" presId="urn:microsoft.com/office/officeart/2018/5/layout/IconCircleLabelList"/>
    <dgm:cxn modelId="{3239D68C-B2AB-47EC-82BA-BEEC980028D7}" type="presParOf" srcId="{39324251-E3C6-45CA-BCBB-1B948C29A025}" destId="{0B6ABB20-F768-4121-9E3A-7089ABCEE635}" srcOrd="0" destOrd="0" presId="urn:microsoft.com/office/officeart/2018/5/layout/IconCircleLabelList"/>
    <dgm:cxn modelId="{7B75E134-FE25-4183-9212-3B606636EABA}" type="presParOf" srcId="{39324251-E3C6-45CA-BCBB-1B948C29A025}" destId="{F0C2C59C-0084-4322-A4FC-F0655187F54F}" srcOrd="1" destOrd="0" presId="urn:microsoft.com/office/officeart/2018/5/layout/IconCircleLabelList"/>
    <dgm:cxn modelId="{A0BB00E4-51FC-4356-B370-F68C4920B7FA}" type="presParOf" srcId="{39324251-E3C6-45CA-BCBB-1B948C29A025}" destId="{22B618A5-F267-4484-8EF7-BE4807EDD57D}" srcOrd="2" destOrd="0" presId="urn:microsoft.com/office/officeart/2018/5/layout/IconCircleLabelList"/>
    <dgm:cxn modelId="{2150BB8B-4CEF-48A4-9F57-6504BDDAABB4}" type="presParOf" srcId="{39324251-E3C6-45CA-BCBB-1B948C29A025}" destId="{1C991B36-85FC-45C3-942C-C42B381FDD74}" srcOrd="3" destOrd="0" presId="urn:microsoft.com/office/officeart/2018/5/layout/IconCircleLabelList"/>
    <dgm:cxn modelId="{572CC5FA-E4B1-4328-937F-14E130E34DEE}" type="presParOf" srcId="{6221B542-48C4-47E2-B7DC-54B2A4FDB813}" destId="{034709E8-46CE-4583-A48E-A53BCE892304}" srcOrd="5" destOrd="0" presId="urn:microsoft.com/office/officeart/2018/5/layout/IconCircleLabelList"/>
    <dgm:cxn modelId="{E9B6BB7F-2F1A-43FC-9A51-25F98F099852}" type="presParOf" srcId="{6221B542-48C4-47E2-B7DC-54B2A4FDB813}" destId="{AB1B7402-7AA3-4527-81FA-F08716DB8161}" srcOrd="6" destOrd="0" presId="urn:microsoft.com/office/officeart/2018/5/layout/IconCircleLabelList"/>
    <dgm:cxn modelId="{56448CBC-F527-4CDC-B120-D3D42270EA7F}" type="presParOf" srcId="{AB1B7402-7AA3-4527-81FA-F08716DB8161}" destId="{79DF0BA8-56A8-43EC-A254-879807BEF485}" srcOrd="0" destOrd="0" presId="urn:microsoft.com/office/officeart/2018/5/layout/IconCircleLabelList"/>
    <dgm:cxn modelId="{7B12D69D-C839-4D40-88D6-A683A8E473F9}" type="presParOf" srcId="{AB1B7402-7AA3-4527-81FA-F08716DB8161}" destId="{EA0DCD9C-91A5-46A0-93DF-5183DC000B1E}" srcOrd="1" destOrd="0" presId="urn:microsoft.com/office/officeart/2018/5/layout/IconCircleLabelList"/>
    <dgm:cxn modelId="{00BB100F-6D16-45DD-AB44-EE99F7FE0C26}" type="presParOf" srcId="{AB1B7402-7AA3-4527-81FA-F08716DB8161}" destId="{7D673F95-274B-4B5F-AEB5-6AF7A05D284E}" srcOrd="2" destOrd="0" presId="urn:microsoft.com/office/officeart/2018/5/layout/IconCircleLabelList"/>
    <dgm:cxn modelId="{DC3A77D8-CE40-4D10-8ED9-F35031C2AEDF}" type="presParOf" srcId="{AB1B7402-7AA3-4527-81FA-F08716DB8161}" destId="{D6CB8087-F348-4FB1-8140-6C9C92BDC3B8}" srcOrd="3" destOrd="0" presId="urn:microsoft.com/office/officeart/2018/5/layout/IconCircleLabelList"/>
    <dgm:cxn modelId="{71BD6AC5-DB91-45CE-8D69-DCD49EEA8D51}" type="presParOf" srcId="{6221B542-48C4-47E2-B7DC-54B2A4FDB813}" destId="{D2AE750D-73D6-4AE7-A009-0BE70BA823A3}" srcOrd="7" destOrd="0" presId="urn:microsoft.com/office/officeart/2018/5/layout/IconCircleLabelList"/>
    <dgm:cxn modelId="{FD0EB884-692E-4FA5-86E5-0CA6D5B38E3E}" type="presParOf" srcId="{6221B542-48C4-47E2-B7DC-54B2A4FDB813}" destId="{7CAC64EA-C711-46F1-B537-06798A9B3691}" srcOrd="8" destOrd="0" presId="urn:microsoft.com/office/officeart/2018/5/layout/IconCircleLabelList"/>
    <dgm:cxn modelId="{61778715-4339-43FE-9859-A44BB9920283}" type="presParOf" srcId="{7CAC64EA-C711-46F1-B537-06798A9B3691}" destId="{90AED9DD-FDA0-4887-8835-4CFC8061B1BE}" srcOrd="0" destOrd="0" presId="urn:microsoft.com/office/officeart/2018/5/layout/IconCircleLabelList"/>
    <dgm:cxn modelId="{5D53050A-A9A1-4849-BD53-E7E73CB09B9D}" type="presParOf" srcId="{7CAC64EA-C711-46F1-B537-06798A9B3691}" destId="{E54C75E4-041B-4513-8887-951F93C4B68A}" srcOrd="1" destOrd="0" presId="urn:microsoft.com/office/officeart/2018/5/layout/IconCircleLabelList"/>
    <dgm:cxn modelId="{69CA0AB5-495D-4DAB-BCDE-85BFA07D72E7}" type="presParOf" srcId="{7CAC64EA-C711-46F1-B537-06798A9B3691}" destId="{60F6B9B7-8769-4461-A7BD-4E32454B6B84}" srcOrd="2" destOrd="0" presId="urn:microsoft.com/office/officeart/2018/5/layout/IconCircleLabelList"/>
    <dgm:cxn modelId="{BC2B6216-827F-45B2-8A25-A2D626A155EB}" type="presParOf" srcId="{7CAC64EA-C711-46F1-B537-06798A9B3691}" destId="{7775BD1D-CD22-4986-8CE3-AF0A22D7331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91CA7-5B34-472E-B06A-311CC3E8D379}">
      <dsp:nvSpPr>
        <dsp:cNvPr id="0" name=""/>
        <dsp:cNvSpPr/>
      </dsp:nvSpPr>
      <dsp:spPr>
        <a:xfrm>
          <a:off x="1645920" y="1966"/>
          <a:ext cx="6583680" cy="86298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219198" rIns="127742" bIns="21919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Communicating cyber risk to executives</a:t>
          </a:r>
        </a:p>
      </dsp:txBody>
      <dsp:txXfrm>
        <a:off x="1645920" y="1966"/>
        <a:ext cx="6583680" cy="862982"/>
      </dsp:txXfrm>
    </dsp:sp>
    <dsp:sp modelId="{3D2D4F23-78FC-400A-B973-AA434216C999}">
      <dsp:nvSpPr>
        <dsp:cNvPr id="0" name=""/>
        <dsp:cNvSpPr/>
      </dsp:nvSpPr>
      <dsp:spPr>
        <a:xfrm>
          <a:off x="0" y="1966"/>
          <a:ext cx="1645920" cy="862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97" tIns="85244" rIns="87097" bIns="8524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Communicating</a:t>
          </a:r>
        </a:p>
      </dsp:txBody>
      <dsp:txXfrm>
        <a:off x="0" y="1966"/>
        <a:ext cx="1645920" cy="862982"/>
      </dsp:txXfrm>
    </dsp:sp>
    <dsp:sp modelId="{B8EC2927-95E9-4068-998C-A64D8AA3C18C}">
      <dsp:nvSpPr>
        <dsp:cNvPr id="0" name=""/>
        <dsp:cNvSpPr/>
      </dsp:nvSpPr>
      <dsp:spPr>
        <a:xfrm>
          <a:off x="1645920" y="916728"/>
          <a:ext cx="6583680" cy="86298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219198" rIns="127742" bIns="21919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Explaining technical findings to non‑technical teams</a:t>
          </a:r>
        </a:p>
      </dsp:txBody>
      <dsp:txXfrm>
        <a:off x="1645920" y="916728"/>
        <a:ext cx="6583680" cy="862982"/>
      </dsp:txXfrm>
    </dsp:sp>
    <dsp:sp modelId="{0D41FA21-6512-4B53-B895-42EF7741764E}">
      <dsp:nvSpPr>
        <dsp:cNvPr id="0" name=""/>
        <dsp:cNvSpPr/>
      </dsp:nvSpPr>
      <dsp:spPr>
        <a:xfrm>
          <a:off x="0" y="916728"/>
          <a:ext cx="1645920" cy="862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97" tIns="85244" rIns="87097" bIns="8524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Explaining</a:t>
          </a:r>
        </a:p>
      </dsp:txBody>
      <dsp:txXfrm>
        <a:off x="0" y="916728"/>
        <a:ext cx="1645920" cy="862982"/>
      </dsp:txXfrm>
    </dsp:sp>
    <dsp:sp modelId="{EA557D91-7C40-487F-B4F9-2034E4F1D7EC}">
      <dsp:nvSpPr>
        <dsp:cNvPr id="0" name=""/>
        <dsp:cNvSpPr/>
      </dsp:nvSpPr>
      <dsp:spPr>
        <a:xfrm>
          <a:off x="1645920" y="1831490"/>
          <a:ext cx="6583680" cy="86298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219198" rIns="127742" bIns="21919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Handling disagreement during incident response</a:t>
          </a:r>
        </a:p>
      </dsp:txBody>
      <dsp:txXfrm>
        <a:off x="1645920" y="1831490"/>
        <a:ext cx="6583680" cy="862982"/>
      </dsp:txXfrm>
    </dsp:sp>
    <dsp:sp modelId="{B7846ADB-A415-4D27-91B8-95276458F66B}">
      <dsp:nvSpPr>
        <dsp:cNvPr id="0" name=""/>
        <dsp:cNvSpPr/>
      </dsp:nvSpPr>
      <dsp:spPr>
        <a:xfrm>
          <a:off x="0" y="1831490"/>
          <a:ext cx="1645920" cy="862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97" tIns="85244" rIns="87097" bIns="8524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Handling</a:t>
          </a:r>
        </a:p>
      </dsp:txBody>
      <dsp:txXfrm>
        <a:off x="0" y="1831490"/>
        <a:ext cx="1645920" cy="862982"/>
      </dsp:txXfrm>
    </dsp:sp>
    <dsp:sp modelId="{BE8ACC02-1068-4F17-9252-6C8303B65EF1}">
      <dsp:nvSpPr>
        <dsp:cNvPr id="0" name=""/>
        <dsp:cNvSpPr/>
      </dsp:nvSpPr>
      <dsp:spPr>
        <a:xfrm>
          <a:off x="1645920" y="2746251"/>
          <a:ext cx="6583680" cy="86298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219198" rIns="127742" bIns="21919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Communicating clearly under pressure</a:t>
          </a:r>
        </a:p>
      </dsp:txBody>
      <dsp:txXfrm>
        <a:off x="1645920" y="2746251"/>
        <a:ext cx="6583680" cy="862982"/>
      </dsp:txXfrm>
    </dsp:sp>
    <dsp:sp modelId="{EBC76BC8-B9CF-4B22-9121-482980EE588B}">
      <dsp:nvSpPr>
        <dsp:cNvPr id="0" name=""/>
        <dsp:cNvSpPr/>
      </dsp:nvSpPr>
      <dsp:spPr>
        <a:xfrm>
          <a:off x="0" y="2746251"/>
          <a:ext cx="1645920" cy="862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97" tIns="85244" rIns="87097" bIns="8524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Communicating</a:t>
          </a:r>
        </a:p>
      </dsp:txBody>
      <dsp:txXfrm>
        <a:off x="0" y="2746251"/>
        <a:ext cx="1645920" cy="862982"/>
      </dsp:txXfrm>
    </dsp:sp>
    <dsp:sp modelId="{F41C8241-2D8F-4DE9-B314-299D01144B83}">
      <dsp:nvSpPr>
        <dsp:cNvPr id="0" name=""/>
        <dsp:cNvSpPr/>
      </dsp:nvSpPr>
      <dsp:spPr>
        <a:xfrm>
          <a:off x="1645920" y="3661013"/>
          <a:ext cx="6583680" cy="86298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219198" rIns="127742" bIns="21919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Leading communication in Red vs Blue simulation</a:t>
          </a:r>
        </a:p>
      </dsp:txBody>
      <dsp:txXfrm>
        <a:off x="1645920" y="3661013"/>
        <a:ext cx="6583680" cy="862982"/>
      </dsp:txXfrm>
    </dsp:sp>
    <dsp:sp modelId="{4C16892A-039C-400C-9C37-2388BEDD8E9A}">
      <dsp:nvSpPr>
        <dsp:cNvPr id="0" name=""/>
        <dsp:cNvSpPr/>
      </dsp:nvSpPr>
      <dsp:spPr>
        <a:xfrm>
          <a:off x="0" y="3661013"/>
          <a:ext cx="1645920" cy="862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97" tIns="85244" rIns="87097" bIns="8524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Leading</a:t>
          </a:r>
        </a:p>
      </dsp:txBody>
      <dsp:txXfrm>
        <a:off x="0" y="3661013"/>
        <a:ext cx="1645920" cy="8629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9D5191-AC9A-40C1-84FE-0E649C351B0F}">
      <dsp:nvSpPr>
        <dsp:cNvPr id="0" name=""/>
        <dsp:cNvSpPr/>
      </dsp:nvSpPr>
      <dsp:spPr>
        <a:xfrm>
          <a:off x="827085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484646-2C5A-40AE-92F3-BBF0DE8D3045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1E638-786F-4DE1-9081-6A051E076F0B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Why communication is critical in cybersecurity</a:t>
          </a:r>
        </a:p>
      </dsp:txBody>
      <dsp:txXfrm>
        <a:off x="518589" y="1265836"/>
        <a:ext cx="1582031" cy="632812"/>
      </dsp:txXfrm>
    </dsp:sp>
    <dsp:sp modelId="{A29D858F-9CF6-4395-8E2F-B96C9B539F5D}">
      <dsp:nvSpPr>
        <dsp:cNvPr id="0" name=""/>
        <dsp:cNvSpPr/>
      </dsp:nvSpPr>
      <dsp:spPr>
        <a:xfrm>
          <a:off x="2685972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FA08B3-648F-43C7-B46E-9F6F94BF385B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B3ECD-6E9A-460C-904D-4359154D78E3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How professionals communicate in real cyber environments</a:t>
          </a:r>
        </a:p>
      </dsp:txBody>
      <dsp:txXfrm>
        <a:off x="2377476" y="1265836"/>
        <a:ext cx="1582031" cy="632812"/>
      </dsp:txXfrm>
    </dsp:sp>
    <dsp:sp modelId="{937EF5AF-AB83-441F-85F9-BE8BCD043A7B}">
      <dsp:nvSpPr>
        <dsp:cNvPr id="0" name=""/>
        <dsp:cNvSpPr/>
      </dsp:nvSpPr>
      <dsp:spPr>
        <a:xfrm>
          <a:off x="4544859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DEAE6F-8EEA-4892-B215-6DBBDDBC6A23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90C35-F7A6-46DF-B128-8D8646744034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Translating cyber risk to business stakeholders</a:t>
          </a:r>
        </a:p>
      </dsp:txBody>
      <dsp:txXfrm>
        <a:off x="4236363" y="1265836"/>
        <a:ext cx="1582031" cy="632812"/>
      </dsp:txXfrm>
    </dsp:sp>
    <dsp:sp modelId="{32A23BED-4637-4053-8C2F-139A4897AE10}">
      <dsp:nvSpPr>
        <dsp:cNvPr id="0" name=""/>
        <dsp:cNvSpPr/>
      </dsp:nvSpPr>
      <dsp:spPr>
        <a:xfrm>
          <a:off x="6403746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3E5429-18B7-45EB-BBC4-2514E7B03B3F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57385-66B4-4D6F-8B0E-9C4E769DEF18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Conflict and disagreement in technical teams</a:t>
          </a:r>
        </a:p>
      </dsp:txBody>
      <dsp:txXfrm>
        <a:off x="6095249" y="1265836"/>
        <a:ext cx="1582031" cy="632812"/>
      </dsp:txXfrm>
    </dsp:sp>
    <dsp:sp modelId="{606F6435-22EE-4981-9A65-952FB86307CE}">
      <dsp:nvSpPr>
        <dsp:cNvPr id="0" name=""/>
        <dsp:cNvSpPr/>
      </dsp:nvSpPr>
      <dsp:spPr>
        <a:xfrm>
          <a:off x="2685972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C248A0-B031-489E-A223-924A0DA12752}">
      <dsp:nvSpPr>
        <dsp:cNvPr id="0" name=""/>
        <dsp:cNvSpPr/>
      </dsp:nvSpPr>
      <dsp:spPr>
        <a:xfrm>
          <a:off x="2891636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0FB61-F98B-43D7-BBC8-6AE307FA944E}">
      <dsp:nvSpPr>
        <dsp:cNvPr id="0" name=""/>
        <dsp:cNvSpPr/>
      </dsp:nvSpPr>
      <dsp:spPr>
        <a:xfrm>
          <a:off x="237747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Red Team vs Blue Team communication simulation</a:t>
          </a:r>
        </a:p>
      </dsp:txBody>
      <dsp:txXfrm>
        <a:off x="2377476" y="3559781"/>
        <a:ext cx="1582031" cy="632812"/>
      </dsp:txXfrm>
    </dsp:sp>
    <dsp:sp modelId="{13640E34-0A9E-48B5-AF5A-B253F2E74DC6}">
      <dsp:nvSpPr>
        <dsp:cNvPr id="0" name=""/>
        <dsp:cNvSpPr/>
      </dsp:nvSpPr>
      <dsp:spPr>
        <a:xfrm>
          <a:off x="4544859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3A95D0-3BC0-45FF-A1A7-DFFBDF79204F}">
      <dsp:nvSpPr>
        <dsp:cNvPr id="0" name=""/>
        <dsp:cNvSpPr/>
      </dsp:nvSpPr>
      <dsp:spPr>
        <a:xfrm>
          <a:off x="4750523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C9717-E418-4F26-84AB-CCE55B552FAD}">
      <dsp:nvSpPr>
        <dsp:cNvPr id="0" name=""/>
        <dsp:cNvSpPr/>
      </dsp:nvSpPr>
      <dsp:spPr>
        <a:xfrm>
          <a:off x="423636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Communication skill practice and reflection</a:t>
          </a:r>
        </a:p>
      </dsp:txBody>
      <dsp:txXfrm>
        <a:off x="4236363" y="3559781"/>
        <a:ext cx="1582031" cy="632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25278-DBE5-4E54-A796-D24A2E12BAE7}">
      <dsp:nvSpPr>
        <dsp:cNvPr id="0" name=""/>
        <dsp:cNvSpPr/>
      </dsp:nvSpPr>
      <dsp:spPr>
        <a:xfrm>
          <a:off x="0" y="8210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Technical findings only matter if decision-makers understand them</a:t>
          </a:r>
        </a:p>
      </dsp:txBody>
      <dsp:txXfrm>
        <a:off x="50489" y="132590"/>
        <a:ext cx="8128622" cy="933302"/>
      </dsp:txXfrm>
    </dsp:sp>
    <dsp:sp modelId="{620626CD-6701-4D97-AC5D-8B305BF83E7C}">
      <dsp:nvSpPr>
        <dsp:cNvPr id="0" name=""/>
        <dsp:cNvSpPr/>
      </dsp:nvSpPr>
      <dsp:spPr>
        <a:xfrm>
          <a:off x="0" y="119126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Security incidents require fast coordinated response</a:t>
          </a:r>
        </a:p>
      </dsp:txBody>
      <dsp:txXfrm>
        <a:off x="50489" y="1241750"/>
        <a:ext cx="8128622" cy="933302"/>
      </dsp:txXfrm>
    </dsp:sp>
    <dsp:sp modelId="{50FE3B4C-E2A0-4175-BED0-F00D743C2E30}">
      <dsp:nvSpPr>
        <dsp:cNvPr id="0" name=""/>
        <dsp:cNvSpPr/>
      </dsp:nvSpPr>
      <dsp:spPr>
        <a:xfrm>
          <a:off x="0" y="230042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Executives make risk decisions based on communication</a:t>
          </a:r>
        </a:p>
      </dsp:txBody>
      <dsp:txXfrm>
        <a:off x="50489" y="2350910"/>
        <a:ext cx="8128622" cy="933302"/>
      </dsp:txXfrm>
    </dsp:sp>
    <dsp:sp modelId="{4CEA1FC3-CE16-40BE-A748-029F018662FA}">
      <dsp:nvSpPr>
        <dsp:cNvPr id="0" name=""/>
        <dsp:cNvSpPr/>
      </dsp:nvSpPr>
      <dsp:spPr>
        <a:xfrm>
          <a:off x="0" y="340958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Miscommunication can increase business risk and financial impact</a:t>
          </a:r>
        </a:p>
      </dsp:txBody>
      <dsp:txXfrm>
        <a:off x="50489" y="3460070"/>
        <a:ext cx="8128622" cy="9333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ADFC7-6F8E-4A79-9C90-C21D98CD56E8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5DB57-9DC0-44C9-BB85-0CD1330486AF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67534-3459-40CA-930C-220074B1C6EC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Communication transfers meaning — not just information</a:t>
          </a:r>
        </a:p>
      </dsp:txBody>
      <dsp:txXfrm>
        <a:off x="1493203" y="552"/>
        <a:ext cx="6736396" cy="1292816"/>
      </dsp:txXfrm>
    </dsp:sp>
    <dsp:sp modelId="{8891B858-A3EE-4850-B669-AF40C54502D0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60FBC-C9E2-478B-A07D-118D9BB8E925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E8E11-BC5E-4CE6-AC6D-AE79D59336EB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What you say, what you mean, and what others understand can differ</a:t>
          </a:r>
        </a:p>
      </dsp:txBody>
      <dsp:txXfrm>
        <a:off x="1493203" y="1616573"/>
        <a:ext cx="6736396" cy="1292816"/>
      </dsp:txXfrm>
    </dsp:sp>
    <dsp:sp modelId="{5670B129-E96A-44D5-8B5C-FFA004094742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827093-706F-4AB5-84AA-D1B57171F4EF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F379C-70B1-4353-B4D3-D8084E7904E7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Clear, concise, audience-focused messaging is critical</a:t>
          </a:r>
        </a:p>
      </dsp:txBody>
      <dsp:txXfrm>
        <a:off x="1493203" y="3232593"/>
        <a:ext cx="6736396" cy="12928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E79149-94AA-4533-91C1-D23A162C93C8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FD750-0D80-4CB2-81AE-0BB60E7E4905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Hearing = sound reception</a:t>
          </a:r>
        </a:p>
      </dsp:txBody>
      <dsp:txXfrm>
        <a:off x="0" y="0"/>
        <a:ext cx="8229600" cy="1131490"/>
      </dsp:txXfrm>
    </dsp:sp>
    <dsp:sp modelId="{29865FBA-4C1A-4268-BE0E-7FC766CA5629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D272D-5EA7-40A9-8236-6095804E3214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Listening = attention + interpretation + response</a:t>
          </a:r>
        </a:p>
      </dsp:txBody>
      <dsp:txXfrm>
        <a:off x="0" y="1131490"/>
        <a:ext cx="8229600" cy="1131490"/>
      </dsp:txXfrm>
    </dsp:sp>
    <dsp:sp modelId="{21F82BFD-79B3-4BB8-B474-D33A68E78656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66C42-DC82-4A44-A8EC-F8C0DDF94A55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Good listening prevents misinterpretation of alerts or findings</a:t>
          </a:r>
        </a:p>
      </dsp:txBody>
      <dsp:txXfrm>
        <a:off x="0" y="2262981"/>
        <a:ext cx="8229600" cy="1131490"/>
      </dsp:txXfrm>
    </dsp:sp>
    <dsp:sp modelId="{AEB91D3A-7F93-46A1-B41C-E56AD4BF2771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46B73-914F-4793-80E2-3D9345AE68EE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Active listening improves team coordination</a:t>
          </a:r>
        </a:p>
      </dsp:txBody>
      <dsp:txXfrm>
        <a:off x="0" y="3394472"/>
        <a:ext cx="8229600" cy="11314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85023E-1C66-4FF4-803B-33E68100D959}">
      <dsp:nvSpPr>
        <dsp:cNvPr id="0" name=""/>
        <dsp:cNvSpPr/>
      </dsp:nvSpPr>
      <dsp:spPr>
        <a:xfrm>
          <a:off x="0" y="534887"/>
          <a:ext cx="4668251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Body language often communicates more than words</a:t>
          </a:r>
        </a:p>
      </dsp:txBody>
      <dsp:txXfrm>
        <a:off x="50489" y="585376"/>
        <a:ext cx="4567273" cy="933302"/>
      </dsp:txXfrm>
    </dsp:sp>
    <dsp:sp modelId="{B3FA4162-796C-4403-A548-8D2B6A7F4451}">
      <dsp:nvSpPr>
        <dsp:cNvPr id="0" name=""/>
        <dsp:cNvSpPr/>
      </dsp:nvSpPr>
      <dsp:spPr>
        <a:xfrm>
          <a:off x="0" y="1644048"/>
          <a:ext cx="4668251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Eye contact, posture, tone influence trust and credibility</a:t>
          </a:r>
        </a:p>
      </dsp:txBody>
      <dsp:txXfrm>
        <a:off x="50489" y="1694537"/>
        <a:ext cx="4567273" cy="933302"/>
      </dsp:txXfrm>
    </dsp:sp>
    <dsp:sp modelId="{8A96D71A-06A6-4C8F-9808-3395522BD6D3}">
      <dsp:nvSpPr>
        <dsp:cNvPr id="0" name=""/>
        <dsp:cNvSpPr/>
      </dsp:nvSpPr>
      <dsp:spPr>
        <a:xfrm>
          <a:off x="0" y="2753208"/>
          <a:ext cx="4668251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Non-verbal cues must match verbal message</a:t>
          </a:r>
        </a:p>
      </dsp:txBody>
      <dsp:txXfrm>
        <a:off x="50489" y="2803697"/>
        <a:ext cx="4567273" cy="933302"/>
      </dsp:txXfrm>
    </dsp:sp>
    <dsp:sp modelId="{FDD0148D-AA9D-40DB-9551-C9D3308657D1}">
      <dsp:nvSpPr>
        <dsp:cNvPr id="0" name=""/>
        <dsp:cNvSpPr/>
      </dsp:nvSpPr>
      <dsp:spPr>
        <a:xfrm>
          <a:off x="0" y="3862368"/>
          <a:ext cx="4668251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Awareness of body language improves collaboration</a:t>
          </a:r>
        </a:p>
      </dsp:txBody>
      <dsp:txXfrm>
        <a:off x="50489" y="3912857"/>
        <a:ext cx="4567273" cy="9333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29648-BDB3-4E4A-856A-60A4CFC15A29}">
      <dsp:nvSpPr>
        <dsp:cNvPr id="0" name=""/>
        <dsp:cNvSpPr/>
      </dsp:nvSpPr>
      <dsp:spPr>
        <a:xfrm>
          <a:off x="160" y="684954"/>
          <a:ext cx="1932912" cy="23194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Avoid jargon and technical detail overload</a:t>
          </a:r>
        </a:p>
      </dsp:txBody>
      <dsp:txXfrm>
        <a:off x="160" y="1612752"/>
        <a:ext cx="1932912" cy="1391697"/>
      </dsp:txXfrm>
    </dsp:sp>
    <dsp:sp modelId="{5F727165-9C1C-45A1-899B-7D7B542E9C61}">
      <dsp:nvSpPr>
        <dsp:cNvPr id="0" name=""/>
        <dsp:cNvSpPr/>
      </dsp:nvSpPr>
      <dsp:spPr>
        <a:xfrm>
          <a:off x="160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01</a:t>
          </a:r>
        </a:p>
      </dsp:txBody>
      <dsp:txXfrm>
        <a:off x="160" y="684954"/>
        <a:ext cx="1932912" cy="927798"/>
      </dsp:txXfrm>
    </dsp:sp>
    <dsp:sp modelId="{7418809A-20F6-4EBC-B1F8-133BCC5C6A32}">
      <dsp:nvSpPr>
        <dsp:cNvPr id="0" name=""/>
        <dsp:cNvSpPr/>
      </dsp:nvSpPr>
      <dsp:spPr>
        <a:xfrm>
          <a:off x="2087706" y="684954"/>
          <a:ext cx="1932912" cy="2319495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Explain risk in business impact terms</a:t>
          </a:r>
        </a:p>
      </dsp:txBody>
      <dsp:txXfrm>
        <a:off x="2087706" y="1612752"/>
        <a:ext cx="1932912" cy="1391697"/>
      </dsp:txXfrm>
    </dsp:sp>
    <dsp:sp modelId="{6A2E97EC-61D8-422F-AF74-933AA82E07B4}">
      <dsp:nvSpPr>
        <dsp:cNvPr id="0" name=""/>
        <dsp:cNvSpPr/>
      </dsp:nvSpPr>
      <dsp:spPr>
        <a:xfrm>
          <a:off x="2087706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02</a:t>
          </a:r>
        </a:p>
      </dsp:txBody>
      <dsp:txXfrm>
        <a:off x="2087706" y="684954"/>
        <a:ext cx="1932912" cy="927798"/>
      </dsp:txXfrm>
    </dsp:sp>
    <dsp:sp modelId="{76F585C3-47DA-4C00-BDF5-E82EF0668524}">
      <dsp:nvSpPr>
        <dsp:cNvPr id="0" name=""/>
        <dsp:cNvSpPr/>
      </dsp:nvSpPr>
      <dsp:spPr>
        <a:xfrm>
          <a:off x="4175252" y="684954"/>
          <a:ext cx="1932912" cy="2319495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Connect security to money, operations, safety, reputation</a:t>
          </a:r>
        </a:p>
      </dsp:txBody>
      <dsp:txXfrm>
        <a:off x="4175252" y="1612752"/>
        <a:ext cx="1932912" cy="1391697"/>
      </dsp:txXfrm>
    </dsp:sp>
    <dsp:sp modelId="{ECBFB5CC-FED9-49B8-AD9D-4C8057C944B1}">
      <dsp:nvSpPr>
        <dsp:cNvPr id="0" name=""/>
        <dsp:cNvSpPr/>
      </dsp:nvSpPr>
      <dsp:spPr>
        <a:xfrm>
          <a:off x="4175252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03</a:t>
          </a:r>
        </a:p>
      </dsp:txBody>
      <dsp:txXfrm>
        <a:off x="4175252" y="684954"/>
        <a:ext cx="1932912" cy="927798"/>
      </dsp:txXfrm>
    </dsp:sp>
    <dsp:sp modelId="{40925901-89EC-4FB6-A7D2-6F163FCD439F}">
      <dsp:nvSpPr>
        <dsp:cNvPr id="0" name=""/>
        <dsp:cNvSpPr/>
      </dsp:nvSpPr>
      <dsp:spPr>
        <a:xfrm>
          <a:off x="6262797" y="684954"/>
          <a:ext cx="1932912" cy="231949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 clear recommendation and decision path</a:t>
          </a:r>
        </a:p>
      </dsp:txBody>
      <dsp:txXfrm>
        <a:off x="6262797" y="1612752"/>
        <a:ext cx="1932912" cy="1391697"/>
      </dsp:txXfrm>
    </dsp:sp>
    <dsp:sp modelId="{BE2AB0AE-ED09-4680-8C6A-9AD352FD3FB6}">
      <dsp:nvSpPr>
        <dsp:cNvPr id="0" name=""/>
        <dsp:cNvSpPr/>
      </dsp:nvSpPr>
      <dsp:spPr>
        <a:xfrm>
          <a:off x="6262797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04</a:t>
          </a:r>
        </a:p>
      </dsp:txBody>
      <dsp:txXfrm>
        <a:off x="6262797" y="684954"/>
        <a:ext cx="1932912" cy="9277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47A972-D198-49F9-8A16-11A08E0F0FB5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D2545-5C60-4127-8D93-CFD1085F4575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Technical: 'Unauthorized lateral movement detected'</a:t>
          </a:r>
        </a:p>
      </dsp:txBody>
      <dsp:txXfrm>
        <a:off x="0" y="0"/>
        <a:ext cx="8229600" cy="1131490"/>
      </dsp:txXfrm>
    </dsp:sp>
    <dsp:sp modelId="{94D91037-D80A-4DEB-85D7-ECFBC91CADD0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7587B0-9592-43FC-B218-A0B571177175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Business: 'An attacker is moving between systems trying to access sensitive data'</a:t>
          </a:r>
        </a:p>
      </dsp:txBody>
      <dsp:txXfrm>
        <a:off x="0" y="1131490"/>
        <a:ext cx="8229600" cy="1131490"/>
      </dsp:txXfrm>
    </dsp:sp>
    <dsp:sp modelId="{F9821A53-6F11-4F2F-BD32-BB63D7E1833D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2891-B998-4C8D-A8BE-2C69BDA5F7F3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Technical: 'Exploit vulnerability CVE‑XXXX'</a:t>
          </a:r>
        </a:p>
      </dsp:txBody>
      <dsp:txXfrm>
        <a:off x="0" y="2262981"/>
        <a:ext cx="8229600" cy="1131490"/>
      </dsp:txXfrm>
    </dsp:sp>
    <dsp:sp modelId="{C9285906-CC81-458F-AE20-EF79C978540E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2B4818-ACB2-422A-8063-1DA5AC15E533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Business: 'Fix a weakness attackers can use to break in'</a:t>
          </a:r>
        </a:p>
      </dsp:txBody>
      <dsp:txXfrm>
        <a:off x="0" y="3394472"/>
        <a:ext cx="8229600" cy="113149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91BA0-5808-4AD9-98BB-F140196314D1}">
      <dsp:nvSpPr>
        <dsp:cNvPr id="0" name=""/>
        <dsp:cNvSpPr/>
      </dsp:nvSpPr>
      <dsp:spPr>
        <a:xfrm>
          <a:off x="1000024" y="2516"/>
          <a:ext cx="4000099" cy="13035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Start with risk and impact</a:t>
          </a:r>
        </a:p>
      </dsp:txBody>
      <dsp:txXfrm>
        <a:off x="1000024" y="2516"/>
        <a:ext cx="4000099" cy="1303561"/>
      </dsp:txXfrm>
    </dsp:sp>
    <dsp:sp modelId="{C7E76C9B-2283-4565-87BC-0FD1C367E11C}">
      <dsp:nvSpPr>
        <dsp:cNvPr id="0" name=""/>
        <dsp:cNvSpPr/>
      </dsp:nvSpPr>
      <dsp:spPr>
        <a:xfrm>
          <a:off x="0" y="2516"/>
          <a:ext cx="1000024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Start</a:t>
          </a:r>
        </a:p>
      </dsp:txBody>
      <dsp:txXfrm>
        <a:off x="0" y="2516"/>
        <a:ext cx="1000024" cy="1303561"/>
      </dsp:txXfrm>
    </dsp:sp>
    <dsp:sp modelId="{7DE0975B-7A2D-4DF5-8F2B-CEEE71583F28}">
      <dsp:nvSpPr>
        <dsp:cNvPr id="0" name=""/>
        <dsp:cNvSpPr/>
      </dsp:nvSpPr>
      <dsp:spPr>
        <a:xfrm>
          <a:off x="1000024" y="1384291"/>
          <a:ext cx="4000099" cy="13035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 concise and structured</a:t>
          </a:r>
        </a:p>
      </dsp:txBody>
      <dsp:txXfrm>
        <a:off x="1000024" y="1384291"/>
        <a:ext cx="4000099" cy="1303561"/>
      </dsp:txXfrm>
    </dsp:sp>
    <dsp:sp modelId="{0CDC21FD-7568-4935-9462-A978ADA83B67}">
      <dsp:nvSpPr>
        <dsp:cNvPr id="0" name=""/>
        <dsp:cNvSpPr/>
      </dsp:nvSpPr>
      <dsp:spPr>
        <a:xfrm>
          <a:off x="0" y="1384291"/>
          <a:ext cx="1000024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</a:t>
          </a:r>
        </a:p>
      </dsp:txBody>
      <dsp:txXfrm>
        <a:off x="0" y="1384291"/>
        <a:ext cx="1000024" cy="1303561"/>
      </dsp:txXfrm>
    </dsp:sp>
    <dsp:sp modelId="{D1070E88-F373-4906-AC00-296BD9F63355}">
      <dsp:nvSpPr>
        <dsp:cNvPr id="0" name=""/>
        <dsp:cNvSpPr/>
      </dsp:nvSpPr>
      <dsp:spPr>
        <a:xfrm>
          <a:off x="1000024" y="2766066"/>
          <a:ext cx="4000099" cy="13035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Provide recommendation</a:t>
          </a:r>
        </a:p>
      </dsp:txBody>
      <dsp:txXfrm>
        <a:off x="1000024" y="2766066"/>
        <a:ext cx="4000099" cy="1303561"/>
      </dsp:txXfrm>
    </dsp:sp>
    <dsp:sp modelId="{FFDEDA66-3499-47DB-8F30-DB3FB44C3330}">
      <dsp:nvSpPr>
        <dsp:cNvPr id="0" name=""/>
        <dsp:cNvSpPr/>
      </dsp:nvSpPr>
      <dsp:spPr>
        <a:xfrm>
          <a:off x="0" y="2766066"/>
          <a:ext cx="1000024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</a:t>
          </a:r>
        </a:p>
      </dsp:txBody>
      <dsp:txXfrm>
        <a:off x="0" y="2766066"/>
        <a:ext cx="1000024" cy="1303561"/>
      </dsp:txXfrm>
    </dsp:sp>
    <dsp:sp modelId="{620E852B-1DD2-478E-9640-8C42E058CD44}">
      <dsp:nvSpPr>
        <dsp:cNvPr id="0" name=""/>
        <dsp:cNvSpPr/>
      </dsp:nvSpPr>
      <dsp:spPr>
        <a:xfrm>
          <a:off x="1000024" y="4147841"/>
          <a:ext cx="4000099" cy="13035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Focus on decisions, not technical detail</a:t>
          </a:r>
        </a:p>
      </dsp:txBody>
      <dsp:txXfrm>
        <a:off x="1000024" y="4147841"/>
        <a:ext cx="4000099" cy="1303561"/>
      </dsp:txXfrm>
    </dsp:sp>
    <dsp:sp modelId="{F6BD910F-919B-46BA-9DC6-2B43D6429997}">
      <dsp:nvSpPr>
        <dsp:cNvPr id="0" name=""/>
        <dsp:cNvSpPr/>
      </dsp:nvSpPr>
      <dsp:spPr>
        <a:xfrm>
          <a:off x="0" y="4147841"/>
          <a:ext cx="1000024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Focus on</a:t>
          </a:r>
        </a:p>
      </dsp:txBody>
      <dsp:txXfrm>
        <a:off x="0" y="4147841"/>
        <a:ext cx="1000024" cy="130356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F4862-896A-4133-8DE5-C0F0B334CBC7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29D83-DBE6-493E-9451-2F641FB7F784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With peers → collaboration and shared understanding</a:t>
          </a:r>
        </a:p>
      </dsp:txBody>
      <dsp:txXfrm>
        <a:off x="25435" y="2276522"/>
        <a:ext cx="1800000" cy="720000"/>
      </dsp:txXfrm>
    </dsp:sp>
    <dsp:sp modelId="{D184C360-6BB5-4990-9B83-BFA1D7C06947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9A71E-628B-448D-8017-7A568FF7AFF0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With leadership → risk and decision focus</a:t>
          </a:r>
        </a:p>
      </dsp:txBody>
      <dsp:txXfrm>
        <a:off x="2140435" y="2276522"/>
        <a:ext cx="1800000" cy="720000"/>
      </dsp:txXfrm>
    </dsp:sp>
    <dsp:sp modelId="{8BC0E5D6-0E69-4EEE-A59C-93F23B68C768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630C3-99C7-4C09-8836-96756759733F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With juniors → clarity and guidance</a:t>
          </a:r>
        </a:p>
      </dsp:txBody>
      <dsp:txXfrm>
        <a:off x="4255435" y="2276522"/>
        <a:ext cx="1800000" cy="720000"/>
      </dsp:txXfrm>
    </dsp:sp>
    <dsp:sp modelId="{C6D38241-7698-4C78-A08E-2FB20CC10D7B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FFAC6-56D6-49BB-9E3C-75679AEA9ED0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With business teams → translation and impact framing</a:t>
          </a:r>
        </a:p>
      </dsp:txBody>
      <dsp:txXfrm>
        <a:off x="6370435" y="2276522"/>
        <a:ext cx="1800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86CB3-ED89-4629-BEDD-8205971C4350}">
      <dsp:nvSpPr>
        <dsp:cNvPr id="0" name=""/>
        <dsp:cNvSpPr/>
      </dsp:nvSpPr>
      <dsp:spPr>
        <a:xfrm>
          <a:off x="2223" y="548300"/>
          <a:ext cx="1763970" cy="246955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526" tIns="330200" rIns="137526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Focus on evidence and risk</a:t>
          </a:r>
        </a:p>
      </dsp:txBody>
      <dsp:txXfrm>
        <a:off x="2223" y="1486732"/>
        <a:ext cx="1763970" cy="1481735"/>
      </dsp:txXfrm>
    </dsp:sp>
    <dsp:sp modelId="{10114E21-FB81-42D0-978B-7B17B3693574}">
      <dsp:nvSpPr>
        <dsp:cNvPr id="0" name=""/>
        <dsp:cNvSpPr/>
      </dsp:nvSpPr>
      <dsp:spPr>
        <a:xfrm>
          <a:off x="513774" y="795256"/>
          <a:ext cx="740867" cy="74086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761" tIns="12700" rIns="57761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1</a:t>
          </a:r>
        </a:p>
      </dsp:txBody>
      <dsp:txXfrm>
        <a:off x="622271" y="903753"/>
        <a:ext cx="523873" cy="523873"/>
      </dsp:txXfrm>
    </dsp:sp>
    <dsp:sp modelId="{3DB2CA6B-5AA5-4B67-9BE8-59B3A45097E0}">
      <dsp:nvSpPr>
        <dsp:cNvPr id="0" name=""/>
        <dsp:cNvSpPr/>
      </dsp:nvSpPr>
      <dsp:spPr>
        <a:xfrm>
          <a:off x="2223" y="3017787"/>
          <a:ext cx="1763970" cy="72"/>
        </a:xfrm>
        <a:prstGeom prst="rect">
          <a:avLst/>
        </a:prstGeom>
        <a:solidFill>
          <a:schemeClr val="accent5">
            <a:hueOff val="-1419125"/>
            <a:satOff val="5687"/>
            <a:lumOff val="1233"/>
            <a:alphaOff val="0"/>
          </a:schemeClr>
        </a:solidFill>
        <a:ln w="25400" cap="flat" cmpd="sng" algn="ctr">
          <a:solidFill>
            <a:schemeClr val="accent5">
              <a:hueOff val="-1419125"/>
              <a:satOff val="5687"/>
              <a:lumOff val="12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0B986-E629-4DC2-A132-DEF2549BCA34}">
      <dsp:nvSpPr>
        <dsp:cNvPr id="0" name=""/>
        <dsp:cNvSpPr/>
      </dsp:nvSpPr>
      <dsp:spPr>
        <a:xfrm>
          <a:off x="1942591" y="548300"/>
          <a:ext cx="1763970" cy="2469558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526" tIns="330200" rIns="137526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Acknowledge perspectives</a:t>
          </a:r>
        </a:p>
      </dsp:txBody>
      <dsp:txXfrm>
        <a:off x="1942591" y="1486732"/>
        <a:ext cx="1763970" cy="1481735"/>
      </dsp:txXfrm>
    </dsp:sp>
    <dsp:sp modelId="{A81C252D-272E-49C1-B521-33FE9FC9C891}">
      <dsp:nvSpPr>
        <dsp:cNvPr id="0" name=""/>
        <dsp:cNvSpPr/>
      </dsp:nvSpPr>
      <dsp:spPr>
        <a:xfrm>
          <a:off x="2454142" y="795256"/>
          <a:ext cx="740867" cy="740867"/>
        </a:xfrm>
        <a:prstGeom prst="ellipse">
          <a:avLst/>
        </a:prstGeom>
        <a:solidFill>
          <a:schemeClr val="accent5">
            <a:hueOff val="-2838251"/>
            <a:satOff val="11375"/>
            <a:lumOff val="2465"/>
            <a:alphaOff val="0"/>
          </a:schemeClr>
        </a:solidFill>
        <a:ln w="25400" cap="flat" cmpd="sng" algn="ctr">
          <a:solidFill>
            <a:schemeClr val="accent5">
              <a:hueOff val="-2838251"/>
              <a:satOff val="11375"/>
              <a:lumOff val="24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761" tIns="12700" rIns="57761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2</a:t>
          </a:r>
        </a:p>
      </dsp:txBody>
      <dsp:txXfrm>
        <a:off x="2562639" y="903753"/>
        <a:ext cx="523873" cy="523873"/>
      </dsp:txXfrm>
    </dsp:sp>
    <dsp:sp modelId="{8535134C-7F58-417C-9BC5-1690018A8055}">
      <dsp:nvSpPr>
        <dsp:cNvPr id="0" name=""/>
        <dsp:cNvSpPr/>
      </dsp:nvSpPr>
      <dsp:spPr>
        <a:xfrm>
          <a:off x="1942591" y="3017787"/>
          <a:ext cx="1763970" cy="72"/>
        </a:xfrm>
        <a:prstGeom prst="rect">
          <a:avLst/>
        </a:prstGeom>
        <a:solidFill>
          <a:schemeClr val="accent5">
            <a:hueOff val="-4257376"/>
            <a:satOff val="17062"/>
            <a:lumOff val="3698"/>
            <a:alphaOff val="0"/>
          </a:schemeClr>
        </a:solidFill>
        <a:ln w="25400" cap="flat" cmpd="sng" algn="ctr">
          <a:solidFill>
            <a:schemeClr val="accent5">
              <a:hueOff val="-4257376"/>
              <a:satOff val="17062"/>
              <a:lumOff val="36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080D5-5C16-4F7D-AAC5-D1718088D375}">
      <dsp:nvSpPr>
        <dsp:cNvPr id="0" name=""/>
        <dsp:cNvSpPr/>
      </dsp:nvSpPr>
      <dsp:spPr>
        <a:xfrm>
          <a:off x="3882958" y="548300"/>
          <a:ext cx="1763970" cy="2469558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526" tIns="330200" rIns="137526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Align on shared objective</a:t>
          </a:r>
        </a:p>
      </dsp:txBody>
      <dsp:txXfrm>
        <a:off x="3882958" y="1486732"/>
        <a:ext cx="1763970" cy="1481735"/>
      </dsp:txXfrm>
    </dsp:sp>
    <dsp:sp modelId="{3F61BAAF-61FA-43FD-B55A-20BB1AEE098F}">
      <dsp:nvSpPr>
        <dsp:cNvPr id="0" name=""/>
        <dsp:cNvSpPr/>
      </dsp:nvSpPr>
      <dsp:spPr>
        <a:xfrm>
          <a:off x="4394509" y="795256"/>
          <a:ext cx="740867" cy="740867"/>
        </a:xfrm>
        <a:prstGeom prst="ellipse">
          <a:avLst/>
        </a:prstGeom>
        <a:solidFill>
          <a:schemeClr val="accent5">
            <a:hueOff val="-5676501"/>
            <a:satOff val="22749"/>
            <a:lumOff val="4930"/>
            <a:alphaOff val="0"/>
          </a:schemeClr>
        </a:solidFill>
        <a:ln w="25400" cap="flat" cmpd="sng" algn="ctr">
          <a:solidFill>
            <a:schemeClr val="accent5">
              <a:hueOff val="-5676501"/>
              <a:satOff val="22749"/>
              <a:lumOff val="49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761" tIns="12700" rIns="57761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3</a:t>
          </a:r>
        </a:p>
      </dsp:txBody>
      <dsp:txXfrm>
        <a:off x="4503006" y="903753"/>
        <a:ext cx="523873" cy="523873"/>
      </dsp:txXfrm>
    </dsp:sp>
    <dsp:sp modelId="{D4D03C45-DCBB-47D1-BDCB-76A5F506334A}">
      <dsp:nvSpPr>
        <dsp:cNvPr id="0" name=""/>
        <dsp:cNvSpPr/>
      </dsp:nvSpPr>
      <dsp:spPr>
        <a:xfrm>
          <a:off x="3882958" y="3017787"/>
          <a:ext cx="1763970" cy="72"/>
        </a:xfrm>
        <a:prstGeom prst="rect">
          <a:avLst/>
        </a:prstGeom>
        <a:solidFill>
          <a:schemeClr val="accent5">
            <a:hueOff val="-7095626"/>
            <a:satOff val="28436"/>
            <a:lumOff val="6163"/>
            <a:alphaOff val="0"/>
          </a:schemeClr>
        </a:solidFill>
        <a:ln w="25400" cap="flat" cmpd="sng" algn="ctr">
          <a:solidFill>
            <a:schemeClr val="accent5">
              <a:hueOff val="-7095626"/>
              <a:satOff val="28436"/>
              <a:lumOff val="61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94A4C-F0DB-4B2F-ABD8-847B22C5B4D5}">
      <dsp:nvSpPr>
        <dsp:cNvPr id="0" name=""/>
        <dsp:cNvSpPr/>
      </dsp:nvSpPr>
      <dsp:spPr>
        <a:xfrm>
          <a:off x="5823326" y="548300"/>
          <a:ext cx="1763970" cy="2469558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526" tIns="330200" rIns="137526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Propose solution alternatives</a:t>
          </a:r>
        </a:p>
      </dsp:txBody>
      <dsp:txXfrm>
        <a:off x="5823326" y="1486732"/>
        <a:ext cx="1763970" cy="1481735"/>
      </dsp:txXfrm>
    </dsp:sp>
    <dsp:sp modelId="{8A3085BF-6E0D-4EE4-B143-560045119DFA}">
      <dsp:nvSpPr>
        <dsp:cNvPr id="0" name=""/>
        <dsp:cNvSpPr/>
      </dsp:nvSpPr>
      <dsp:spPr>
        <a:xfrm>
          <a:off x="6334877" y="795256"/>
          <a:ext cx="740867" cy="740867"/>
        </a:xfrm>
        <a:prstGeom prst="ellipse">
          <a:avLst/>
        </a:prstGeom>
        <a:solidFill>
          <a:schemeClr val="accent5">
            <a:hueOff val="-8514751"/>
            <a:satOff val="34124"/>
            <a:lumOff val="7395"/>
            <a:alphaOff val="0"/>
          </a:schemeClr>
        </a:solidFill>
        <a:ln w="25400" cap="flat" cmpd="sng" algn="ctr">
          <a:solidFill>
            <a:schemeClr val="accent5">
              <a:hueOff val="-8514751"/>
              <a:satOff val="34124"/>
              <a:lumOff val="73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761" tIns="12700" rIns="57761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4</a:t>
          </a:r>
        </a:p>
      </dsp:txBody>
      <dsp:txXfrm>
        <a:off x="6443374" y="903753"/>
        <a:ext cx="523873" cy="523873"/>
      </dsp:txXfrm>
    </dsp:sp>
    <dsp:sp modelId="{767BBCE3-AE41-45EA-B09A-1F387C1416D6}">
      <dsp:nvSpPr>
        <dsp:cNvPr id="0" name=""/>
        <dsp:cNvSpPr/>
      </dsp:nvSpPr>
      <dsp:spPr>
        <a:xfrm>
          <a:off x="5823326" y="3017787"/>
          <a:ext cx="1763970" cy="72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E8BCD-8E13-4B2E-9CC8-52842C9E0B31}">
      <dsp:nvSpPr>
        <dsp:cNvPr id="0" name=""/>
        <dsp:cNvSpPr/>
      </dsp:nvSpPr>
      <dsp:spPr>
        <a:xfrm>
          <a:off x="4684302" y="11318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“I see your approach.”</a:t>
          </a:r>
        </a:p>
      </dsp:txBody>
      <dsp:txXfrm>
        <a:off x="4684302" y="11318"/>
        <a:ext cx="926231" cy="926231"/>
      </dsp:txXfrm>
    </dsp:sp>
    <dsp:sp modelId="{A06A7CD2-EA06-48EE-A565-A6B79869ED55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20571900"/>
            <a:gd name="adj4" fmla="val 18984357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1FC4A-09BC-49EB-818A-D31A81675318}">
      <dsp:nvSpPr>
        <dsp:cNvPr id="0" name=""/>
        <dsp:cNvSpPr/>
      </dsp:nvSpPr>
      <dsp:spPr>
        <a:xfrm>
          <a:off x="5716920" y="1799865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“Our shared objective is…”</a:t>
          </a:r>
        </a:p>
      </dsp:txBody>
      <dsp:txXfrm>
        <a:off x="5716920" y="1799865"/>
        <a:ext cx="926231" cy="926231"/>
      </dsp:txXfrm>
    </dsp:sp>
    <dsp:sp modelId="{3ABD6542-CF89-4036-A3D2-99631E7F71A7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2365047"/>
            <a:gd name="adj4" fmla="val 777504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B6DFD-0111-47C5-AED3-79122A771D3E}">
      <dsp:nvSpPr>
        <dsp:cNvPr id="0" name=""/>
        <dsp:cNvSpPr/>
      </dsp:nvSpPr>
      <dsp:spPr>
        <a:xfrm>
          <a:off x="4684302" y="3588412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“My concern is the risk of…”</a:t>
          </a:r>
        </a:p>
      </dsp:txBody>
      <dsp:txXfrm>
        <a:off x="4684302" y="3588412"/>
        <a:ext cx="926231" cy="926231"/>
      </dsp:txXfrm>
    </dsp:sp>
    <dsp:sp modelId="{45A46C70-5247-4DE1-8D0F-5002E30FEC43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6109830"/>
            <a:gd name="adj4" fmla="val 4439574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07805-5C2B-467E-B41D-167735E13CD3}">
      <dsp:nvSpPr>
        <dsp:cNvPr id="0" name=""/>
        <dsp:cNvSpPr/>
      </dsp:nvSpPr>
      <dsp:spPr>
        <a:xfrm>
          <a:off x="2619065" y="3588412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“Here is the data supporting this view…”</a:t>
          </a:r>
        </a:p>
      </dsp:txBody>
      <dsp:txXfrm>
        <a:off x="2619065" y="3588412"/>
        <a:ext cx="926231" cy="926231"/>
      </dsp:txXfrm>
    </dsp:sp>
    <dsp:sp modelId="{0A0967B2-1ED4-41DC-ACDB-2BAE53AF80AD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9771900"/>
            <a:gd name="adj4" fmla="val 8184357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55FE3-42AA-4A99-AC38-B2ABFA2F881C}">
      <dsp:nvSpPr>
        <dsp:cNvPr id="0" name=""/>
        <dsp:cNvSpPr/>
      </dsp:nvSpPr>
      <dsp:spPr>
        <a:xfrm>
          <a:off x="1586447" y="1799865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“Can we combine both approaches?”</a:t>
          </a:r>
        </a:p>
      </dsp:txBody>
      <dsp:txXfrm>
        <a:off x="1586447" y="1799865"/>
        <a:ext cx="926231" cy="926231"/>
      </dsp:txXfrm>
    </dsp:sp>
    <dsp:sp modelId="{121E8211-809F-4928-9E6B-38C44F9286BE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13165047"/>
            <a:gd name="adj4" fmla="val 11577504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34928-EE1D-45F3-B8C2-E218A267BEEE}">
      <dsp:nvSpPr>
        <dsp:cNvPr id="0" name=""/>
        <dsp:cNvSpPr/>
      </dsp:nvSpPr>
      <dsp:spPr>
        <a:xfrm>
          <a:off x="2619065" y="11318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“Final aligned decision…”</a:t>
          </a:r>
        </a:p>
      </dsp:txBody>
      <dsp:txXfrm>
        <a:off x="2619065" y="11318"/>
        <a:ext cx="926231" cy="926231"/>
      </dsp:txXfrm>
    </dsp:sp>
    <dsp:sp modelId="{AD7FFBD2-7341-404F-B889-B22C980473CC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16909830"/>
            <a:gd name="adj4" fmla="val 15239574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652CD-76A7-4F1C-B8C0-436D5502051D}">
      <dsp:nvSpPr>
        <dsp:cNvPr id="0" name=""/>
        <dsp:cNvSpPr/>
      </dsp:nvSpPr>
      <dsp:spPr>
        <a:xfrm>
          <a:off x="925095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D91B0-B4D7-41F4-86BA-58708C443F36}">
      <dsp:nvSpPr>
        <dsp:cNvPr id="0" name=""/>
        <dsp:cNvSpPr/>
      </dsp:nvSpPr>
      <dsp:spPr>
        <a:xfrm>
          <a:off x="483752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“Based on current data, risk level is…”</a:t>
          </a:r>
        </a:p>
      </dsp:txBody>
      <dsp:txXfrm>
        <a:off x="483752" y="1420418"/>
        <a:ext cx="1604882" cy="641953"/>
      </dsp:txXfrm>
    </dsp:sp>
    <dsp:sp modelId="{E5DF89DC-D0A0-4B4E-B642-A60AB3CCE81A}">
      <dsp:nvSpPr>
        <dsp:cNvPr id="0" name=""/>
        <dsp:cNvSpPr/>
      </dsp:nvSpPr>
      <dsp:spPr>
        <a:xfrm>
          <a:off x="2810832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9BA06-857A-4698-AA13-E2AE28AC0978}">
      <dsp:nvSpPr>
        <dsp:cNvPr id="0" name=""/>
        <dsp:cNvSpPr/>
      </dsp:nvSpPr>
      <dsp:spPr>
        <a:xfrm>
          <a:off x="2369489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“Potential business impact includes…”</a:t>
          </a:r>
        </a:p>
      </dsp:txBody>
      <dsp:txXfrm>
        <a:off x="2369489" y="1420418"/>
        <a:ext cx="1604882" cy="641953"/>
      </dsp:txXfrm>
    </dsp:sp>
    <dsp:sp modelId="{9EF6A6B6-1843-4BDF-A8C7-0752C2D29F53}">
      <dsp:nvSpPr>
        <dsp:cNvPr id="0" name=""/>
        <dsp:cNvSpPr/>
      </dsp:nvSpPr>
      <dsp:spPr>
        <a:xfrm>
          <a:off x="4696570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829AB-6BEF-4371-8791-37721AC6C4C5}">
      <dsp:nvSpPr>
        <dsp:cNvPr id="0" name=""/>
        <dsp:cNvSpPr/>
      </dsp:nvSpPr>
      <dsp:spPr>
        <a:xfrm>
          <a:off x="4255227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“Recommended option…”</a:t>
          </a:r>
        </a:p>
      </dsp:txBody>
      <dsp:txXfrm>
        <a:off x="4255227" y="1420418"/>
        <a:ext cx="1604882" cy="641953"/>
      </dsp:txXfrm>
    </dsp:sp>
    <dsp:sp modelId="{903D7B30-2C8C-4623-9D18-665F6F2FBC6A}">
      <dsp:nvSpPr>
        <dsp:cNvPr id="0" name=""/>
        <dsp:cNvSpPr/>
      </dsp:nvSpPr>
      <dsp:spPr>
        <a:xfrm>
          <a:off x="6582307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F174E-F903-46DA-B79A-5B626B189284}">
      <dsp:nvSpPr>
        <dsp:cNvPr id="0" name=""/>
        <dsp:cNvSpPr/>
      </dsp:nvSpPr>
      <dsp:spPr>
        <a:xfrm>
          <a:off x="6140964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“Alternative options…”</a:t>
          </a:r>
        </a:p>
      </dsp:txBody>
      <dsp:txXfrm>
        <a:off x="6140964" y="1420418"/>
        <a:ext cx="1604882" cy="641953"/>
      </dsp:txXfrm>
    </dsp:sp>
    <dsp:sp modelId="{F9C12E1E-1C51-473A-A7C9-9287D9AE018E}">
      <dsp:nvSpPr>
        <dsp:cNvPr id="0" name=""/>
        <dsp:cNvSpPr/>
      </dsp:nvSpPr>
      <dsp:spPr>
        <a:xfrm>
          <a:off x="2810832" y="2463591"/>
          <a:ext cx="722197" cy="7221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6CDDB-DBDD-4E60-904D-129077CFF006}">
      <dsp:nvSpPr>
        <dsp:cNvPr id="0" name=""/>
        <dsp:cNvSpPr/>
      </dsp:nvSpPr>
      <dsp:spPr>
        <a:xfrm>
          <a:off x="2369489" y="3457346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“Decision needed…”</a:t>
          </a:r>
        </a:p>
      </dsp:txBody>
      <dsp:txXfrm>
        <a:off x="2369489" y="3457346"/>
        <a:ext cx="1604882" cy="641953"/>
      </dsp:txXfrm>
    </dsp:sp>
    <dsp:sp modelId="{589B8FC6-A3EB-4C13-9F2B-ED9D6EB4C24C}">
      <dsp:nvSpPr>
        <dsp:cNvPr id="0" name=""/>
        <dsp:cNvSpPr/>
      </dsp:nvSpPr>
      <dsp:spPr>
        <a:xfrm>
          <a:off x="4696570" y="2463591"/>
          <a:ext cx="722197" cy="72219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22C88-D608-4912-8C71-E7F0B216E3E6}">
      <dsp:nvSpPr>
        <dsp:cNvPr id="0" name=""/>
        <dsp:cNvSpPr/>
      </dsp:nvSpPr>
      <dsp:spPr>
        <a:xfrm>
          <a:off x="4255227" y="3457346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“Understood — proceeding with direction.”</a:t>
          </a:r>
        </a:p>
      </dsp:txBody>
      <dsp:txXfrm>
        <a:off x="4255227" y="3457346"/>
        <a:ext cx="1604882" cy="64195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0498F-61ED-4933-8B52-0F47D38F2DB6}">
      <dsp:nvSpPr>
        <dsp:cNvPr id="0" name=""/>
        <dsp:cNvSpPr/>
      </dsp:nvSpPr>
      <dsp:spPr>
        <a:xfrm>
          <a:off x="0" y="61883"/>
          <a:ext cx="4668251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“Walk me through your reasoning.”</a:t>
          </a:r>
        </a:p>
      </dsp:txBody>
      <dsp:txXfrm>
        <a:off x="40724" y="102607"/>
        <a:ext cx="4586803" cy="752780"/>
      </dsp:txXfrm>
    </dsp:sp>
    <dsp:sp modelId="{0B59F648-773E-4A77-8295-179A035A0A26}">
      <dsp:nvSpPr>
        <dsp:cNvPr id="0" name=""/>
        <dsp:cNvSpPr/>
      </dsp:nvSpPr>
      <dsp:spPr>
        <a:xfrm>
          <a:off x="0" y="956591"/>
          <a:ext cx="4668251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“Here is how I approached the situation…”</a:t>
          </a:r>
        </a:p>
      </dsp:txBody>
      <dsp:txXfrm>
        <a:off x="40724" y="997315"/>
        <a:ext cx="4586803" cy="752780"/>
      </dsp:txXfrm>
    </dsp:sp>
    <dsp:sp modelId="{1F0BDFCB-631C-4B86-932C-47960EA674B5}">
      <dsp:nvSpPr>
        <dsp:cNvPr id="0" name=""/>
        <dsp:cNvSpPr/>
      </dsp:nvSpPr>
      <dsp:spPr>
        <a:xfrm>
          <a:off x="0" y="1851299"/>
          <a:ext cx="4668251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“Key factor to consider…”</a:t>
          </a:r>
        </a:p>
      </dsp:txBody>
      <dsp:txXfrm>
        <a:off x="40724" y="1892023"/>
        <a:ext cx="4586803" cy="752780"/>
      </dsp:txXfrm>
    </dsp:sp>
    <dsp:sp modelId="{4E97771C-BCA5-48E0-99B2-24CEB10C276F}">
      <dsp:nvSpPr>
        <dsp:cNvPr id="0" name=""/>
        <dsp:cNvSpPr/>
      </dsp:nvSpPr>
      <dsp:spPr>
        <a:xfrm>
          <a:off x="0" y="2746008"/>
          <a:ext cx="4668251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“Let’s evaluate outcomes together.”</a:t>
          </a:r>
        </a:p>
      </dsp:txBody>
      <dsp:txXfrm>
        <a:off x="40724" y="2786732"/>
        <a:ext cx="4586803" cy="752780"/>
      </dsp:txXfrm>
    </dsp:sp>
    <dsp:sp modelId="{7FBCF8ED-10F6-4212-9218-7CA1045573B8}">
      <dsp:nvSpPr>
        <dsp:cNvPr id="0" name=""/>
        <dsp:cNvSpPr/>
      </dsp:nvSpPr>
      <dsp:spPr>
        <a:xfrm>
          <a:off x="0" y="3640716"/>
          <a:ext cx="4668251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“Recommended approach…”</a:t>
          </a:r>
        </a:p>
      </dsp:txBody>
      <dsp:txXfrm>
        <a:off x="40724" y="3681440"/>
        <a:ext cx="4586803" cy="752780"/>
      </dsp:txXfrm>
    </dsp:sp>
    <dsp:sp modelId="{3FD2D09B-3C8C-42CF-99A7-F101EEBB7E48}">
      <dsp:nvSpPr>
        <dsp:cNvPr id="0" name=""/>
        <dsp:cNvSpPr/>
      </dsp:nvSpPr>
      <dsp:spPr>
        <a:xfrm>
          <a:off x="0" y="4535424"/>
          <a:ext cx="4668251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“What questions do you have?”</a:t>
          </a:r>
        </a:p>
      </dsp:txBody>
      <dsp:txXfrm>
        <a:off x="40724" y="4576148"/>
        <a:ext cx="4586803" cy="75278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0C92CC-D4FB-4488-B329-E79578993D8E}">
      <dsp:nvSpPr>
        <dsp:cNvPr id="0" name=""/>
        <dsp:cNvSpPr/>
      </dsp:nvSpPr>
      <dsp:spPr>
        <a:xfrm>
          <a:off x="0" y="12668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Many employees experience miscommunication regularly</a:t>
          </a:r>
        </a:p>
      </dsp:txBody>
      <dsp:txXfrm>
        <a:off x="60199" y="186879"/>
        <a:ext cx="4879726" cy="1112781"/>
      </dsp:txXfrm>
    </dsp:sp>
    <dsp:sp modelId="{A69070CD-852B-4F56-A5A1-E2DD19216845}">
      <dsp:nvSpPr>
        <dsp:cNvPr id="0" name=""/>
        <dsp:cNvSpPr/>
      </dsp:nvSpPr>
      <dsp:spPr>
        <a:xfrm>
          <a:off x="0" y="144914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People rarely believe they are the cause</a:t>
          </a:r>
        </a:p>
      </dsp:txBody>
      <dsp:txXfrm>
        <a:off x="60199" y="1509339"/>
        <a:ext cx="4879726" cy="1112781"/>
      </dsp:txXfrm>
    </dsp:sp>
    <dsp:sp modelId="{A028E6D8-3158-48C1-B7A9-8D2373EDC793}">
      <dsp:nvSpPr>
        <dsp:cNvPr id="0" name=""/>
        <dsp:cNvSpPr/>
      </dsp:nvSpPr>
      <dsp:spPr>
        <a:xfrm>
          <a:off x="0" y="277160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Improving communication is shared responsibility</a:t>
          </a:r>
        </a:p>
      </dsp:txBody>
      <dsp:txXfrm>
        <a:off x="60199" y="2831799"/>
        <a:ext cx="4879726" cy="1112781"/>
      </dsp:txXfrm>
    </dsp:sp>
    <dsp:sp modelId="{DBE8F2E1-2FB6-4512-8F45-18DC3BA74ED6}">
      <dsp:nvSpPr>
        <dsp:cNvPr id="0" name=""/>
        <dsp:cNvSpPr/>
      </dsp:nvSpPr>
      <dsp:spPr>
        <a:xfrm>
          <a:off x="0" y="409406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Open conversations improve engagement</a:t>
          </a:r>
        </a:p>
      </dsp:txBody>
      <dsp:txXfrm>
        <a:off x="60199" y="4154259"/>
        <a:ext cx="4879726" cy="111278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BC75B9-E205-4286-9751-1C88B1C0DBA6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D53706-B0B6-472C-A04F-78EB2C966C80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7A6754-5F16-4116-A0C7-1C7093BDF8F0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structured communication (Situation → Risk → Action → Owner → Timeline)</a:t>
          </a:r>
        </a:p>
      </dsp:txBody>
      <dsp:txXfrm>
        <a:off x="1612357" y="28723"/>
        <a:ext cx="2301898" cy="976563"/>
      </dsp:txXfrm>
    </dsp:sp>
    <dsp:sp modelId="{A90EE841-B87B-4967-B322-1332DDD9EFA9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59A35-EDE4-43A0-8257-8C9CE350B75D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61779-DC30-40C7-89BD-3265A06E59BE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Confirm understanding (ask others to repeat next steps)</a:t>
          </a:r>
        </a:p>
      </dsp:txBody>
      <dsp:txXfrm>
        <a:off x="5501170" y="28723"/>
        <a:ext cx="2301898" cy="976563"/>
      </dsp:txXfrm>
    </dsp:sp>
    <dsp:sp modelId="{0DBB9DEF-0C26-4995-B2AF-1B04EDD60844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9139C8-0284-4FFC-A00D-80CEA1E7F147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D644C-8DA7-4E11-8D75-4242633AC74E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Avoid jargon — match message to audience</a:t>
          </a:r>
        </a:p>
      </dsp:txBody>
      <dsp:txXfrm>
        <a:off x="1612357" y="1774700"/>
        <a:ext cx="2301898" cy="976563"/>
      </dsp:txXfrm>
    </dsp:sp>
    <dsp:sp modelId="{AF7D1B63-6173-414F-9DE6-F1193E96F7B8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B093A2-48B7-43B7-A5E6-D7D8DD5F8A3C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90304-E15F-4EFF-B90A-0B281BB5C634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Document decisions and action items</a:t>
          </a:r>
        </a:p>
      </dsp:txBody>
      <dsp:txXfrm>
        <a:off x="5501170" y="1774700"/>
        <a:ext cx="2301898" cy="976563"/>
      </dsp:txXfrm>
    </dsp:sp>
    <dsp:sp modelId="{B8F9EF47-75BE-406E-9C24-960BDB9DE22F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65116A-59EB-4E38-AA48-EA60E109E0F7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01D92-CF88-465D-B359-78A3E6B1C96F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Encourage questions and clarification early</a:t>
          </a:r>
        </a:p>
      </dsp:txBody>
      <dsp:txXfrm>
        <a:off x="1612357" y="3520676"/>
        <a:ext cx="2301898" cy="976563"/>
      </dsp:txXfrm>
    </dsp:sp>
    <dsp:sp modelId="{77C9A265-8EED-4411-8555-F6751F29582C}">
      <dsp:nvSpPr>
        <dsp:cNvPr id="0" name=""/>
        <dsp:cNvSpPr/>
      </dsp:nvSpPr>
      <dsp:spPr>
        <a:xfrm>
          <a:off x="4315344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63BD64-D6E2-429C-8F25-0EA2B49104D1}">
      <dsp:nvSpPr>
        <dsp:cNvPr id="0" name=""/>
        <dsp:cNvSpPr/>
      </dsp:nvSpPr>
      <dsp:spPr>
        <a:xfrm>
          <a:off x="4520422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FDDA6-7B12-4D4B-9EE5-977DFC11B0CA}">
      <dsp:nvSpPr>
        <dsp:cNvPr id="0" name=""/>
        <dsp:cNvSpPr/>
      </dsp:nvSpPr>
      <dsp:spPr>
        <a:xfrm>
          <a:off x="5501170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Summarize key points at end of meetings</a:t>
          </a:r>
        </a:p>
      </dsp:txBody>
      <dsp:txXfrm>
        <a:off x="5501170" y="3520676"/>
        <a:ext cx="2301898" cy="97656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F37EA-2E4F-41D6-AAF7-EF13183BAC12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6A2AF1-4746-451A-B6A0-6783BA4C32D1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EBDCC-6539-4012-9928-2507DD6DA7C7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Pause — do not react emotionally</a:t>
          </a:r>
        </a:p>
      </dsp:txBody>
      <dsp:txXfrm>
        <a:off x="1736122" y="1100"/>
        <a:ext cx="2172539" cy="921683"/>
      </dsp:txXfrm>
    </dsp:sp>
    <dsp:sp modelId="{176DD146-D3EA-4257-97F8-D0D6C6696FA9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9B8E4-66B3-4EB3-8E0E-7BE51FC8CF64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772B0-647E-437E-935E-FD54DAEBAEF5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Clarify facts: What was said? What was understood?</a:t>
          </a:r>
        </a:p>
      </dsp:txBody>
      <dsp:txXfrm>
        <a:off x="5406396" y="1100"/>
        <a:ext cx="2172539" cy="921683"/>
      </dsp:txXfrm>
    </dsp:sp>
    <dsp:sp modelId="{E792FE84-BC66-430F-99C3-617F2D819260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6E4A60-87F3-46B2-8682-4304F7B414B4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19827-E004-4417-B7E9-FFF42F0ADABF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Restate the message clearly and simply</a:t>
          </a:r>
        </a:p>
      </dsp:txBody>
      <dsp:txXfrm>
        <a:off x="1736122" y="1635560"/>
        <a:ext cx="2172539" cy="921683"/>
      </dsp:txXfrm>
    </dsp:sp>
    <dsp:sp modelId="{E826F74E-D30D-42CD-8E67-9891D9C3380E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5D76F-59AF-4331-9490-D0C3DAF58A89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B3FED-75AC-42CA-B6C0-0E609C24EC03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Align on shared goal or outcome</a:t>
          </a:r>
        </a:p>
      </dsp:txBody>
      <dsp:txXfrm>
        <a:off x="5406396" y="1635560"/>
        <a:ext cx="2172539" cy="921683"/>
      </dsp:txXfrm>
    </dsp:sp>
    <dsp:sp modelId="{D308B0A8-EF1A-46AC-B6E2-F7A699B42AEA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480D0-C3DF-4921-BCC3-2DD52BDCF7DC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4BD42-5C43-425E-A6FB-392901D071A1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Agree on corrected action and responsibilities</a:t>
          </a:r>
        </a:p>
      </dsp:txBody>
      <dsp:txXfrm>
        <a:off x="1736122" y="3270020"/>
        <a:ext cx="2172539" cy="921683"/>
      </dsp:txXfrm>
    </dsp:sp>
    <dsp:sp modelId="{BC909C1B-9DC5-45F3-AED7-7E1767D4AC16}">
      <dsp:nvSpPr>
        <dsp:cNvPr id="0" name=""/>
        <dsp:cNvSpPr/>
      </dsp:nvSpPr>
      <dsp:spPr>
        <a:xfrm>
          <a:off x="4287209" y="327002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E1651-3946-4AC0-BB11-F7E9215FEA6F}">
      <dsp:nvSpPr>
        <dsp:cNvPr id="0" name=""/>
        <dsp:cNvSpPr/>
      </dsp:nvSpPr>
      <dsp:spPr>
        <a:xfrm>
          <a:off x="4480763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DEB1D-8774-4EC3-8B33-97CBF752D621}">
      <dsp:nvSpPr>
        <dsp:cNvPr id="0" name=""/>
        <dsp:cNvSpPr/>
      </dsp:nvSpPr>
      <dsp:spPr>
        <a:xfrm>
          <a:off x="5406396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Document the updated understanding</a:t>
          </a:r>
        </a:p>
      </dsp:txBody>
      <dsp:txXfrm>
        <a:off x="5406396" y="3270020"/>
        <a:ext cx="2172539" cy="92168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21439F-4450-4C2A-B29E-67E2B3356B4B}">
      <dsp:nvSpPr>
        <dsp:cNvPr id="0" name=""/>
        <dsp:cNvSpPr/>
      </dsp:nvSpPr>
      <dsp:spPr>
        <a:xfrm>
          <a:off x="1645920" y="552"/>
          <a:ext cx="6583680" cy="718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182431" rIns="127742" bIns="1824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 neutral language: focus on message, not person</a:t>
          </a:r>
        </a:p>
      </dsp:txBody>
      <dsp:txXfrm>
        <a:off x="1645920" y="552"/>
        <a:ext cx="6583680" cy="718231"/>
      </dsp:txXfrm>
    </dsp:sp>
    <dsp:sp modelId="{112639FD-35D3-4FA3-A7C3-7FED8B03F019}">
      <dsp:nvSpPr>
        <dsp:cNvPr id="0" name=""/>
        <dsp:cNvSpPr/>
      </dsp:nvSpPr>
      <dsp:spPr>
        <a:xfrm>
          <a:off x="0" y="552"/>
          <a:ext cx="1645920" cy="7182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70945" rIns="87097" bIns="7094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</a:t>
          </a:r>
        </a:p>
      </dsp:txBody>
      <dsp:txXfrm>
        <a:off x="0" y="552"/>
        <a:ext cx="1645920" cy="718231"/>
      </dsp:txXfrm>
    </dsp:sp>
    <dsp:sp modelId="{933055A3-2BF7-4772-A065-4E4748ADE15E}">
      <dsp:nvSpPr>
        <dsp:cNvPr id="0" name=""/>
        <dsp:cNvSpPr/>
      </dsp:nvSpPr>
      <dsp:spPr>
        <a:xfrm>
          <a:off x="1645920" y="761877"/>
          <a:ext cx="6583680" cy="718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182431" rIns="127742" bIns="1824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Say: 'Let’s clarify to make sure we’re aligned'</a:t>
          </a:r>
        </a:p>
      </dsp:txBody>
      <dsp:txXfrm>
        <a:off x="1645920" y="761877"/>
        <a:ext cx="6583680" cy="718231"/>
      </dsp:txXfrm>
    </dsp:sp>
    <dsp:sp modelId="{C42F7608-109A-40E4-9009-17B99A91C9A6}">
      <dsp:nvSpPr>
        <dsp:cNvPr id="0" name=""/>
        <dsp:cNvSpPr/>
      </dsp:nvSpPr>
      <dsp:spPr>
        <a:xfrm>
          <a:off x="0" y="761877"/>
          <a:ext cx="1645920" cy="7182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70945" rIns="87097" bIns="7094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Say</a:t>
          </a:r>
        </a:p>
      </dsp:txBody>
      <dsp:txXfrm>
        <a:off x="0" y="761877"/>
        <a:ext cx="1645920" cy="718231"/>
      </dsp:txXfrm>
    </dsp:sp>
    <dsp:sp modelId="{3C92622A-BC06-4227-9E8E-346167E5D8BA}">
      <dsp:nvSpPr>
        <dsp:cNvPr id="0" name=""/>
        <dsp:cNvSpPr/>
      </dsp:nvSpPr>
      <dsp:spPr>
        <a:xfrm>
          <a:off x="1645920" y="1523203"/>
          <a:ext cx="6583680" cy="718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182431" rIns="127742" bIns="1824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Take shared responsibility for clarity</a:t>
          </a:r>
        </a:p>
      </dsp:txBody>
      <dsp:txXfrm>
        <a:off x="1645920" y="1523203"/>
        <a:ext cx="6583680" cy="718231"/>
      </dsp:txXfrm>
    </dsp:sp>
    <dsp:sp modelId="{327C4AF4-7859-49AE-8772-CC0402B13D81}">
      <dsp:nvSpPr>
        <dsp:cNvPr id="0" name=""/>
        <dsp:cNvSpPr/>
      </dsp:nvSpPr>
      <dsp:spPr>
        <a:xfrm>
          <a:off x="0" y="1523203"/>
          <a:ext cx="1645920" cy="7182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70945" rIns="87097" bIns="7094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Take</a:t>
          </a:r>
        </a:p>
      </dsp:txBody>
      <dsp:txXfrm>
        <a:off x="0" y="1523203"/>
        <a:ext cx="1645920" cy="718231"/>
      </dsp:txXfrm>
    </dsp:sp>
    <dsp:sp modelId="{DB140FF6-AE90-451B-BEB9-D8A585FDC351}">
      <dsp:nvSpPr>
        <dsp:cNvPr id="0" name=""/>
        <dsp:cNvSpPr/>
      </dsp:nvSpPr>
      <dsp:spPr>
        <a:xfrm>
          <a:off x="1645920" y="2284528"/>
          <a:ext cx="6583680" cy="718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182431" rIns="127742" bIns="1824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Acknowledge confusion without assigning fault</a:t>
          </a:r>
        </a:p>
      </dsp:txBody>
      <dsp:txXfrm>
        <a:off x="1645920" y="2284528"/>
        <a:ext cx="6583680" cy="718231"/>
      </dsp:txXfrm>
    </dsp:sp>
    <dsp:sp modelId="{AA93F05E-15BA-40A3-B8E8-F2398AC775F7}">
      <dsp:nvSpPr>
        <dsp:cNvPr id="0" name=""/>
        <dsp:cNvSpPr/>
      </dsp:nvSpPr>
      <dsp:spPr>
        <a:xfrm>
          <a:off x="0" y="2284528"/>
          <a:ext cx="1645920" cy="7182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70945" rIns="87097" bIns="7094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Acknowledge</a:t>
          </a:r>
        </a:p>
      </dsp:txBody>
      <dsp:txXfrm>
        <a:off x="0" y="2284528"/>
        <a:ext cx="1645920" cy="718231"/>
      </dsp:txXfrm>
    </dsp:sp>
    <dsp:sp modelId="{3228FEEB-B451-47FB-8147-07829BC5549A}">
      <dsp:nvSpPr>
        <dsp:cNvPr id="0" name=""/>
        <dsp:cNvSpPr/>
      </dsp:nvSpPr>
      <dsp:spPr>
        <a:xfrm>
          <a:off x="1645920" y="3045853"/>
          <a:ext cx="6583680" cy="718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182431" rIns="127742" bIns="1824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Focus conversation on solution and next steps</a:t>
          </a:r>
        </a:p>
      </dsp:txBody>
      <dsp:txXfrm>
        <a:off x="1645920" y="3045853"/>
        <a:ext cx="6583680" cy="718231"/>
      </dsp:txXfrm>
    </dsp:sp>
    <dsp:sp modelId="{7CD2F55E-7615-4B63-A672-752A6B3A7014}">
      <dsp:nvSpPr>
        <dsp:cNvPr id="0" name=""/>
        <dsp:cNvSpPr/>
      </dsp:nvSpPr>
      <dsp:spPr>
        <a:xfrm>
          <a:off x="0" y="3045853"/>
          <a:ext cx="1645920" cy="7182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70945" rIns="87097" bIns="7094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Focus</a:t>
          </a:r>
        </a:p>
      </dsp:txBody>
      <dsp:txXfrm>
        <a:off x="0" y="3045853"/>
        <a:ext cx="1645920" cy="718231"/>
      </dsp:txXfrm>
    </dsp:sp>
    <dsp:sp modelId="{5E9EF40F-0B14-4AC1-A9A4-3D2B373A3F38}">
      <dsp:nvSpPr>
        <dsp:cNvPr id="0" name=""/>
        <dsp:cNvSpPr/>
      </dsp:nvSpPr>
      <dsp:spPr>
        <a:xfrm>
          <a:off x="1645920" y="3807179"/>
          <a:ext cx="6583680" cy="718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182431" rIns="127742" bIns="1824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Close with confirmation of understanding</a:t>
          </a:r>
        </a:p>
      </dsp:txBody>
      <dsp:txXfrm>
        <a:off x="1645920" y="3807179"/>
        <a:ext cx="6583680" cy="718231"/>
      </dsp:txXfrm>
    </dsp:sp>
    <dsp:sp modelId="{F4419A7D-F585-427B-AABC-7F2D60616D8E}">
      <dsp:nvSpPr>
        <dsp:cNvPr id="0" name=""/>
        <dsp:cNvSpPr/>
      </dsp:nvSpPr>
      <dsp:spPr>
        <a:xfrm>
          <a:off x="0" y="3807179"/>
          <a:ext cx="1645920" cy="7182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70945" rIns="87097" bIns="7094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Close</a:t>
          </a:r>
        </a:p>
      </dsp:txBody>
      <dsp:txXfrm>
        <a:off x="0" y="3807179"/>
        <a:ext cx="1645920" cy="71823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7852C-3822-4A55-B8A1-583E7A796F8C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9B7C8-31AE-4189-8A1B-CD09C37B7ADD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26FF7-E4F1-4FF7-B91B-B3BCFB8C3E2F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“Let’s pause and make sure we’re aligned.”</a:t>
          </a:r>
        </a:p>
      </dsp:txBody>
      <dsp:txXfrm>
        <a:off x="1736122" y="1100"/>
        <a:ext cx="2172539" cy="921683"/>
      </dsp:txXfrm>
    </dsp:sp>
    <dsp:sp modelId="{8EA267F5-4FAA-4B37-B345-99B8F15F64D3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5D6F6-0E8C-4664-B573-BE8E9AB6B1CB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992B4-6324-4F16-9E6E-11BD964B8A7E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“Here is what I understood…”</a:t>
          </a:r>
        </a:p>
      </dsp:txBody>
      <dsp:txXfrm>
        <a:off x="5406396" y="1100"/>
        <a:ext cx="2172539" cy="921683"/>
      </dsp:txXfrm>
    </dsp:sp>
    <dsp:sp modelId="{5DDF9181-A3C0-4C1C-A84D-24E80827E441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5D2423-D444-42F0-B8B5-AA8E6B9BE060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109CF-2EB1-473A-89F0-CEA884F0EBC5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“Can you share what you understood?”</a:t>
          </a:r>
        </a:p>
      </dsp:txBody>
      <dsp:txXfrm>
        <a:off x="1736122" y="1635560"/>
        <a:ext cx="2172539" cy="921683"/>
      </dsp:txXfrm>
    </dsp:sp>
    <dsp:sp modelId="{869D84C4-27F7-4B9E-9616-629672C51A89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B43BA-3FC9-4D09-8984-D78DE2709274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8C2F6-FCBB-4458-8C80-B2E13E667164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“Where did our interpretations differ?”</a:t>
          </a:r>
        </a:p>
      </dsp:txBody>
      <dsp:txXfrm>
        <a:off x="5406396" y="1635560"/>
        <a:ext cx="2172539" cy="921683"/>
      </dsp:txXfrm>
    </dsp:sp>
    <dsp:sp modelId="{70861A21-2C98-4862-B69E-297396CAD762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BCE86-FB34-43FC-B7C9-9FA160794076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5FE1C-588C-4069-8CF9-3E8B78700D4F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“Let’s clarify the goal and next step.”</a:t>
          </a:r>
        </a:p>
      </dsp:txBody>
      <dsp:txXfrm>
        <a:off x="1736122" y="3270020"/>
        <a:ext cx="2172539" cy="921683"/>
      </dsp:txXfrm>
    </dsp:sp>
    <dsp:sp modelId="{33764793-FD3A-409C-A5EA-E40D4B31CE7D}">
      <dsp:nvSpPr>
        <dsp:cNvPr id="0" name=""/>
        <dsp:cNvSpPr/>
      </dsp:nvSpPr>
      <dsp:spPr>
        <a:xfrm>
          <a:off x="4287209" y="327002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870E5-B3DB-4754-AFD5-8485AF6DC156}">
      <dsp:nvSpPr>
        <dsp:cNvPr id="0" name=""/>
        <dsp:cNvSpPr/>
      </dsp:nvSpPr>
      <dsp:spPr>
        <a:xfrm>
          <a:off x="4480763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08BAB-A36C-4277-A545-9EB8DD07062D}">
      <dsp:nvSpPr>
        <dsp:cNvPr id="0" name=""/>
        <dsp:cNvSpPr/>
      </dsp:nvSpPr>
      <dsp:spPr>
        <a:xfrm>
          <a:off x="5406396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“Agreed action moving forward…”</a:t>
          </a:r>
        </a:p>
      </dsp:txBody>
      <dsp:txXfrm>
        <a:off x="5406396" y="3270020"/>
        <a:ext cx="2172539" cy="92168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883D5D-B0D5-4CB7-9DA5-785BDE9B2B3A}">
      <dsp:nvSpPr>
        <dsp:cNvPr id="0" name=""/>
        <dsp:cNvSpPr/>
      </dsp:nvSpPr>
      <dsp:spPr>
        <a:xfrm>
          <a:off x="585916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3C9074-98EC-40FC-90C6-15447DE5B4B9}">
      <dsp:nvSpPr>
        <dsp:cNvPr id="0" name=""/>
        <dsp:cNvSpPr/>
      </dsp:nvSpPr>
      <dsp:spPr>
        <a:xfrm>
          <a:off x="807805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E792C-DF75-460A-AFCE-A19009840366}">
      <dsp:nvSpPr>
        <dsp:cNvPr id="0" name=""/>
        <dsp:cNvSpPr/>
      </dsp:nvSpPr>
      <dsp:spPr>
        <a:xfrm>
          <a:off x="253083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“Something didn’t land as intended.”</a:t>
          </a:r>
        </a:p>
      </dsp:txBody>
      <dsp:txXfrm>
        <a:off x="253083" y="1366892"/>
        <a:ext cx="1706835" cy="682734"/>
      </dsp:txXfrm>
    </dsp:sp>
    <dsp:sp modelId="{772E2DAE-AFDD-4021-8DB8-E637B5A01B42}">
      <dsp:nvSpPr>
        <dsp:cNvPr id="0" name=""/>
        <dsp:cNvSpPr/>
      </dsp:nvSpPr>
      <dsp:spPr>
        <a:xfrm>
          <a:off x="2591448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A8AD9E-7F87-4FC8-8095-A87D1193EC09}">
      <dsp:nvSpPr>
        <dsp:cNvPr id="0" name=""/>
        <dsp:cNvSpPr/>
      </dsp:nvSpPr>
      <dsp:spPr>
        <a:xfrm>
          <a:off x="2813337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235A1-281C-4A88-B98E-05E9F3F40AAF}">
      <dsp:nvSpPr>
        <dsp:cNvPr id="0" name=""/>
        <dsp:cNvSpPr/>
      </dsp:nvSpPr>
      <dsp:spPr>
        <a:xfrm>
          <a:off x="2258615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“Let’s focus on the process, not the person.”</a:t>
          </a:r>
        </a:p>
      </dsp:txBody>
      <dsp:txXfrm>
        <a:off x="2258615" y="1366892"/>
        <a:ext cx="1706835" cy="682734"/>
      </dsp:txXfrm>
    </dsp:sp>
    <dsp:sp modelId="{AA81BCF0-9C4F-458B-9044-CE414F6A2A88}">
      <dsp:nvSpPr>
        <dsp:cNvPr id="0" name=""/>
        <dsp:cNvSpPr/>
      </dsp:nvSpPr>
      <dsp:spPr>
        <a:xfrm>
          <a:off x="4596981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E49F6-A021-4FD0-96D1-8F7152BD1D41}">
      <dsp:nvSpPr>
        <dsp:cNvPr id="0" name=""/>
        <dsp:cNvSpPr/>
      </dsp:nvSpPr>
      <dsp:spPr>
        <a:xfrm>
          <a:off x="4818869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8122B-74FC-4443-9000-84296AD60987}">
      <dsp:nvSpPr>
        <dsp:cNvPr id="0" name=""/>
        <dsp:cNvSpPr/>
      </dsp:nvSpPr>
      <dsp:spPr>
        <a:xfrm>
          <a:off x="4264148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“What information was missing?”</a:t>
          </a:r>
        </a:p>
      </dsp:txBody>
      <dsp:txXfrm>
        <a:off x="4264148" y="1366892"/>
        <a:ext cx="1706835" cy="682734"/>
      </dsp:txXfrm>
    </dsp:sp>
    <dsp:sp modelId="{A16096B5-9BD1-4A5A-8809-A0C99500F7FD}">
      <dsp:nvSpPr>
        <dsp:cNvPr id="0" name=""/>
        <dsp:cNvSpPr/>
      </dsp:nvSpPr>
      <dsp:spPr>
        <a:xfrm>
          <a:off x="6602513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D2855-F560-41D5-924A-EE361457EB12}">
      <dsp:nvSpPr>
        <dsp:cNvPr id="0" name=""/>
        <dsp:cNvSpPr/>
      </dsp:nvSpPr>
      <dsp:spPr>
        <a:xfrm>
          <a:off x="6824402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B0388-0A26-49DA-977A-8209579981C5}">
      <dsp:nvSpPr>
        <dsp:cNvPr id="0" name=""/>
        <dsp:cNvSpPr/>
      </dsp:nvSpPr>
      <dsp:spPr>
        <a:xfrm>
          <a:off x="6269680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“What would help clarity next time?”</a:t>
          </a:r>
        </a:p>
      </dsp:txBody>
      <dsp:txXfrm>
        <a:off x="6269680" y="1366892"/>
        <a:ext cx="1706835" cy="682734"/>
      </dsp:txXfrm>
    </dsp:sp>
    <dsp:sp modelId="{0D076103-90F6-4D2A-93A7-ACF86B5101E9}">
      <dsp:nvSpPr>
        <dsp:cNvPr id="0" name=""/>
        <dsp:cNvSpPr/>
      </dsp:nvSpPr>
      <dsp:spPr>
        <a:xfrm>
          <a:off x="2591448" y="2476335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0772AD-123B-4AEA-8400-6127FCE7F7FD}">
      <dsp:nvSpPr>
        <dsp:cNvPr id="0" name=""/>
        <dsp:cNvSpPr/>
      </dsp:nvSpPr>
      <dsp:spPr>
        <a:xfrm>
          <a:off x="2813337" y="2698224"/>
          <a:ext cx="597392" cy="5973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B9AC4-3D1E-47E1-BC9D-361945860F92}">
      <dsp:nvSpPr>
        <dsp:cNvPr id="0" name=""/>
        <dsp:cNvSpPr/>
      </dsp:nvSpPr>
      <dsp:spPr>
        <a:xfrm>
          <a:off x="2258615" y="3841804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“Let’s update the communication method.”</a:t>
          </a:r>
        </a:p>
      </dsp:txBody>
      <dsp:txXfrm>
        <a:off x="2258615" y="3841804"/>
        <a:ext cx="1706835" cy="682734"/>
      </dsp:txXfrm>
    </dsp:sp>
    <dsp:sp modelId="{345CDD35-50A3-4F32-92AC-60F1F4268C60}">
      <dsp:nvSpPr>
        <dsp:cNvPr id="0" name=""/>
        <dsp:cNvSpPr/>
      </dsp:nvSpPr>
      <dsp:spPr>
        <a:xfrm>
          <a:off x="4596981" y="2476335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20CB6-5946-4A39-9FC2-8884D2AB7B9C}">
      <dsp:nvSpPr>
        <dsp:cNvPr id="0" name=""/>
        <dsp:cNvSpPr/>
      </dsp:nvSpPr>
      <dsp:spPr>
        <a:xfrm>
          <a:off x="4818869" y="2698224"/>
          <a:ext cx="597392" cy="5973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6B277-66C6-4D6D-A35B-CE8A5C046337}">
      <dsp:nvSpPr>
        <dsp:cNvPr id="0" name=""/>
        <dsp:cNvSpPr/>
      </dsp:nvSpPr>
      <dsp:spPr>
        <a:xfrm>
          <a:off x="4264148" y="3841804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“Shared agreement going forward…”</a:t>
          </a:r>
        </a:p>
      </dsp:txBody>
      <dsp:txXfrm>
        <a:off x="4264148" y="3841804"/>
        <a:ext cx="1706835" cy="68273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79FC40-8134-4C5B-8206-D695F21F2584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589ED-7444-4641-B318-829C1EF9C6C5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A25E2-3722-4697-B285-81AE2A2C78CA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You rarely solve problems alone</a:t>
          </a:r>
        </a:p>
      </dsp:txBody>
      <dsp:txXfrm>
        <a:off x="869886" y="3535"/>
        <a:ext cx="7359713" cy="753148"/>
      </dsp:txXfrm>
    </dsp:sp>
    <dsp:sp modelId="{E1E96DA5-5C83-4605-99F3-CB38A349F99C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7F0349-4328-4DEA-9C1F-3E35D22A807A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36A25-AD36-4D54-90F2-B533081E2370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You must explain risk to people who control money and operations</a:t>
          </a:r>
        </a:p>
      </dsp:txBody>
      <dsp:txXfrm>
        <a:off x="869886" y="944971"/>
        <a:ext cx="7359713" cy="753148"/>
      </dsp:txXfrm>
    </dsp:sp>
    <dsp:sp modelId="{C4A42B06-3B3B-4EE5-9339-2FC4A0D20B01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43B52-7417-4D72-AA19-DD8B56156351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B01C3-4249-4636-B738-94C3B9B0C323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During incidents people are stressed, confused, and rushed</a:t>
          </a:r>
        </a:p>
      </dsp:txBody>
      <dsp:txXfrm>
        <a:off x="869886" y="1886407"/>
        <a:ext cx="7359713" cy="753148"/>
      </dsp:txXfrm>
    </dsp:sp>
    <dsp:sp modelId="{C42E7F84-3FFB-4FFA-AD9E-E79194C97600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A6394C-69B2-46BE-B0B3-262480AC31A0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6B1E0-5185-4C5F-85C1-F0364AFC45A2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Your communication determines decisions</a:t>
          </a:r>
        </a:p>
      </dsp:txBody>
      <dsp:txXfrm>
        <a:off x="869886" y="2827842"/>
        <a:ext cx="7359713" cy="753148"/>
      </dsp:txXfrm>
    </dsp:sp>
    <dsp:sp modelId="{6CB11B39-BDAD-468A-900E-BACA25F99031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57D98-F69C-4EBA-9681-4D2DB19E2EF6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F0606-F863-4AC0-B8E8-6FDDC13B1562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Technical accuracy without clarity is failure</a:t>
          </a:r>
        </a:p>
      </dsp:txBody>
      <dsp:txXfrm>
        <a:off x="869886" y="3769278"/>
        <a:ext cx="7359713" cy="75314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2C216B-A56C-4EB7-896C-031D0CD5C2C5}">
      <dsp:nvSpPr>
        <dsp:cNvPr id="0" name=""/>
        <dsp:cNvSpPr/>
      </dsp:nvSpPr>
      <dsp:spPr>
        <a:xfrm>
          <a:off x="788670" y="2762"/>
          <a:ext cx="1971674" cy="11830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You are SOC analyst.</a:t>
          </a:r>
        </a:p>
      </dsp:txBody>
      <dsp:txXfrm>
        <a:off x="788670" y="2762"/>
        <a:ext cx="1971674" cy="1183005"/>
      </dsp:txXfrm>
    </dsp:sp>
    <dsp:sp modelId="{E804F54F-1428-4A53-93D0-C5B7EB351229}">
      <dsp:nvSpPr>
        <dsp:cNvPr id="0" name=""/>
        <dsp:cNvSpPr/>
      </dsp:nvSpPr>
      <dsp:spPr>
        <a:xfrm>
          <a:off x="2957512" y="2762"/>
          <a:ext cx="1971674" cy="11830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Alert shows unusual login from foreign location.</a:t>
          </a:r>
        </a:p>
      </dsp:txBody>
      <dsp:txXfrm>
        <a:off x="2957512" y="2762"/>
        <a:ext cx="1971674" cy="1183005"/>
      </dsp:txXfrm>
    </dsp:sp>
    <dsp:sp modelId="{847D80DC-49A5-4434-8B15-CA14FB58EF46}">
      <dsp:nvSpPr>
        <dsp:cNvPr id="0" name=""/>
        <dsp:cNvSpPr/>
      </dsp:nvSpPr>
      <dsp:spPr>
        <a:xfrm>
          <a:off x="5091239" y="17905"/>
          <a:ext cx="1971674" cy="11830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Explain this to your manager in 30 seconds.</a:t>
          </a:r>
        </a:p>
      </dsp:txBody>
      <dsp:txXfrm>
        <a:off x="5091239" y="17905"/>
        <a:ext cx="1971674" cy="1183005"/>
      </dsp:txXfrm>
    </dsp:sp>
    <dsp:sp modelId="{84979C6F-F9BF-4DF2-A487-03A9BBCF6EEC}">
      <dsp:nvSpPr>
        <dsp:cNvPr id="0" name=""/>
        <dsp:cNvSpPr/>
      </dsp:nvSpPr>
      <dsp:spPr>
        <a:xfrm>
          <a:off x="788670" y="1382935"/>
          <a:ext cx="1971674" cy="11830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Include:</a:t>
          </a:r>
        </a:p>
      </dsp:txBody>
      <dsp:txXfrm>
        <a:off x="788670" y="1382935"/>
        <a:ext cx="1971674" cy="1183005"/>
      </dsp:txXfrm>
    </dsp:sp>
    <dsp:sp modelId="{AD31F828-611D-4209-8DA8-D11798BA57B5}">
      <dsp:nvSpPr>
        <dsp:cNvPr id="0" name=""/>
        <dsp:cNvSpPr/>
      </dsp:nvSpPr>
      <dsp:spPr>
        <a:xfrm>
          <a:off x="2957512" y="1382935"/>
          <a:ext cx="1971674" cy="118300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What happened</a:t>
          </a:r>
        </a:p>
      </dsp:txBody>
      <dsp:txXfrm>
        <a:off x="2957512" y="1382935"/>
        <a:ext cx="1971674" cy="1183005"/>
      </dsp:txXfrm>
    </dsp:sp>
    <dsp:sp modelId="{5E942E46-3935-4DD8-8CEA-5CD0331858AB}">
      <dsp:nvSpPr>
        <dsp:cNvPr id="0" name=""/>
        <dsp:cNvSpPr/>
      </dsp:nvSpPr>
      <dsp:spPr>
        <a:xfrm>
          <a:off x="5126355" y="1382935"/>
          <a:ext cx="1971674" cy="11830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Why it matters</a:t>
          </a:r>
        </a:p>
      </dsp:txBody>
      <dsp:txXfrm>
        <a:off x="5126355" y="1382935"/>
        <a:ext cx="1971674" cy="1183005"/>
      </dsp:txXfrm>
    </dsp:sp>
    <dsp:sp modelId="{BE2564A5-A7C0-482C-91A6-349DE27386A5}">
      <dsp:nvSpPr>
        <dsp:cNvPr id="0" name=""/>
        <dsp:cNvSpPr/>
      </dsp:nvSpPr>
      <dsp:spPr>
        <a:xfrm>
          <a:off x="2957512" y="2763108"/>
          <a:ext cx="1971674" cy="11830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What should be done</a:t>
          </a:r>
        </a:p>
      </dsp:txBody>
      <dsp:txXfrm>
        <a:off x="2957512" y="2763108"/>
        <a:ext cx="1971674" cy="118300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9C731-4DDB-4716-923D-E72C0F6EA680}">
      <dsp:nvSpPr>
        <dsp:cNvPr id="0" name=""/>
        <dsp:cNvSpPr/>
      </dsp:nvSpPr>
      <dsp:spPr>
        <a:xfrm>
          <a:off x="0" y="36390"/>
          <a:ext cx="517538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We detected anomalous authentication via suspicious geolocation</a:t>
          </a:r>
        </a:p>
      </dsp:txBody>
      <dsp:txXfrm>
        <a:off x="85900" y="122290"/>
        <a:ext cx="5003584" cy="1587880"/>
      </dsp:txXfrm>
    </dsp:sp>
    <dsp:sp modelId="{E952D1AA-4430-4DC4-A5C2-6A2AC23F963F}">
      <dsp:nvSpPr>
        <dsp:cNvPr id="0" name=""/>
        <dsp:cNvSpPr/>
      </dsp:nvSpPr>
      <dsp:spPr>
        <a:xfrm>
          <a:off x="0" y="1888230"/>
          <a:ext cx="5175384" cy="17596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Multiple failed login attempts followed by success</a:t>
          </a:r>
        </a:p>
      </dsp:txBody>
      <dsp:txXfrm>
        <a:off x="85900" y="1974130"/>
        <a:ext cx="5003584" cy="1587880"/>
      </dsp:txXfrm>
    </dsp:sp>
    <dsp:sp modelId="{F5F90817-7F7D-4426-AE46-5DE276129F57}">
      <dsp:nvSpPr>
        <dsp:cNvPr id="0" name=""/>
        <dsp:cNvSpPr/>
      </dsp:nvSpPr>
      <dsp:spPr>
        <a:xfrm>
          <a:off x="0" y="3740070"/>
          <a:ext cx="5175384" cy="17596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Possible credential compromise event</a:t>
          </a:r>
        </a:p>
      </dsp:txBody>
      <dsp:txXfrm>
        <a:off x="85900" y="3825970"/>
        <a:ext cx="5003584" cy="158788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0F1D0-95D1-42EF-BE80-849B6C27A3C3}">
      <dsp:nvSpPr>
        <dsp:cNvPr id="0" name=""/>
        <dsp:cNvSpPr/>
      </dsp:nvSpPr>
      <dsp:spPr>
        <a:xfrm>
          <a:off x="0" y="419430"/>
          <a:ext cx="5175384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Someone may have stolen an employee’s password</a:t>
          </a:r>
        </a:p>
      </dsp:txBody>
      <dsp:txXfrm>
        <a:off x="54373" y="473803"/>
        <a:ext cx="5066638" cy="1005094"/>
      </dsp:txXfrm>
    </dsp:sp>
    <dsp:sp modelId="{D4909867-1261-4BF0-8467-F9903F4813A5}">
      <dsp:nvSpPr>
        <dsp:cNvPr id="0" name=""/>
        <dsp:cNvSpPr/>
      </dsp:nvSpPr>
      <dsp:spPr>
        <a:xfrm>
          <a:off x="0" y="1613910"/>
          <a:ext cx="5175384" cy="11138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They logged in from another country</a:t>
          </a:r>
        </a:p>
      </dsp:txBody>
      <dsp:txXfrm>
        <a:off x="54373" y="1668283"/>
        <a:ext cx="5066638" cy="1005094"/>
      </dsp:txXfrm>
    </dsp:sp>
    <dsp:sp modelId="{1CFD7DD1-18D4-4B80-BAA4-16E757DCEB81}">
      <dsp:nvSpPr>
        <dsp:cNvPr id="0" name=""/>
        <dsp:cNvSpPr/>
      </dsp:nvSpPr>
      <dsp:spPr>
        <a:xfrm>
          <a:off x="0" y="2808390"/>
          <a:ext cx="5175384" cy="11138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They could access company data</a:t>
          </a:r>
        </a:p>
      </dsp:txBody>
      <dsp:txXfrm>
        <a:off x="54373" y="2862763"/>
        <a:ext cx="5066638" cy="1005094"/>
      </dsp:txXfrm>
    </dsp:sp>
    <dsp:sp modelId="{68EB51A2-F4BC-44B5-9169-B62012B5BCB1}">
      <dsp:nvSpPr>
        <dsp:cNvPr id="0" name=""/>
        <dsp:cNvSpPr/>
      </dsp:nvSpPr>
      <dsp:spPr>
        <a:xfrm>
          <a:off x="0" y="4002870"/>
          <a:ext cx="5175384" cy="11138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We recommend forcing password reset and reviewing activity</a:t>
          </a:r>
        </a:p>
      </dsp:txBody>
      <dsp:txXfrm>
        <a:off x="54373" y="4057243"/>
        <a:ext cx="5066638" cy="100509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4BE444-CF2D-4EB1-895C-E91EBAAB0390}">
      <dsp:nvSpPr>
        <dsp:cNvPr id="0" name=""/>
        <dsp:cNvSpPr/>
      </dsp:nvSpPr>
      <dsp:spPr>
        <a:xfrm>
          <a:off x="0" y="927840"/>
          <a:ext cx="5175384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08:15 suspicious email opened</a:t>
          </a:r>
        </a:p>
      </dsp:txBody>
      <dsp:txXfrm>
        <a:off x="32784" y="960624"/>
        <a:ext cx="5109816" cy="606012"/>
      </dsp:txXfrm>
    </dsp:sp>
    <dsp:sp modelId="{3F67A2A8-1088-4572-9012-496223BE7DD6}">
      <dsp:nvSpPr>
        <dsp:cNvPr id="0" name=""/>
        <dsp:cNvSpPr/>
      </dsp:nvSpPr>
      <dsp:spPr>
        <a:xfrm>
          <a:off x="0" y="1680060"/>
          <a:ext cx="5175384" cy="67158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08:20 malware executed</a:t>
          </a:r>
        </a:p>
      </dsp:txBody>
      <dsp:txXfrm>
        <a:off x="32784" y="1712844"/>
        <a:ext cx="5109816" cy="606012"/>
      </dsp:txXfrm>
    </dsp:sp>
    <dsp:sp modelId="{C1E744CA-EABC-4BEF-8A2A-FC59C1CD0A6F}">
      <dsp:nvSpPr>
        <dsp:cNvPr id="0" name=""/>
        <dsp:cNvSpPr/>
      </dsp:nvSpPr>
      <dsp:spPr>
        <a:xfrm>
          <a:off x="0" y="2432280"/>
          <a:ext cx="5175384" cy="6715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08:30 lateral movement detected</a:t>
          </a:r>
        </a:p>
      </dsp:txBody>
      <dsp:txXfrm>
        <a:off x="32784" y="2465064"/>
        <a:ext cx="5109816" cy="606012"/>
      </dsp:txXfrm>
    </dsp:sp>
    <dsp:sp modelId="{33186A78-1A2E-4ED9-86CE-18D75C3F1736}">
      <dsp:nvSpPr>
        <dsp:cNvPr id="0" name=""/>
        <dsp:cNvSpPr/>
      </dsp:nvSpPr>
      <dsp:spPr>
        <a:xfrm>
          <a:off x="0" y="3184500"/>
          <a:ext cx="5175384" cy="67158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08:45 file encryption begins</a:t>
          </a:r>
        </a:p>
      </dsp:txBody>
      <dsp:txXfrm>
        <a:off x="32784" y="3217284"/>
        <a:ext cx="5109816" cy="606012"/>
      </dsp:txXfrm>
    </dsp:sp>
    <dsp:sp modelId="{16A99DE2-751D-449F-A6C6-28FECE101DEE}">
      <dsp:nvSpPr>
        <dsp:cNvPr id="0" name=""/>
        <dsp:cNvSpPr/>
      </dsp:nvSpPr>
      <dsp:spPr>
        <a:xfrm>
          <a:off x="0" y="3936720"/>
          <a:ext cx="5175384" cy="6715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09:00 production system affected</a:t>
          </a:r>
        </a:p>
      </dsp:txBody>
      <dsp:txXfrm>
        <a:off x="32784" y="3969504"/>
        <a:ext cx="5109816" cy="60601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E12FB4-A539-4615-8D76-C83950AB6AF9}">
      <dsp:nvSpPr>
        <dsp:cNvPr id="0" name=""/>
        <dsp:cNvSpPr/>
      </dsp:nvSpPr>
      <dsp:spPr>
        <a:xfrm>
          <a:off x="918268" y="1273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680E47-25C4-4862-86BE-6DE0E3CB2B03}">
      <dsp:nvSpPr>
        <dsp:cNvPr id="0" name=""/>
        <dsp:cNvSpPr/>
      </dsp:nvSpPr>
      <dsp:spPr>
        <a:xfrm>
          <a:off x="1122104" y="205109"/>
          <a:ext cx="548789" cy="5487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05EC24-FFDB-4C84-9087-82E8E69EFAD7}">
      <dsp:nvSpPr>
        <dsp:cNvPr id="0" name=""/>
        <dsp:cNvSpPr/>
      </dsp:nvSpPr>
      <dsp:spPr>
        <a:xfrm>
          <a:off x="612514" y="1255648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Who communicates to:</a:t>
          </a:r>
        </a:p>
      </dsp:txBody>
      <dsp:txXfrm>
        <a:off x="612514" y="1255648"/>
        <a:ext cx="1567968" cy="627187"/>
      </dsp:txXfrm>
    </dsp:sp>
    <dsp:sp modelId="{BD0E56ED-C7DC-4798-A5D7-B3A607DCE230}">
      <dsp:nvSpPr>
        <dsp:cNvPr id="0" name=""/>
        <dsp:cNvSpPr/>
      </dsp:nvSpPr>
      <dsp:spPr>
        <a:xfrm>
          <a:off x="2760631" y="1273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79AFD-2408-4D66-8D5B-38E60E52D0AC}">
      <dsp:nvSpPr>
        <dsp:cNvPr id="0" name=""/>
        <dsp:cNvSpPr/>
      </dsp:nvSpPr>
      <dsp:spPr>
        <a:xfrm>
          <a:off x="2964467" y="205109"/>
          <a:ext cx="548789" cy="5487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4EB4B5-C1C2-492E-B455-2B52FE08C1A7}">
      <dsp:nvSpPr>
        <dsp:cNvPr id="0" name=""/>
        <dsp:cNvSpPr/>
      </dsp:nvSpPr>
      <dsp:spPr>
        <a:xfrm>
          <a:off x="2454877" y="1255648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Executives</a:t>
          </a:r>
        </a:p>
      </dsp:txBody>
      <dsp:txXfrm>
        <a:off x="2454877" y="1255648"/>
        <a:ext cx="1567968" cy="627187"/>
      </dsp:txXfrm>
    </dsp:sp>
    <dsp:sp modelId="{4A97ABD2-3929-426A-9433-5DF91108A333}">
      <dsp:nvSpPr>
        <dsp:cNvPr id="0" name=""/>
        <dsp:cNvSpPr/>
      </dsp:nvSpPr>
      <dsp:spPr>
        <a:xfrm>
          <a:off x="4602994" y="1273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E9CAB0-C5D4-46E0-A140-22908621A49C}">
      <dsp:nvSpPr>
        <dsp:cNvPr id="0" name=""/>
        <dsp:cNvSpPr/>
      </dsp:nvSpPr>
      <dsp:spPr>
        <a:xfrm>
          <a:off x="4806830" y="205109"/>
          <a:ext cx="548789" cy="5487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C0672-F9FD-449D-9A8C-95BFBC13EA11}">
      <dsp:nvSpPr>
        <dsp:cNvPr id="0" name=""/>
        <dsp:cNvSpPr/>
      </dsp:nvSpPr>
      <dsp:spPr>
        <a:xfrm>
          <a:off x="4297240" y="1255648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IT team</a:t>
          </a:r>
        </a:p>
      </dsp:txBody>
      <dsp:txXfrm>
        <a:off x="4297240" y="1255648"/>
        <a:ext cx="1567968" cy="627187"/>
      </dsp:txXfrm>
    </dsp:sp>
    <dsp:sp modelId="{9767966F-E2ED-40B3-884D-2E93D2CB77BD}">
      <dsp:nvSpPr>
        <dsp:cNvPr id="0" name=""/>
        <dsp:cNvSpPr/>
      </dsp:nvSpPr>
      <dsp:spPr>
        <a:xfrm>
          <a:off x="6445357" y="1273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C8B92D-B31E-47F4-8D6F-A4BA4EB00FA2}">
      <dsp:nvSpPr>
        <dsp:cNvPr id="0" name=""/>
        <dsp:cNvSpPr/>
      </dsp:nvSpPr>
      <dsp:spPr>
        <a:xfrm>
          <a:off x="6649193" y="205109"/>
          <a:ext cx="548789" cy="5487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84B88-F67C-4855-B57D-7F6BB41E5D30}">
      <dsp:nvSpPr>
        <dsp:cNvPr id="0" name=""/>
        <dsp:cNvSpPr/>
      </dsp:nvSpPr>
      <dsp:spPr>
        <a:xfrm>
          <a:off x="6139604" y="1255648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Legal</a:t>
          </a:r>
        </a:p>
      </dsp:txBody>
      <dsp:txXfrm>
        <a:off x="6139604" y="1255648"/>
        <a:ext cx="1567968" cy="627187"/>
      </dsp:txXfrm>
    </dsp:sp>
    <dsp:sp modelId="{71BBFBAA-A43E-4218-B9FE-349766AAA4CB}">
      <dsp:nvSpPr>
        <dsp:cNvPr id="0" name=""/>
        <dsp:cNvSpPr/>
      </dsp:nvSpPr>
      <dsp:spPr>
        <a:xfrm>
          <a:off x="1839449" y="2274828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F6E72-8720-4C9A-88FA-54D72AAFC00F}">
      <dsp:nvSpPr>
        <dsp:cNvPr id="0" name=""/>
        <dsp:cNvSpPr/>
      </dsp:nvSpPr>
      <dsp:spPr>
        <a:xfrm>
          <a:off x="2043285" y="2478664"/>
          <a:ext cx="548789" cy="54878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894F9-721D-460E-B54A-859314B2721F}">
      <dsp:nvSpPr>
        <dsp:cNvPr id="0" name=""/>
        <dsp:cNvSpPr/>
      </dsp:nvSpPr>
      <dsp:spPr>
        <a:xfrm>
          <a:off x="1533695" y="3529203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Employees</a:t>
          </a:r>
        </a:p>
      </dsp:txBody>
      <dsp:txXfrm>
        <a:off x="1533695" y="3529203"/>
        <a:ext cx="1567968" cy="627187"/>
      </dsp:txXfrm>
    </dsp:sp>
    <dsp:sp modelId="{42EB93C4-68B0-4C9D-B3CC-78C64A946D97}">
      <dsp:nvSpPr>
        <dsp:cNvPr id="0" name=""/>
        <dsp:cNvSpPr/>
      </dsp:nvSpPr>
      <dsp:spPr>
        <a:xfrm>
          <a:off x="3681813" y="2274828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94F2C-90B3-403F-ABDC-AE938A747FCF}">
      <dsp:nvSpPr>
        <dsp:cNvPr id="0" name=""/>
        <dsp:cNvSpPr/>
      </dsp:nvSpPr>
      <dsp:spPr>
        <a:xfrm>
          <a:off x="3885648" y="2478664"/>
          <a:ext cx="548789" cy="54878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79D11-701C-4181-82DC-A3BF60D06213}">
      <dsp:nvSpPr>
        <dsp:cNvPr id="0" name=""/>
        <dsp:cNvSpPr/>
      </dsp:nvSpPr>
      <dsp:spPr>
        <a:xfrm>
          <a:off x="3376059" y="3529203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Customers</a:t>
          </a:r>
        </a:p>
      </dsp:txBody>
      <dsp:txXfrm>
        <a:off x="3376059" y="3529203"/>
        <a:ext cx="1567968" cy="627187"/>
      </dsp:txXfrm>
    </dsp:sp>
    <dsp:sp modelId="{9D3C28ED-A11B-44C1-8EA6-2684C28DD640}">
      <dsp:nvSpPr>
        <dsp:cNvPr id="0" name=""/>
        <dsp:cNvSpPr/>
      </dsp:nvSpPr>
      <dsp:spPr>
        <a:xfrm>
          <a:off x="5524176" y="2274828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1B9C4-D1A6-44C0-AA8D-5F2828C8418C}">
      <dsp:nvSpPr>
        <dsp:cNvPr id="0" name=""/>
        <dsp:cNvSpPr/>
      </dsp:nvSpPr>
      <dsp:spPr>
        <a:xfrm>
          <a:off x="5728012" y="2478664"/>
          <a:ext cx="548789" cy="54878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97743-9331-437A-A659-6878CCDC4C02}">
      <dsp:nvSpPr>
        <dsp:cNvPr id="0" name=""/>
        <dsp:cNvSpPr/>
      </dsp:nvSpPr>
      <dsp:spPr>
        <a:xfrm>
          <a:off x="5218422" y="3529203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Write message for ONE group</a:t>
          </a:r>
        </a:p>
      </dsp:txBody>
      <dsp:txXfrm>
        <a:off x="5218422" y="3529203"/>
        <a:ext cx="1567968" cy="627187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0C14C4-9D53-46B9-A703-F96BC8E4DC37}">
      <dsp:nvSpPr>
        <dsp:cNvPr id="0" name=""/>
        <dsp:cNvSpPr/>
      </dsp:nvSpPr>
      <dsp:spPr>
        <a:xfrm>
          <a:off x="0" y="0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300" kern="1200"/>
            <a:t>Technical:</a:t>
          </a:r>
        </a:p>
      </dsp:txBody>
      <dsp:txXfrm>
        <a:off x="36841" y="36841"/>
        <a:ext cx="5609181" cy="1184159"/>
      </dsp:txXfrm>
    </dsp:sp>
    <dsp:sp modelId="{C6216C5F-7199-4F19-8090-8B9A4A985F1A}">
      <dsp:nvSpPr>
        <dsp:cNvPr id="0" name=""/>
        <dsp:cNvSpPr/>
      </dsp:nvSpPr>
      <dsp:spPr>
        <a:xfrm>
          <a:off x="614690" y="1467481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300" kern="1200"/>
            <a:t>Privilege escalation achieved via exploit.</a:t>
          </a:r>
        </a:p>
      </dsp:txBody>
      <dsp:txXfrm>
        <a:off x="651531" y="1504322"/>
        <a:ext cx="5460521" cy="1184159"/>
      </dsp:txXfrm>
    </dsp:sp>
    <dsp:sp modelId="{BC4FB527-8EFA-470A-960A-D686C876B69D}">
      <dsp:nvSpPr>
        <dsp:cNvPr id="0" name=""/>
        <dsp:cNvSpPr/>
      </dsp:nvSpPr>
      <dsp:spPr>
        <a:xfrm>
          <a:off x="1229380" y="2934963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300" kern="1200"/>
            <a:t>Explain to hospital administrator.</a:t>
          </a:r>
        </a:p>
      </dsp:txBody>
      <dsp:txXfrm>
        <a:off x="1266221" y="2971804"/>
        <a:ext cx="5460521" cy="1184159"/>
      </dsp:txXfrm>
    </dsp:sp>
    <dsp:sp modelId="{1BB027CA-B884-4677-A905-AE5AE48F2D88}">
      <dsp:nvSpPr>
        <dsp:cNvPr id="0" name=""/>
        <dsp:cNvSpPr/>
      </dsp:nvSpPr>
      <dsp:spPr>
        <a:xfrm>
          <a:off x="6148893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332852" y="953863"/>
        <a:ext cx="449678" cy="615241"/>
      </dsp:txXfrm>
    </dsp:sp>
    <dsp:sp modelId="{D0CE13E1-C218-41DE-B9F7-871EEAE7B938}">
      <dsp:nvSpPr>
        <dsp:cNvPr id="0" name=""/>
        <dsp:cNvSpPr/>
      </dsp:nvSpPr>
      <dsp:spPr>
        <a:xfrm>
          <a:off x="6763583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947542" y="2412959"/>
        <a:ext cx="449678" cy="615241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C48D01-85D7-402A-B7A8-02812ECA3A1B}">
      <dsp:nvSpPr>
        <dsp:cNvPr id="0" name=""/>
        <dsp:cNvSpPr/>
      </dsp:nvSpPr>
      <dsp:spPr>
        <a:xfrm>
          <a:off x="0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Are we safe right now?</a:t>
          </a:r>
        </a:p>
      </dsp:txBody>
      <dsp:txXfrm>
        <a:off x="0" y="591343"/>
        <a:ext cx="2571749" cy="1543050"/>
      </dsp:txXfrm>
    </dsp:sp>
    <dsp:sp modelId="{E6CBBD2E-FBC5-481D-B78D-36BFC4203461}">
      <dsp:nvSpPr>
        <dsp:cNvPr id="0" name=""/>
        <dsp:cNvSpPr/>
      </dsp:nvSpPr>
      <dsp:spPr>
        <a:xfrm>
          <a:off x="2828925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How much will this cost?</a:t>
          </a:r>
        </a:p>
      </dsp:txBody>
      <dsp:txXfrm>
        <a:off x="2828925" y="591343"/>
        <a:ext cx="2571749" cy="1543050"/>
      </dsp:txXfrm>
    </dsp:sp>
    <dsp:sp modelId="{DCFF380B-65DA-4937-8AA1-FA181A5161B7}">
      <dsp:nvSpPr>
        <dsp:cNvPr id="0" name=""/>
        <dsp:cNvSpPr/>
      </dsp:nvSpPr>
      <dsp:spPr>
        <a:xfrm>
          <a:off x="5657849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Do we shut systems down?</a:t>
          </a:r>
        </a:p>
      </dsp:txBody>
      <dsp:txXfrm>
        <a:off x="5657849" y="591343"/>
        <a:ext cx="2571749" cy="1543050"/>
      </dsp:txXfrm>
    </dsp:sp>
    <dsp:sp modelId="{6702A41F-8639-4947-A224-3376498592E3}">
      <dsp:nvSpPr>
        <dsp:cNvPr id="0" name=""/>
        <dsp:cNvSpPr/>
      </dsp:nvSpPr>
      <dsp:spPr>
        <a:xfrm>
          <a:off x="1414462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Will customers be affected?</a:t>
          </a:r>
        </a:p>
      </dsp:txBody>
      <dsp:txXfrm>
        <a:off x="1414462" y="2391569"/>
        <a:ext cx="2571749" cy="1543050"/>
      </dsp:txXfrm>
    </dsp:sp>
    <dsp:sp modelId="{F1A0CFB7-3591-4C7E-A31D-907D33326DEB}">
      <dsp:nvSpPr>
        <dsp:cNvPr id="0" name=""/>
        <dsp:cNvSpPr/>
      </dsp:nvSpPr>
      <dsp:spPr>
        <a:xfrm>
          <a:off x="4243387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How long to recover?</a:t>
          </a:r>
        </a:p>
      </dsp:txBody>
      <dsp:txXfrm>
        <a:off x="4243387" y="2391569"/>
        <a:ext cx="2571749" cy="154305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CDD0E-3706-4206-A484-5DD24CDD6D6E}">
      <dsp:nvSpPr>
        <dsp:cNvPr id="0" name=""/>
        <dsp:cNvSpPr/>
      </dsp:nvSpPr>
      <dsp:spPr>
        <a:xfrm>
          <a:off x="1709" y="2079238"/>
          <a:ext cx="925315" cy="129544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141" tIns="330200" rIns="721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 honest about uncertainty</a:t>
          </a:r>
        </a:p>
      </dsp:txBody>
      <dsp:txXfrm>
        <a:off x="1709" y="2571506"/>
        <a:ext cx="925315" cy="777265"/>
      </dsp:txXfrm>
    </dsp:sp>
    <dsp:sp modelId="{9E53A5B5-7C72-46F9-A019-81F9F1AF50ED}">
      <dsp:nvSpPr>
        <dsp:cNvPr id="0" name=""/>
        <dsp:cNvSpPr/>
      </dsp:nvSpPr>
      <dsp:spPr>
        <a:xfrm>
          <a:off x="270050" y="2208783"/>
          <a:ext cx="388632" cy="388632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299" tIns="12700" rIns="30299" bIns="1270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</a:t>
          </a:r>
        </a:p>
      </dsp:txBody>
      <dsp:txXfrm>
        <a:off x="326964" y="2265697"/>
        <a:ext cx="274804" cy="274804"/>
      </dsp:txXfrm>
    </dsp:sp>
    <dsp:sp modelId="{5BF53CC0-1971-4D31-8399-779CBD78A517}">
      <dsp:nvSpPr>
        <dsp:cNvPr id="0" name=""/>
        <dsp:cNvSpPr/>
      </dsp:nvSpPr>
      <dsp:spPr>
        <a:xfrm>
          <a:off x="1709" y="3374609"/>
          <a:ext cx="925315" cy="72"/>
        </a:xfrm>
        <a:prstGeom prst="rect">
          <a:avLst/>
        </a:prstGeom>
        <a:gradFill rotWithShape="0">
          <a:gsLst>
            <a:gs pos="0">
              <a:schemeClr val="accent5">
                <a:hueOff val="-1103764"/>
                <a:satOff val="4423"/>
                <a:lumOff val="95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103764"/>
                <a:satOff val="4423"/>
                <a:lumOff val="95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1103764"/>
              <a:satOff val="4423"/>
              <a:lumOff val="95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8D04C5-D725-4A11-B2AB-9F53E8E81CE2}">
      <dsp:nvSpPr>
        <dsp:cNvPr id="0" name=""/>
        <dsp:cNvSpPr/>
      </dsp:nvSpPr>
      <dsp:spPr>
        <a:xfrm>
          <a:off x="1019556" y="2079238"/>
          <a:ext cx="925315" cy="1295442"/>
        </a:xfrm>
        <a:prstGeom prst="rect">
          <a:avLst/>
        </a:prstGeom>
        <a:solidFill>
          <a:schemeClr val="accent5">
            <a:tint val="40000"/>
            <a:alpha val="90000"/>
            <a:hueOff val="-2685120"/>
            <a:satOff val="12063"/>
            <a:lumOff val="829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2685120"/>
              <a:satOff val="12063"/>
              <a:lumOff val="82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141" tIns="330200" rIns="721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Give best estimate</a:t>
          </a:r>
        </a:p>
      </dsp:txBody>
      <dsp:txXfrm>
        <a:off x="1019556" y="2571506"/>
        <a:ext cx="925315" cy="777265"/>
      </dsp:txXfrm>
    </dsp:sp>
    <dsp:sp modelId="{B152C64F-7390-4B64-BA51-5670F683F2D2}">
      <dsp:nvSpPr>
        <dsp:cNvPr id="0" name=""/>
        <dsp:cNvSpPr/>
      </dsp:nvSpPr>
      <dsp:spPr>
        <a:xfrm>
          <a:off x="1287898" y="2208783"/>
          <a:ext cx="388632" cy="388632"/>
        </a:xfrm>
        <a:prstGeom prst="ellipse">
          <a:avLst/>
        </a:prstGeom>
        <a:gradFill rotWithShape="0">
          <a:gsLst>
            <a:gs pos="0">
              <a:schemeClr val="accent5">
                <a:hueOff val="-2207528"/>
                <a:satOff val="8847"/>
                <a:lumOff val="191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207528"/>
                <a:satOff val="8847"/>
                <a:lumOff val="191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2207528"/>
              <a:satOff val="8847"/>
              <a:lumOff val="191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299" tIns="12700" rIns="30299" bIns="1270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</a:t>
          </a:r>
        </a:p>
      </dsp:txBody>
      <dsp:txXfrm>
        <a:off x="1344812" y="2265697"/>
        <a:ext cx="274804" cy="274804"/>
      </dsp:txXfrm>
    </dsp:sp>
    <dsp:sp modelId="{C2FD28E1-1B03-4808-97AC-6102D3A6EB60}">
      <dsp:nvSpPr>
        <dsp:cNvPr id="0" name=""/>
        <dsp:cNvSpPr/>
      </dsp:nvSpPr>
      <dsp:spPr>
        <a:xfrm>
          <a:off x="1019556" y="3374609"/>
          <a:ext cx="925315" cy="72"/>
        </a:xfrm>
        <a:prstGeom prst="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010B75-F3BF-4DDF-B291-CA4F6C15C03F}">
      <dsp:nvSpPr>
        <dsp:cNvPr id="0" name=""/>
        <dsp:cNvSpPr/>
      </dsp:nvSpPr>
      <dsp:spPr>
        <a:xfrm>
          <a:off x="2037404" y="2079238"/>
          <a:ext cx="925315" cy="1295442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141" tIns="330200" rIns="721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Provide options</a:t>
          </a:r>
        </a:p>
      </dsp:txBody>
      <dsp:txXfrm>
        <a:off x="2037404" y="2571506"/>
        <a:ext cx="925315" cy="777265"/>
      </dsp:txXfrm>
    </dsp:sp>
    <dsp:sp modelId="{2484FA62-3B55-4CEB-B206-162C9333BFB5}">
      <dsp:nvSpPr>
        <dsp:cNvPr id="0" name=""/>
        <dsp:cNvSpPr/>
      </dsp:nvSpPr>
      <dsp:spPr>
        <a:xfrm>
          <a:off x="2305745" y="2208783"/>
          <a:ext cx="388632" cy="388632"/>
        </a:xfrm>
        <a:prstGeom prst="ellipse">
          <a:avLst/>
        </a:prstGeom>
        <a:gradFill rotWithShape="0">
          <a:gsLst>
            <a:gs pos="0">
              <a:schemeClr val="accent5">
                <a:hueOff val="-4415056"/>
                <a:satOff val="17694"/>
                <a:lumOff val="383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415056"/>
                <a:satOff val="17694"/>
                <a:lumOff val="383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4415056"/>
              <a:satOff val="17694"/>
              <a:lumOff val="383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299" tIns="12700" rIns="30299" bIns="1270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</a:t>
          </a:r>
        </a:p>
      </dsp:txBody>
      <dsp:txXfrm>
        <a:off x="2362659" y="2265697"/>
        <a:ext cx="274804" cy="274804"/>
      </dsp:txXfrm>
    </dsp:sp>
    <dsp:sp modelId="{308501CE-69DB-4509-A669-BD8382BC2652}">
      <dsp:nvSpPr>
        <dsp:cNvPr id="0" name=""/>
        <dsp:cNvSpPr/>
      </dsp:nvSpPr>
      <dsp:spPr>
        <a:xfrm>
          <a:off x="2037404" y="3374609"/>
          <a:ext cx="925315" cy="72"/>
        </a:xfrm>
        <a:prstGeom prst="rect">
          <a:avLst/>
        </a:prstGeom>
        <a:gradFill rotWithShape="0">
          <a:gsLst>
            <a:gs pos="0">
              <a:schemeClr val="accent5">
                <a:hueOff val="-5518820"/>
                <a:satOff val="22117"/>
                <a:lumOff val="479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518820"/>
                <a:satOff val="22117"/>
                <a:lumOff val="479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5518820"/>
              <a:satOff val="22117"/>
              <a:lumOff val="479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0C9E33-8922-452E-91CB-C879A92BAC6F}">
      <dsp:nvSpPr>
        <dsp:cNvPr id="0" name=""/>
        <dsp:cNvSpPr/>
      </dsp:nvSpPr>
      <dsp:spPr>
        <a:xfrm>
          <a:off x="3055251" y="2079238"/>
          <a:ext cx="925315" cy="1295442"/>
        </a:xfrm>
        <a:prstGeom prst="rect">
          <a:avLst/>
        </a:prstGeom>
        <a:solidFill>
          <a:schemeClr val="accent5">
            <a:tint val="40000"/>
            <a:alpha val="90000"/>
            <a:hueOff val="-8055361"/>
            <a:satOff val="36190"/>
            <a:lumOff val="2488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8055361"/>
              <a:satOff val="36190"/>
              <a:lumOff val="248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141" tIns="330200" rIns="721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Explain consequences</a:t>
          </a:r>
        </a:p>
      </dsp:txBody>
      <dsp:txXfrm>
        <a:off x="3055251" y="2571506"/>
        <a:ext cx="925315" cy="777265"/>
      </dsp:txXfrm>
    </dsp:sp>
    <dsp:sp modelId="{DF5F31E0-CD11-4E27-882B-3FAEEA8B7BC7}">
      <dsp:nvSpPr>
        <dsp:cNvPr id="0" name=""/>
        <dsp:cNvSpPr/>
      </dsp:nvSpPr>
      <dsp:spPr>
        <a:xfrm>
          <a:off x="3323593" y="2208783"/>
          <a:ext cx="388632" cy="388632"/>
        </a:xfrm>
        <a:prstGeom prst="ellipse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299" tIns="12700" rIns="30299" bIns="1270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</a:t>
          </a:r>
        </a:p>
      </dsp:txBody>
      <dsp:txXfrm>
        <a:off x="3380507" y="2265697"/>
        <a:ext cx="274804" cy="274804"/>
      </dsp:txXfrm>
    </dsp:sp>
    <dsp:sp modelId="{A83A35F1-83FE-463B-BBEF-DE236878621C}">
      <dsp:nvSpPr>
        <dsp:cNvPr id="0" name=""/>
        <dsp:cNvSpPr/>
      </dsp:nvSpPr>
      <dsp:spPr>
        <a:xfrm>
          <a:off x="3055251" y="3374609"/>
          <a:ext cx="925315" cy="72"/>
        </a:xfrm>
        <a:prstGeom prst="rect">
          <a:avLst/>
        </a:prstGeom>
        <a:gradFill rotWithShape="0">
          <a:gsLst>
            <a:gs pos="0">
              <a:schemeClr val="accent5">
                <a:hueOff val="-7726349"/>
                <a:satOff val="30964"/>
                <a:lumOff val="671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726349"/>
                <a:satOff val="30964"/>
                <a:lumOff val="671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7726349"/>
              <a:satOff val="30964"/>
              <a:lumOff val="671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102AA7-C739-423A-B5FD-79447F62BEC9}">
      <dsp:nvSpPr>
        <dsp:cNvPr id="0" name=""/>
        <dsp:cNvSpPr/>
      </dsp:nvSpPr>
      <dsp:spPr>
        <a:xfrm>
          <a:off x="4073099" y="2079238"/>
          <a:ext cx="925315" cy="1295442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141" tIns="330200" rIns="721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Recommend action</a:t>
          </a:r>
        </a:p>
      </dsp:txBody>
      <dsp:txXfrm>
        <a:off x="4073099" y="2571506"/>
        <a:ext cx="925315" cy="777265"/>
      </dsp:txXfrm>
    </dsp:sp>
    <dsp:sp modelId="{77613115-F1E3-4061-885F-DAFC93479B8E}">
      <dsp:nvSpPr>
        <dsp:cNvPr id="0" name=""/>
        <dsp:cNvSpPr/>
      </dsp:nvSpPr>
      <dsp:spPr>
        <a:xfrm>
          <a:off x="4341440" y="2208783"/>
          <a:ext cx="388632" cy="388632"/>
        </a:xfrm>
        <a:prstGeom prst="ellipse">
          <a:avLst/>
        </a:prstGeom>
        <a:gradFill rotWithShape="0">
          <a:gsLst>
            <a:gs pos="0">
              <a:schemeClr val="accent5">
                <a:hueOff val="-8830112"/>
                <a:satOff val="35388"/>
                <a:lumOff val="766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8830112"/>
                <a:satOff val="35388"/>
                <a:lumOff val="766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8830112"/>
              <a:satOff val="35388"/>
              <a:lumOff val="766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299" tIns="12700" rIns="30299" bIns="1270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</a:t>
          </a:r>
        </a:p>
      </dsp:txBody>
      <dsp:txXfrm>
        <a:off x="4398354" y="2265697"/>
        <a:ext cx="274804" cy="274804"/>
      </dsp:txXfrm>
    </dsp:sp>
    <dsp:sp modelId="{6EAA5B56-7943-4F8A-9572-F318BBD5B74A}">
      <dsp:nvSpPr>
        <dsp:cNvPr id="0" name=""/>
        <dsp:cNvSpPr/>
      </dsp:nvSpPr>
      <dsp:spPr>
        <a:xfrm>
          <a:off x="4073099" y="3374609"/>
          <a:ext cx="925315" cy="72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9AF6D-D7C4-4054-A0A6-9A95A0638D70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45686E-AACF-46A0-A5BC-5034BBD36221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9E6FA-0A48-4D80-B6AA-5D2A021D8FF0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Engineer wants to delay patching to avoid downtime.</a:t>
          </a:r>
        </a:p>
      </dsp:txBody>
      <dsp:txXfrm>
        <a:off x="1844034" y="682"/>
        <a:ext cx="2839914" cy="1596566"/>
      </dsp:txXfrm>
    </dsp:sp>
    <dsp:sp modelId="{E5C08246-9A3A-4590-AF93-55769F4BE3DB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11FDD0-A26A-4B91-BA66-07D044A76E75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3EF6B-839B-4DFA-AB81-AD027F856B6E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Security says patch immediately.</a:t>
          </a:r>
        </a:p>
      </dsp:txBody>
      <dsp:txXfrm>
        <a:off x="1844034" y="1996390"/>
        <a:ext cx="2839914" cy="1596566"/>
      </dsp:txXfrm>
    </dsp:sp>
    <dsp:sp modelId="{4D68AF48-A2AF-4597-902E-A5565CD3D61D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E77571-8BB6-4028-B81B-B8515D65BA4A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824E96-358E-4CE5-B3BA-B7ED39A22D25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Resolve professionally.</a:t>
          </a:r>
        </a:p>
      </dsp:txBody>
      <dsp:txXfrm>
        <a:off x="1844034" y="3992098"/>
        <a:ext cx="2839914" cy="1596566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EE389E-EF63-4E15-8E27-C124165FA124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FDDB9-66A4-4BCF-A4CC-28805F2B28E0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F599D-F82B-4FBA-A77B-56A5563220B4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understand uptime is critical</a:t>
          </a:r>
        </a:p>
      </dsp:txBody>
      <dsp:txXfrm>
        <a:off x="1059754" y="4307"/>
        <a:ext cx="3713413" cy="917536"/>
      </dsp:txXfrm>
    </dsp:sp>
    <dsp:sp modelId="{D7AE2256-08BA-46F2-9A94-2725A628EAE3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43A22-7D22-45B9-86B2-D1F10E5F2D57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15A24-7D2C-4475-BC55-66DF42529ADD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Our shared goal is business continuity</a:t>
          </a:r>
        </a:p>
      </dsp:txBody>
      <dsp:txXfrm>
        <a:off x="1059754" y="1151227"/>
        <a:ext cx="3713413" cy="917536"/>
      </dsp:txXfrm>
    </dsp:sp>
    <dsp:sp modelId="{2085785B-8536-46D8-A5B5-E3C60617577B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69830A-5147-4A89-BD7F-DE1B9BC4E5C7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E637C-C162-4A51-B8C1-72FEA325DE65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This vulnerability allows external access</a:t>
          </a:r>
        </a:p>
      </dsp:txBody>
      <dsp:txXfrm>
        <a:off x="1059754" y="2298147"/>
        <a:ext cx="3713413" cy="917536"/>
      </dsp:txXfrm>
    </dsp:sp>
    <dsp:sp modelId="{44FA47A5-29C0-4824-A7C6-56A4E07215D5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92BAB9-1EEF-432D-B7D6-9EAF59640EEC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EC65C-2174-4561-BA60-0DB2665CAABE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Risk of breach is higher than downtime risk</a:t>
          </a:r>
        </a:p>
      </dsp:txBody>
      <dsp:txXfrm>
        <a:off x="1059754" y="3445068"/>
        <a:ext cx="3713413" cy="917536"/>
      </dsp:txXfrm>
    </dsp:sp>
    <dsp:sp modelId="{29D9192C-DDA7-4A5C-84B8-FCE6A4E99711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C7B263-7344-4BE1-9328-808D2AB22ADE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366BA-D14D-4BB0-9FBA-C44828426340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recommend patching during controlled window</a:t>
          </a:r>
        </a:p>
      </dsp:txBody>
      <dsp:txXfrm>
        <a:off x="1059754" y="4591988"/>
        <a:ext cx="3713413" cy="917536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F4736-D3DA-4362-9A52-808D4FDACC0E}">
      <dsp:nvSpPr>
        <dsp:cNvPr id="0" name=""/>
        <dsp:cNvSpPr/>
      </dsp:nvSpPr>
      <dsp:spPr>
        <a:xfrm>
          <a:off x="871669" y="2467"/>
          <a:ext cx="3486676" cy="10826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51" tIns="275003" rIns="67651" bIns="2750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Speak slower than normal</a:t>
          </a:r>
        </a:p>
      </dsp:txBody>
      <dsp:txXfrm>
        <a:off x="871669" y="2467"/>
        <a:ext cx="3486676" cy="1082687"/>
      </dsp:txXfrm>
    </dsp:sp>
    <dsp:sp modelId="{49C8D582-D54C-481D-AC71-F5E77469F661}">
      <dsp:nvSpPr>
        <dsp:cNvPr id="0" name=""/>
        <dsp:cNvSpPr/>
      </dsp:nvSpPr>
      <dsp:spPr>
        <a:xfrm>
          <a:off x="0" y="2467"/>
          <a:ext cx="871669" cy="10826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126" tIns="106945" rIns="46126" bIns="10694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Speak</a:t>
          </a:r>
        </a:p>
      </dsp:txBody>
      <dsp:txXfrm>
        <a:off x="0" y="2467"/>
        <a:ext cx="871669" cy="1082687"/>
      </dsp:txXfrm>
    </dsp:sp>
    <dsp:sp modelId="{DDC74B26-DF6D-44E8-B95B-EDC49AAD2149}">
      <dsp:nvSpPr>
        <dsp:cNvPr id="0" name=""/>
        <dsp:cNvSpPr/>
      </dsp:nvSpPr>
      <dsp:spPr>
        <a:xfrm>
          <a:off x="871669" y="1150116"/>
          <a:ext cx="3486676" cy="10826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51" tIns="275003" rIns="67651" bIns="2750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simple sentences</a:t>
          </a:r>
        </a:p>
      </dsp:txBody>
      <dsp:txXfrm>
        <a:off x="871669" y="1150116"/>
        <a:ext cx="3486676" cy="1082687"/>
      </dsp:txXfrm>
    </dsp:sp>
    <dsp:sp modelId="{4089B4BF-C075-4B4A-A7CD-BEA936FEFB42}">
      <dsp:nvSpPr>
        <dsp:cNvPr id="0" name=""/>
        <dsp:cNvSpPr/>
      </dsp:nvSpPr>
      <dsp:spPr>
        <a:xfrm>
          <a:off x="0" y="1150116"/>
          <a:ext cx="871669" cy="10826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126" tIns="106945" rIns="46126" bIns="10694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</a:t>
          </a:r>
        </a:p>
      </dsp:txBody>
      <dsp:txXfrm>
        <a:off x="0" y="1150116"/>
        <a:ext cx="871669" cy="1082687"/>
      </dsp:txXfrm>
    </dsp:sp>
    <dsp:sp modelId="{8B47BA48-A8EA-4094-86F9-5DDF4F659AE5}">
      <dsp:nvSpPr>
        <dsp:cNvPr id="0" name=""/>
        <dsp:cNvSpPr/>
      </dsp:nvSpPr>
      <dsp:spPr>
        <a:xfrm>
          <a:off x="871669" y="2297765"/>
          <a:ext cx="3486676" cy="10826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51" tIns="275003" rIns="67651" bIns="2750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Pause for confirmation</a:t>
          </a:r>
        </a:p>
      </dsp:txBody>
      <dsp:txXfrm>
        <a:off x="871669" y="2297765"/>
        <a:ext cx="3486676" cy="1082687"/>
      </dsp:txXfrm>
    </dsp:sp>
    <dsp:sp modelId="{E6F5F61F-392E-48B6-82C0-FE4B1066D9C5}">
      <dsp:nvSpPr>
        <dsp:cNvPr id="0" name=""/>
        <dsp:cNvSpPr/>
      </dsp:nvSpPr>
      <dsp:spPr>
        <a:xfrm>
          <a:off x="0" y="2297765"/>
          <a:ext cx="871669" cy="10826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126" tIns="106945" rIns="46126" bIns="10694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Pause</a:t>
          </a:r>
        </a:p>
      </dsp:txBody>
      <dsp:txXfrm>
        <a:off x="0" y="2297765"/>
        <a:ext cx="871669" cy="1082687"/>
      </dsp:txXfrm>
    </dsp:sp>
    <dsp:sp modelId="{548FF8EE-7606-4807-9235-01679F06235E}">
      <dsp:nvSpPr>
        <dsp:cNvPr id="0" name=""/>
        <dsp:cNvSpPr/>
      </dsp:nvSpPr>
      <dsp:spPr>
        <a:xfrm>
          <a:off x="871669" y="3445414"/>
          <a:ext cx="3486676" cy="10826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51" tIns="275003" rIns="67651" bIns="2750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Avoid blame language</a:t>
          </a:r>
        </a:p>
      </dsp:txBody>
      <dsp:txXfrm>
        <a:off x="871669" y="3445414"/>
        <a:ext cx="3486676" cy="1082687"/>
      </dsp:txXfrm>
    </dsp:sp>
    <dsp:sp modelId="{07A60086-B28B-4D06-8310-31C3D8E55D4B}">
      <dsp:nvSpPr>
        <dsp:cNvPr id="0" name=""/>
        <dsp:cNvSpPr/>
      </dsp:nvSpPr>
      <dsp:spPr>
        <a:xfrm>
          <a:off x="0" y="3445414"/>
          <a:ext cx="871669" cy="10826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126" tIns="106945" rIns="46126" bIns="10694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Avoid</a:t>
          </a:r>
        </a:p>
      </dsp:txBody>
      <dsp:txXfrm>
        <a:off x="0" y="3445414"/>
        <a:ext cx="871669" cy="1082687"/>
      </dsp:txXfrm>
    </dsp:sp>
    <dsp:sp modelId="{35C7FF1F-D849-4828-9810-04EE4B4B8079}">
      <dsp:nvSpPr>
        <dsp:cNvPr id="0" name=""/>
        <dsp:cNvSpPr/>
      </dsp:nvSpPr>
      <dsp:spPr>
        <a:xfrm>
          <a:off x="871669" y="4593063"/>
          <a:ext cx="3486676" cy="10826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51" tIns="275003" rIns="67651" bIns="2750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Confirm understanding repeatedly</a:t>
          </a:r>
        </a:p>
      </dsp:txBody>
      <dsp:txXfrm>
        <a:off x="871669" y="4593063"/>
        <a:ext cx="3486676" cy="1082687"/>
      </dsp:txXfrm>
    </dsp:sp>
    <dsp:sp modelId="{7837C85D-8972-447A-ABE5-D8504063ED95}">
      <dsp:nvSpPr>
        <dsp:cNvPr id="0" name=""/>
        <dsp:cNvSpPr/>
      </dsp:nvSpPr>
      <dsp:spPr>
        <a:xfrm>
          <a:off x="0" y="4593063"/>
          <a:ext cx="871669" cy="10826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126" tIns="106945" rIns="46126" bIns="10694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Confirm</a:t>
          </a:r>
        </a:p>
      </dsp:txBody>
      <dsp:txXfrm>
        <a:off x="0" y="4593063"/>
        <a:ext cx="871669" cy="1082687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42583-20DB-4220-8323-47611BE79238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64B029-ACDE-4DD8-902A-3F2096CE11D3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97BB4-9632-4AC8-9368-C276F12CAC46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Not about who wins</a:t>
          </a:r>
        </a:p>
      </dsp:txBody>
      <dsp:txXfrm>
        <a:off x="518589" y="1265836"/>
        <a:ext cx="1582031" cy="632812"/>
      </dsp:txXfrm>
    </dsp:sp>
    <dsp:sp modelId="{9C345782-9EDE-4958-AE72-923202BCE59E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F8B165-D093-4EB6-B8B7-BE96DCA77207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62EF9-C760-4465-A8BB-83E7918F22E6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About clarity under pressure</a:t>
          </a:r>
        </a:p>
      </dsp:txBody>
      <dsp:txXfrm>
        <a:off x="2377476" y="1265836"/>
        <a:ext cx="1582031" cy="632812"/>
      </dsp:txXfrm>
    </dsp:sp>
    <dsp:sp modelId="{116E5C73-3867-4B90-9424-04F1CAEABD01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C8DD9-5354-42B5-88BD-9A58FAA44329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F7EEC-E488-415C-9731-62F225AA7329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About decision making</a:t>
          </a:r>
        </a:p>
      </dsp:txBody>
      <dsp:txXfrm>
        <a:off x="4236363" y="1265836"/>
        <a:ext cx="1582031" cy="632812"/>
      </dsp:txXfrm>
    </dsp:sp>
    <dsp:sp modelId="{FF2388A5-8874-4DD4-BAAD-D6E712DFB0D8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E7FF46-9C0B-438E-A72A-94A110DF8322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D243F-42AD-4D69-8805-31D96A5A5983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About explaining risk</a:t>
          </a:r>
        </a:p>
      </dsp:txBody>
      <dsp:txXfrm>
        <a:off x="6095249" y="1265836"/>
        <a:ext cx="1582031" cy="632812"/>
      </dsp:txXfrm>
    </dsp:sp>
    <dsp:sp modelId="{02BA1DFB-DF09-450F-A3C3-317790537D82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44A4B-C839-4A06-9567-38AF499A3207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FCE70-FCBA-4A05-B154-E5A3CA9AF050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About coordination</a:t>
          </a:r>
        </a:p>
      </dsp:txBody>
      <dsp:txXfrm>
        <a:off x="3306919" y="3559781"/>
        <a:ext cx="1582031" cy="632812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60940-A193-498F-B80A-AF89DD6B0066}">
      <dsp:nvSpPr>
        <dsp:cNvPr id="0" name=""/>
        <dsp:cNvSpPr/>
      </dsp:nvSpPr>
      <dsp:spPr>
        <a:xfrm>
          <a:off x="548934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B078C2-0338-4452-804D-6FBF4FECB1F3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C5134-9E52-4DE5-AEEC-876F5BDA1C48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Explain defense strategy to executives.</a:t>
          </a:r>
        </a:p>
      </dsp:txBody>
      <dsp:txXfrm>
        <a:off x="228784" y="1313725"/>
        <a:ext cx="1641796" cy="656718"/>
      </dsp:txXfrm>
    </dsp:sp>
    <dsp:sp modelId="{BED6AC9D-D42D-4254-B047-89989A405A53}">
      <dsp:nvSpPr>
        <dsp:cNvPr id="0" name=""/>
        <dsp:cNvSpPr/>
      </dsp:nvSpPr>
      <dsp:spPr>
        <a:xfrm>
          <a:off x="2478046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C5875E-C7AA-4B0B-9AB4-3BD7837FB2C2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CCEB8-6A6E-4783-B5A6-ACCBE992E793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Must explain:</a:t>
          </a:r>
        </a:p>
      </dsp:txBody>
      <dsp:txXfrm>
        <a:off x="2157895" y="1313725"/>
        <a:ext cx="1641796" cy="656718"/>
      </dsp:txXfrm>
    </dsp:sp>
    <dsp:sp modelId="{A4B4CA81-70F5-46B1-9DD6-330988A56256}">
      <dsp:nvSpPr>
        <dsp:cNvPr id="0" name=""/>
        <dsp:cNvSpPr/>
      </dsp:nvSpPr>
      <dsp:spPr>
        <a:xfrm>
          <a:off x="4407157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DB90C0-C09F-433A-99C5-1ED70E1B5DFA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F0B1B-0C9D-4AFF-B4AF-DDB4C9C0E76F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Protection strategy</a:t>
          </a:r>
        </a:p>
      </dsp:txBody>
      <dsp:txXfrm>
        <a:off x="4087007" y="1313725"/>
        <a:ext cx="1641796" cy="656718"/>
      </dsp:txXfrm>
    </dsp:sp>
    <dsp:sp modelId="{DAFB25C7-97A7-4F82-B268-AD6115BE2E86}">
      <dsp:nvSpPr>
        <dsp:cNvPr id="0" name=""/>
        <dsp:cNvSpPr/>
      </dsp:nvSpPr>
      <dsp:spPr>
        <a:xfrm>
          <a:off x="6336268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63884C-FEFB-4500-8F7C-A27CAD9F97A4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432B0-B499-4EE7-B0F5-A9BB69E43C01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Residual risk</a:t>
          </a:r>
        </a:p>
      </dsp:txBody>
      <dsp:txXfrm>
        <a:off x="6016118" y="1313725"/>
        <a:ext cx="1641796" cy="656718"/>
      </dsp:txXfrm>
    </dsp:sp>
    <dsp:sp modelId="{D9745352-DAEA-452E-A7DA-D5DA82821E07}">
      <dsp:nvSpPr>
        <dsp:cNvPr id="0" name=""/>
        <dsp:cNvSpPr/>
      </dsp:nvSpPr>
      <dsp:spPr>
        <a:xfrm>
          <a:off x="3442601" y="2380893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C3B34A-5100-42ED-81C9-8C26532192FB}">
      <dsp:nvSpPr>
        <dsp:cNvPr id="0" name=""/>
        <dsp:cNvSpPr/>
      </dsp:nvSpPr>
      <dsp:spPr>
        <a:xfrm>
          <a:off x="3656035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DB6D0-1BE4-44E2-B524-C95A3866D2F6}">
      <dsp:nvSpPr>
        <dsp:cNvPr id="0" name=""/>
        <dsp:cNvSpPr/>
      </dsp:nvSpPr>
      <dsp:spPr>
        <a:xfrm>
          <a:off x="312245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Response time</a:t>
          </a:r>
        </a:p>
      </dsp:txBody>
      <dsp:txXfrm>
        <a:off x="3122451" y="3694331"/>
        <a:ext cx="1641796" cy="656718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FD410-1A5E-47B1-BAAD-E8AC5CF3313C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7420BF-BE18-4411-BFF4-744195925C6B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ED959-8F09-43F1-9B57-6752C616935E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What caused confusion?</a:t>
          </a:r>
        </a:p>
      </dsp:txBody>
      <dsp:txXfrm>
        <a:off x="25435" y="2456402"/>
        <a:ext cx="1800000" cy="720000"/>
      </dsp:txXfrm>
    </dsp:sp>
    <dsp:sp modelId="{847F63EA-385E-4A50-A412-3AC3CD2F5D5D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853822-B74B-404A-95E7-3F28DA7E1A87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01553-87EE-4E8F-BB3E-CE1792D55CF0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What message was unclear?</a:t>
          </a:r>
        </a:p>
      </dsp:txBody>
      <dsp:txXfrm>
        <a:off x="2140435" y="2456402"/>
        <a:ext cx="1800000" cy="720000"/>
      </dsp:txXfrm>
    </dsp:sp>
    <dsp:sp modelId="{DD02F1DF-FB4E-4CC8-8AF8-6AFA6BAFE47C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C329DF-054C-4B5C-9E59-581D619B61D8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2F1F0-1A82-4593-BAFC-2D48497FDE0A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Who controlled communication?</a:t>
          </a:r>
        </a:p>
      </dsp:txBody>
      <dsp:txXfrm>
        <a:off x="4255435" y="2456402"/>
        <a:ext cx="1800000" cy="720000"/>
      </dsp:txXfrm>
    </dsp:sp>
    <dsp:sp modelId="{58510FAC-2179-46B0-8BC4-9A72D0787C1D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47183-E7AD-4BA4-828A-26C9EA6DEC1A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711A2C-365F-4B4F-92F7-B84A77440B66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What would real company do differently?</a:t>
          </a:r>
        </a:p>
      </dsp:txBody>
      <dsp:txXfrm>
        <a:off x="6370435" y="2456402"/>
        <a:ext cx="1800000" cy="720000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63F09-A22E-46C1-B1FF-7AC158EC26D7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388C1-F6F2-44C5-944B-E40521F331BC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97D4D-CEC0-472B-8587-BC9BE1D00FB7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Cybersecurity is communication driven</a:t>
          </a:r>
        </a:p>
      </dsp:txBody>
      <dsp:txXfrm>
        <a:off x="518589" y="1265836"/>
        <a:ext cx="1582031" cy="632812"/>
      </dsp:txXfrm>
    </dsp:sp>
    <dsp:sp modelId="{E07382DC-5259-4B71-AB39-8818CF99678A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87A6BD-50D9-49B2-BDF2-B347B9DCBFD4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D6CA5-D639-41C5-9C79-CDEAACDC3D9F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Executives need risk and decisions, not technical detail</a:t>
          </a:r>
        </a:p>
      </dsp:txBody>
      <dsp:txXfrm>
        <a:off x="2377476" y="1265836"/>
        <a:ext cx="1582031" cy="632812"/>
      </dsp:txXfrm>
    </dsp:sp>
    <dsp:sp modelId="{0B6ABB20-F768-4121-9E3A-7089ABCEE635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2C59C-0084-4322-A4FC-F0655187F54F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91B36-85FC-45C3-942C-C42B381FDD74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Clarity is more important than complexity</a:t>
          </a:r>
        </a:p>
      </dsp:txBody>
      <dsp:txXfrm>
        <a:off x="4236363" y="1265836"/>
        <a:ext cx="1582031" cy="632812"/>
      </dsp:txXfrm>
    </dsp:sp>
    <dsp:sp modelId="{79DF0BA8-56A8-43EC-A254-879807BEF485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0DCD9C-91A5-46A0-93DF-5183DC000B1E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CB8087-F348-4FB1-8140-6C9C92BDC3B8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Communication determines response speed</a:t>
          </a:r>
        </a:p>
      </dsp:txBody>
      <dsp:txXfrm>
        <a:off x="6095249" y="1265836"/>
        <a:ext cx="1582031" cy="632812"/>
      </dsp:txXfrm>
    </dsp:sp>
    <dsp:sp modelId="{90AED9DD-FDA0-4887-8835-4CFC8061B1BE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C75E4-041B-4513-8887-951F93C4B68A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5BD1D-CD22-4986-8CE3-AF0A22D7331C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Great security professionals are great communicators</a:t>
          </a:r>
        </a:p>
      </dsp:txBody>
      <dsp:txXfrm>
        <a:off x="3306919" y="3559781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91AF04-97C5-4E7D-8E2A-9ED62510243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E449-9004-433A-8495-1FBBD451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FE449-9004-433A-8495-1FBBD4518F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20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0B8E9-DA33-4B69-B164-6FEF82AF8452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8018-92AC-49A7-801A-63C87B141D1C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A1ABA-2C4E-42F5-A691-2A9B10A4CDBA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D92B9-B37D-4645-B668-6E3E6B43BA20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B1D7-4CD7-4B0F-A487-0F7478E88ED8}" type="datetime1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11D8-7852-454F-925D-F72DB0862ADD}" type="datetime1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50DCF-5B5F-4756-820E-9289176EE814}" type="datetime1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21FA-A3F5-4F74-82FE-282B2CA5FCCE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EB33-1FCB-4EB4-8F3F-B7093AADF615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CA94-D9A7-472F-8208-23BC126C6159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75738-FA26-4A13-B89F-0929D02437A3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CD976-1E92-4146-8425-C00B55BADE98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Mentor: Jeytha Sahana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sv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61672" y="4267832"/>
            <a:ext cx="5634047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500" dirty="0" err="1">
                <a:solidFill>
                  <a:schemeClr val="tx2"/>
                </a:solidFill>
              </a:rPr>
              <a:t>WiCyS</a:t>
            </a:r>
            <a:r>
              <a:rPr lang="en-US" sz="3500" dirty="0">
                <a:solidFill>
                  <a:schemeClr val="tx2"/>
                </a:solidFill>
              </a:rPr>
              <a:t> Mentorship – Session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32992" y="344343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 dirty="0">
                <a:solidFill>
                  <a:schemeClr val="tx2"/>
                </a:solidFill>
              </a:rPr>
              <a:t>REAL Cybersecurity Communication in Professional Environments</a:t>
            </a:r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A1259B7E-F753-5BF3-2794-697950183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71021-72F0-2D15-2F97-1E235034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You Will ACTUALLY Practice Today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BFB9095-557F-A20D-2D2C-4D9A474730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73E0F-EF9E-65CB-584B-7D0F5BF8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Session Agenda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54325CF-ACDB-6CBD-E9A9-D3DC85F2E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5526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BFE9B-CDAD-BA2C-6EAC-C7848F090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Communication Matters in Cybersecurity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FBCE3F-EF7A-8DF3-63C1-D993C08B38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6BB9E0-F0C8-B5A0-EE7A-6830D3E5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Professional Communication Principle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E3BB7F-825F-C01F-D658-882EC5CA8E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E5C42-8372-AC17-EEC6-04132914E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Listening vs Hearing (Critical in Incident Response)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C92474-0A0F-C613-4A9A-2C4E3EE885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79198-A956-430A-172C-F3F9B8CE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it-IT" sz="2900"/>
              <a:t>Non‑Verbal Communication in Professional Settings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B1C7DEB-510E-23C3-D325-D140103678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44813" y="552091"/>
          <a:ext cx="4668251" cy="5431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E519C-7ABB-98C9-2E0C-6F6A9965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Communicating Cybersecurity to Non‑Technical Stakeholders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A5C48F-40A5-5C29-263B-1F2C6BBFA3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62051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DBD68-7571-8D3C-4EB0-F6AF3519F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Example: Technical → Business Translation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3253DF-78CA-19A6-687C-A92F941F18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706B1-22DB-BFBC-0ED1-3E50AC26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500">
                <a:solidFill>
                  <a:srgbClr val="FFFFFF"/>
                </a:solidFill>
              </a:rPr>
              <a:t>Communicating with Leadership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48ABFD-FF4D-F74F-AD0B-11A6FEC50C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354308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3FE68-42DF-20DA-8041-7E2798A41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Communication Across Roles in Cyber Teams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479651-07B9-CF45-4BF6-7FB2AD1C67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020562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3B5391-6E86-2B0F-2C74-A0B2A63C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57200"/>
            <a:ext cx="7934706" cy="1188720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Handling Disagreement in Technical Teams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553998" y="473861"/>
            <a:ext cx="3142400" cy="2037604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1809166" cy="1810094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684FCDEE-2C97-C03D-DD7F-F669F90353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790573"/>
              </p:ext>
            </p:extLst>
          </p:nvPr>
        </p:nvGraphicFramePr>
        <p:xfrm>
          <a:off x="777240" y="2543633"/>
          <a:ext cx="758952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FE4D9-66B6-8B31-62AD-0F318262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Script — Disagreement With an Equal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14AA52E-837A-E3F3-5393-09766EA4221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95707-E215-77AF-BE7A-8DBA7CEF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Script — Disagreement With Leadership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E3FBCC-5C01-1F9A-80EC-E82645A7A2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EEEEF-0684-4210-620D-298529782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3300"/>
              <a:t>Script — Disagreement With a Junior Team Member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1CFC261-543B-4753-BBE0-C5F80AC38BF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44813" y="552091"/>
          <a:ext cx="4668251" cy="5431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2080E-8341-611B-E128-130EE42E7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1900">
                <a:solidFill>
                  <a:srgbClr val="FFFFFF"/>
                </a:solidFill>
              </a:rPr>
              <a:t>Miscommunication Risk in Organizations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4829A3B-81D3-9A01-C0E2-50C0B05169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391619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73CA6-42D4-317D-43C5-4A49DCB6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AVOID Miscommunication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677A91C-B1C7-EFBC-F2BB-C0C0A6E3763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E3353-F6D4-457E-4EB6-FA9C9C7B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</a:rPr>
              <a:t>What To Do When Miscommunication Happens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70155EC8-711D-4413-0875-E0798F6086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483018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AD16C-AF79-2855-2B45-5D6222E4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Fix Miscommunication Without Blame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CF04052-5C55-EE75-6C81-4DC8F7AB2C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021613-97F7-34F7-9DEB-588929A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Script — Addressing Miscommunication (Reset Conversation)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61DF86-8019-65FE-1BBA-E3E95F28F3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96976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12A18-34D7-7F77-DA0F-E157856CC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Script — Repairing Impact Without Blame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07DE35E-962F-6A7B-89A5-EC66DF322AB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14198-BF49-433D-2032-2DB83AF78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Reality of Cybersecurity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DF8B2A-24A2-0898-E83D-3029A9B2D3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F5F56-192E-461E-CDB1-48D53384F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Executive Communication Formula (Always Use This)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US" sz="2100"/>
              <a:t>1 — What happened</a:t>
            </a:r>
          </a:p>
          <a:p>
            <a:r>
              <a:rPr lang="en-US" sz="2100"/>
              <a:t>2 — Business impact</a:t>
            </a:r>
          </a:p>
          <a:p>
            <a:r>
              <a:rPr lang="en-US" sz="2100"/>
              <a:t>3 — Risk level</a:t>
            </a:r>
          </a:p>
          <a:p>
            <a:r>
              <a:rPr lang="en-US" sz="2100"/>
              <a:t>4 — Recommended action</a:t>
            </a:r>
          </a:p>
          <a:p>
            <a:r>
              <a:rPr lang="en-US" sz="2100"/>
              <a:t>5 — Decision needed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1A7AA221-86F0-4B02-A95C-BD73F5376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DEA95-976B-C4AB-3250-76FE85BA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SCENARIO 1 — Security Alert Detected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62E76C7-4E14-0F8E-52C5-7B2FEE33E6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043571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51ADF-BA87-FBAA-92F0-475A8537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2900"/>
              <a:t>BAD Communication Example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79AB7C-DFE1-0B13-4C46-D9D38B2685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35222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5729F-1A80-3A4D-4BA6-4D4620F4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2900"/>
              <a:t>GOOD Communication Example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0BA101-B86D-D86B-F638-164D61D1DC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526410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BA377-7355-3374-18E3-DC4788ED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Practice — Executive Briefing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Explain ransomware detection to CFO.</a:t>
            </a:r>
          </a:p>
          <a:p>
            <a:endParaRPr/>
          </a:p>
          <a:p>
            <a:r>
              <a:t>Must include:</a:t>
            </a:r>
          </a:p>
          <a:p>
            <a:r>
              <a:t>Financial impact</a:t>
            </a:r>
          </a:p>
          <a:p>
            <a:r>
              <a:t>Operational impact</a:t>
            </a:r>
          </a:p>
          <a:p>
            <a:r>
              <a:t>Decision required</a:t>
            </a:r>
          </a:p>
          <a:p>
            <a:r>
              <a:t>Time urgency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44921-6D2A-B319-D9FC-897E9CC2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/>
              <a:t>SCENARIO 2 — Incident Timeline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336EAC-F290-2A72-7D45-9BAE189DEA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22359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8F76D-1512-BE75-8826-EF44A7E5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7" y="365125"/>
            <a:ext cx="8317705" cy="1325563"/>
          </a:xfrm>
        </p:spPr>
        <p:txBody>
          <a:bodyPr>
            <a:normAutofit/>
          </a:bodyPr>
          <a:lstStyle/>
          <a:p>
            <a:r>
              <a:rPr lang="en-US" sz="3500"/>
              <a:t>Team Task — Incident Communication Plan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CD71E5-EA87-032C-20CC-AD765E336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4296424"/>
              </p:ext>
            </p:extLst>
          </p:nvPr>
        </p:nvGraphicFramePr>
        <p:xfrm>
          <a:off x="410766" y="2133600"/>
          <a:ext cx="8320087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7AB92-23D0-AF3A-7538-F3465E3A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Translate Technical to Business Language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F6A0D1-2156-57BB-5007-2453F9CFFB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05656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D678F-E00E-556B-EDCD-9ECBE1AF6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Questions Non‑Technical Leaders WILL Ask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6CA620-5519-40AA-69E0-0F2E4E6B23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15BAA-19E2-CEF1-174F-81E4EFBA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How Professionals Answer Leaders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6380D4-8E8A-BDBA-8C91-623032880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95146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FEB501-6E48-1AA1-8B2E-4BBED50B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300"/>
              <a:t>SCENARIO 3 — Disagreement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E8F948-5B93-7E97-44AF-4952FD9A16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6836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56F4A-2EA3-3555-5E13-816070607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Professional Disagreement Script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6489FA-4E9C-B050-5852-9E4BD5594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029134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C2341-179B-6726-D8E3-7B00580CB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>
                <a:solidFill>
                  <a:srgbClr val="FFFFFF"/>
                </a:solidFill>
              </a:rPr>
              <a:t>Communication During Incident Calls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26C692-6F1E-E97D-004B-2637D47CF5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94267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E565A8-A336-3E79-D36E-58F80FFC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Red Team vs Blue Team — Communication Focus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056895-7AFD-7F83-3892-94A742CE01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27570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6F8D5-FBB8-29D6-2597-6BF61906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RED TEAM BRIEF REQUIREMENT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Explain attack plan to executives BEFORE execution.</a:t>
            </a:r>
          </a:p>
          <a:p>
            <a:endParaRPr/>
          </a:p>
          <a:p>
            <a:r>
              <a:t>Must explain:</a:t>
            </a:r>
          </a:p>
          <a:p>
            <a:r>
              <a:t>Business impact</a:t>
            </a:r>
          </a:p>
          <a:p>
            <a:r>
              <a:t>Detection difficulty</a:t>
            </a:r>
          </a:p>
          <a:p>
            <a:r>
              <a:t>Worst case outcome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16C29-E769-6A4C-7D7E-B15259BC6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BLUE TEAM RESPONSE BRIEF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EC8D0B-4148-18F6-77E6-282267E9B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962188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5B4A4-3FE7-BA44-2544-402312416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POST‑EXERCISE ANALYSIS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9CF0E71-E968-13EA-2E64-D4226BB21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10955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4C313-95B8-5CA3-835A-04D716EC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Your Professional Skill 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US" sz="2100"/>
              <a:t>One communication behavior you will practice</a:t>
            </a:r>
          </a:p>
          <a:p>
            <a:r>
              <a:rPr lang="en-US" sz="2100"/>
              <a:t>Where you will apply it</a:t>
            </a:r>
          </a:p>
          <a:p>
            <a:r>
              <a:rPr lang="en-US" sz="2100"/>
              <a:t>How you will measure improvement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EB42D0A4-5B05-BA65-7E2D-546D80840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340EC-873E-3A91-1780-2554E1A61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Professional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A93A07-E86F-0252-FEAA-734DB94E1E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78748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D2D98-26EF-5102-5BE1-94DA1B16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1493</Words>
  <Application>Microsoft Office PowerPoint</Application>
  <PresentationFormat>On-screen Show (4:3)</PresentationFormat>
  <Paragraphs>312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Arial</vt:lpstr>
      <vt:lpstr>Calibri</vt:lpstr>
      <vt:lpstr>Office Theme</vt:lpstr>
      <vt:lpstr>WiCyS Mentorship – Session 2</vt:lpstr>
      <vt:lpstr>What You Will ACTUALLY Practice Today</vt:lpstr>
      <vt:lpstr>Session Agenda</vt:lpstr>
      <vt:lpstr>Why Communication Matters in Cybersecurity</vt:lpstr>
      <vt:lpstr>Professional Communication Principle</vt:lpstr>
      <vt:lpstr>Listening vs Hearing (Critical in Incident Response)</vt:lpstr>
      <vt:lpstr>Non‑Verbal Communication in Professional Settings</vt:lpstr>
      <vt:lpstr>Communicating Cybersecurity to Non‑Technical Stakeholders</vt:lpstr>
      <vt:lpstr>Example: Technical → Business Translation</vt:lpstr>
      <vt:lpstr>Communicating with Leadership</vt:lpstr>
      <vt:lpstr>Communication Across Roles in Cyber Teams</vt:lpstr>
      <vt:lpstr>Handling Disagreement in Technical Teams</vt:lpstr>
      <vt:lpstr>Script — Disagreement With an Equal</vt:lpstr>
      <vt:lpstr>Script — Disagreement With Leadership</vt:lpstr>
      <vt:lpstr>Script — Disagreement With a Junior Team Member</vt:lpstr>
      <vt:lpstr>Miscommunication Risk in Organizations</vt:lpstr>
      <vt:lpstr>How to AVOID Miscommunication</vt:lpstr>
      <vt:lpstr>What To Do When Miscommunication Happens</vt:lpstr>
      <vt:lpstr>Fix Miscommunication Without Blame</vt:lpstr>
      <vt:lpstr>Script — Addressing Miscommunication (Reset Conversation)</vt:lpstr>
      <vt:lpstr>Script — Repairing Impact Without Blame</vt:lpstr>
      <vt:lpstr>Reality of Cybersecurity Work</vt:lpstr>
      <vt:lpstr>Executive Communication Formula (Always Use This)</vt:lpstr>
      <vt:lpstr>SCENARIO 1 — Security Alert Detected</vt:lpstr>
      <vt:lpstr>BAD Communication Example</vt:lpstr>
      <vt:lpstr>GOOD Communication Example</vt:lpstr>
      <vt:lpstr>Practice — Executive Briefing</vt:lpstr>
      <vt:lpstr>SCENARIO 2 — Incident Timeline</vt:lpstr>
      <vt:lpstr>Team Task — Incident Communication Plan</vt:lpstr>
      <vt:lpstr>Translate Technical to Business Language</vt:lpstr>
      <vt:lpstr>Questions Non‑Technical Leaders WILL Ask</vt:lpstr>
      <vt:lpstr>How Professionals Answer Leaders</vt:lpstr>
      <vt:lpstr>SCENARIO 3 — Disagreement</vt:lpstr>
      <vt:lpstr>Professional Disagreement Script</vt:lpstr>
      <vt:lpstr>Communication During Incident Calls</vt:lpstr>
      <vt:lpstr>Red Team vs Blue Team — Communication Focus</vt:lpstr>
      <vt:lpstr>RED TEAM BRIEF REQUIREMENT</vt:lpstr>
      <vt:lpstr>BLUE TEAM RESPONSE BRIEF</vt:lpstr>
      <vt:lpstr>POST‑EXERCISE ANALYSIS</vt:lpstr>
      <vt:lpstr>Your Professional Skill Commitment</vt:lpstr>
      <vt:lpstr>Key Professional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JEYTHA Sahana</cp:lastModifiedBy>
  <cp:revision>33</cp:revision>
  <dcterms:created xsi:type="dcterms:W3CDTF">2013-01-27T09:14:16Z</dcterms:created>
  <dcterms:modified xsi:type="dcterms:W3CDTF">2026-02-21T21:51:58Z</dcterms:modified>
  <cp:category/>
</cp:coreProperties>
</file>